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Three Pillars of Procurement Transformation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 gives leaders a single source of truth.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 and free up the team.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risk, and supplier insights before they become problems.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53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 Light</vt:lpstr>
      <vt:lpstr>Helvetica</vt:lpstr>
      <vt:lpstr>4_Office Theme</vt:lpstr>
      <vt:lpstr>Three Pillars of Procurement Transformation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Yash Jadhav</cp:lastModifiedBy>
  <cp:revision>18</cp:revision>
  <dcterms:created xsi:type="dcterms:W3CDTF">2025-07-17T08:51:54Z</dcterms:created>
  <dcterms:modified xsi:type="dcterms:W3CDTF">2026-06-08T09:26:49Z</dcterms:modified>
</cp:coreProperties>
</file>