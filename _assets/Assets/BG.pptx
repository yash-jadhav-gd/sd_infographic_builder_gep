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9"/>
  </p:notesMasterIdLst>
  <p:sldIdLst>
    <p:sldId id="2147483632" r:id="rId2"/>
    <p:sldId id="2147483633" r:id="rId3"/>
    <p:sldId id="366" r:id="rId4"/>
    <p:sldId id="281" r:id="rId5"/>
    <p:sldId id="2147477274" r:id="rId6"/>
    <p:sldId id="260" r:id="rId7"/>
    <p:sldId id="31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FDD"/>
    <a:srgbClr val="F1EEFC"/>
    <a:srgbClr val="827EC2"/>
    <a:srgbClr val="5B54AE"/>
    <a:srgbClr val="6492CB"/>
    <a:srgbClr val="5498CC"/>
    <a:srgbClr val="262626"/>
    <a:srgbClr val="5E99CD"/>
    <a:srgbClr val="B8AAED"/>
    <a:srgbClr val="EAE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C9263-1007-408F-9DBE-39437E065397}" v="56" dt="2025-08-14T11:57:43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anti Kadam" userId="2d2c718a-941c-44c5-9fc1-bfc327de9193" providerId="ADAL" clId="{001C9263-1007-408F-9DBE-39437E065397}"/>
    <pc:docChg chg="undo custSel addSld modSld">
      <pc:chgData name="Vasanti Kadam" userId="2d2c718a-941c-44c5-9fc1-bfc327de9193" providerId="ADAL" clId="{001C9263-1007-408F-9DBE-39437E065397}" dt="2025-08-14T11:57:43.978" v="673" actId="164"/>
      <pc:docMkLst>
        <pc:docMk/>
      </pc:docMkLst>
      <pc:sldChg chg="modSp mod">
        <pc:chgData name="Vasanti Kadam" userId="2d2c718a-941c-44c5-9fc1-bfc327de9193" providerId="ADAL" clId="{001C9263-1007-408F-9DBE-39437E065397}" dt="2025-08-13T10:55:37.375" v="44" actId="552"/>
        <pc:sldMkLst>
          <pc:docMk/>
          <pc:sldMk cId="875994791" sldId="260"/>
        </pc:sldMkLst>
        <pc:spChg chg="mod">
          <ac:chgData name="Vasanti Kadam" userId="2d2c718a-941c-44c5-9fc1-bfc327de9193" providerId="ADAL" clId="{001C9263-1007-408F-9DBE-39437E065397}" dt="2025-08-13T10:55:37.375" v="44" actId="552"/>
          <ac:spMkLst>
            <pc:docMk/>
            <pc:sldMk cId="875994791" sldId="260"/>
            <ac:spMk id="8" creationId="{23BA29CE-FD66-DCEE-34D3-FF0BEACF4E0B}"/>
          </ac:spMkLst>
        </pc:spChg>
      </pc:sldChg>
      <pc:sldChg chg="addSp modSp mod">
        <pc:chgData name="Vasanti Kadam" userId="2d2c718a-941c-44c5-9fc1-bfc327de9193" providerId="ADAL" clId="{001C9263-1007-408F-9DBE-39437E065397}" dt="2025-08-14T10:48:36.419" v="45" actId="164"/>
        <pc:sldMkLst>
          <pc:docMk/>
          <pc:sldMk cId="3774139940" sldId="281"/>
        </pc:sldMkLst>
        <pc:spChg chg="mod">
          <ac:chgData name="Vasanti Kadam" userId="2d2c718a-941c-44c5-9fc1-bfc327de9193" providerId="ADAL" clId="{001C9263-1007-408F-9DBE-39437E065397}" dt="2025-08-14T10:48:36.419" v="45" actId="164"/>
          <ac:spMkLst>
            <pc:docMk/>
            <pc:sldMk cId="3774139940" sldId="281"/>
            <ac:spMk id="11" creationId="{E5F0A8A4-D5A3-4B04-1833-5C81F37FC45F}"/>
          </ac:spMkLst>
        </pc:spChg>
        <pc:grpChg chg="add mod">
          <ac:chgData name="Vasanti Kadam" userId="2d2c718a-941c-44c5-9fc1-bfc327de9193" providerId="ADAL" clId="{001C9263-1007-408F-9DBE-39437E065397}" dt="2025-08-14T10:48:36.419" v="45" actId="164"/>
          <ac:grpSpMkLst>
            <pc:docMk/>
            <pc:sldMk cId="3774139940" sldId="281"/>
            <ac:grpSpMk id="2" creationId="{54BF611C-F59D-6843-B2F4-CCB42815A71B}"/>
          </ac:grpSpMkLst>
        </pc:grpChg>
        <pc:picChg chg="mod">
          <ac:chgData name="Vasanti Kadam" userId="2d2c718a-941c-44c5-9fc1-bfc327de9193" providerId="ADAL" clId="{001C9263-1007-408F-9DBE-39437E065397}" dt="2025-08-14T10:48:36.419" v="45" actId="164"/>
          <ac:picMkLst>
            <pc:docMk/>
            <pc:sldMk cId="3774139940" sldId="281"/>
            <ac:picMk id="10" creationId="{3D37264F-22F1-B1E4-D8F2-0A72B5FAB2BF}"/>
          </ac:picMkLst>
        </pc:picChg>
      </pc:sldChg>
      <pc:sldChg chg="addSp delSp modSp add mod">
        <pc:chgData name="Vasanti Kadam" userId="2d2c718a-941c-44c5-9fc1-bfc327de9193" providerId="ADAL" clId="{001C9263-1007-408F-9DBE-39437E065397}" dt="2025-08-14T11:57:43.978" v="673" actId="164"/>
        <pc:sldMkLst>
          <pc:docMk/>
          <pc:sldMk cId="3974020108" sldId="317"/>
        </pc:sldMkLst>
        <pc:spChg chg="add del mod">
          <ac:chgData name="Vasanti Kadam" userId="2d2c718a-941c-44c5-9fc1-bfc327de9193" providerId="ADAL" clId="{001C9263-1007-408F-9DBE-39437E065397}" dt="2025-08-14T11:49:56.822" v="356" actId="478"/>
          <ac:spMkLst>
            <pc:docMk/>
            <pc:sldMk cId="3974020108" sldId="317"/>
            <ac:spMk id="2" creationId="{9448C509-D9E6-B575-1991-322FA2A445FB}"/>
          </ac:spMkLst>
        </pc:spChg>
        <pc:spChg chg="mod">
          <ac:chgData name="Vasanti Kadam" userId="2d2c718a-941c-44c5-9fc1-bfc327de9193" providerId="ADAL" clId="{001C9263-1007-408F-9DBE-39437E065397}" dt="2025-08-14T11:50:38.567" v="363" actId="164"/>
          <ac:spMkLst>
            <pc:docMk/>
            <pc:sldMk cId="3974020108" sldId="317"/>
            <ac:spMk id="4" creationId="{9374ED72-613B-3844-A91E-7466D758A629}"/>
          </ac:spMkLst>
        </pc:spChg>
        <pc:spChg chg="mod">
          <ac:chgData name="Vasanti Kadam" userId="2d2c718a-941c-44c5-9fc1-bfc327de9193" providerId="ADAL" clId="{001C9263-1007-408F-9DBE-39437E065397}" dt="2025-08-14T11:49:39.190" v="299" actId="692"/>
          <ac:spMkLst>
            <pc:docMk/>
            <pc:sldMk cId="3974020108" sldId="317"/>
            <ac:spMk id="5" creationId="{DCA311CE-056B-D32A-BC29-0305CB9789D9}"/>
          </ac:spMkLst>
        </pc:spChg>
        <pc:spChg chg="mod">
          <ac:chgData name="Vasanti Kadam" userId="2d2c718a-941c-44c5-9fc1-bfc327de9193" providerId="ADAL" clId="{001C9263-1007-408F-9DBE-39437E065397}" dt="2025-08-14T11:49:35.315" v="298" actId="692"/>
          <ac:spMkLst>
            <pc:docMk/>
            <pc:sldMk cId="3974020108" sldId="317"/>
            <ac:spMk id="6" creationId="{A22AC40A-144E-C419-EF65-0AAA73ED789D}"/>
          </ac:spMkLst>
        </pc:spChg>
        <pc:spChg chg="mod">
          <ac:chgData name="Vasanti Kadam" userId="2d2c718a-941c-44c5-9fc1-bfc327de9193" providerId="ADAL" clId="{001C9263-1007-408F-9DBE-39437E065397}" dt="2025-08-14T11:53:48.438" v="480" actId="12788"/>
          <ac:spMkLst>
            <pc:docMk/>
            <pc:sldMk cId="3974020108" sldId="317"/>
            <ac:spMk id="9" creationId="{A4AC3AB3-BA53-AF5B-8810-4F6ABB7C6EF2}"/>
          </ac:spMkLst>
        </pc:spChg>
        <pc:spChg chg="mod ord">
          <ac:chgData name="Vasanti Kadam" userId="2d2c718a-941c-44c5-9fc1-bfc327de9193" providerId="ADAL" clId="{001C9263-1007-408F-9DBE-39437E065397}" dt="2025-08-14T11:57:43.978" v="673" actId="164"/>
          <ac:spMkLst>
            <pc:docMk/>
            <pc:sldMk cId="3974020108" sldId="317"/>
            <ac:spMk id="10" creationId="{F716F732-78C0-985F-1AF2-C28B3C6B2C49}"/>
          </ac:spMkLst>
        </pc:spChg>
        <pc:spChg chg="add del mod">
          <ac:chgData name="Vasanti Kadam" userId="2d2c718a-941c-44c5-9fc1-bfc327de9193" providerId="ADAL" clId="{001C9263-1007-408F-9DBE-39437E065397}" dt="2025-08-14T11:49:56.822" v="356" actId="478"/>
          <ac:spMkLst>
            <pc:docMk/>
            <pc:sldMk cId="3974020108" sldId="317"/>
            <ac:spMk id="11" creationId="{C49C35AD-963D-B6B8-102E-EB0935534AB3}"/>
          </ac:spMkLst>
        </pc:spChg>
        <pc:spChg chg="add del mod">
          <ac:chgData name="Vasanti Kadam" userId="2d2c718a-941c-44c5-9fc1-bfc327de9193" providerId="ADAL" clId="{001C9263-1007-408F-9DBE-39437E065397}" dt="2025-08-14T11:49:56.822" v="356" actId="478"/>
          <ac:spMkLst>
            <pc:docMk/>
            <pc:sldMk cId="3974020108" sldId="317"/>
            <ac:spMk id="12" creationId="{8CED0D1D-6A5E-159E-186E-57204BA5DF3D}"/>
          </ac:spMkLst>
        </pc:spChg>
        <pc:spChg chg="add del mod">
          <ac:chgData name="Vasanti Kadam" userId="2d2c718a-941c-44c5-9fc1-bfc327de9193" providerId="ADAL" clId="{001C9263-1007-408F-9DBE-39437E065397}" dt="2025-08-14T11:52:58.799" v="468" actId="478"/>
          <ac:spMkLst>
            <pc:docMk/>
            <pc:sldMk cId="3974020108" sldId="317"/>
            <ac:spMk id="14" creationId="{D2401190-13FC-1BF9-76CD-88426974A910}"/>
          </ac:spMkLst>
        </pc:spChg>
        <pc:spChg chg="add del mod">
          <ac:chgData name="Vasanti Kadam" userId="2d2c718a-941c-44c5-9fc1-bfc327de9193" providerId="ADAL" clId="{001C9263-1007-408F-9DBE-39437E065397}" dt="2025-08-14T11:52:56.955" v="467" actId="478"/>
          <ac:spMkLst>
            <pc:docMk/>
            <pc:sldMk cId="3974020108" sldId="317"/>
            <ac:spMk id="15" creationId="{79EA5B35-7683-77C5-7CE6-D86944FFDDCC}"/>
          </ac:spMkLst>
        </pc:spChg>
        <pc:spChg chg="add mod ord">
          <ac:chgData name="Vasanti Kadam" userId="2d2c718a-941c-44c5-9fc1-bfc327de9193" providerId="ADAL" clId="{001C9263-1007-408F-9DBE-39437E065397}" dt="2025-08-14T11:57:43.978" v="673" actId="164"/>
          <ac:spMkLst>
            <pc:docMk/>
            <pc:sldMk cId="3974020108" sldId="317"/>
            <ac:spMk id="24" creationId="{1B6A3428-066F-CB18-223E-BCCF7645D99A}"/>
          </ac:spMkLst>
        </pc:spChg>
        <pc:spChg chg="mod">
          <ac:chgData name="Vasanti Kadam" userId="2d2c718a-941c-44c5-9fc1-bfc327de9193" providerId="ADAL" clId="{001C9263-1007-408F-9DBE-39437E065397}" dt="2025-08-14T11:55:52.698" v="523" actId="12789"/>
          <ac:spMkLst>
            <pc:docMk/>
            <pc:sldMk cId="3974020108" sldId="317"/>
            <ac:spMk id="56" creationId="{E8B038C2-A6B0-95F7-1166-245D27A7F983}"/>
          </ac:spMkLst>
        </pc:spChg>
        <pc:spChg chg="mod">
          <ac:chgData name="Vasanti Kadam" userId="2d2c718a-941c-44c5-9fc1-bfc327de9193" providerId="ADAL" clId="{001C9263-1007-408F-9DBE-39437E065397}" dt="2025-08-14T11:49:20.340" v="297" actId="1076"/>
          <ac:spMkLst>
            <pc:docMk/>
            <pc:sldMk cId="3974020108" sldId="317"/>
            <ac:spMk id="60" creationId="{DE95EC64-ADA6-ACFE-1D6D-A572BC791738}"/>
          </ac:spMkLst>
        </pc:spChg>
        <pc:spChg chg="mod">
          <ac:chgData name="Vasanti Kadam" userId="2d2c718a-941c-44c5-9fc1-bfc327de9193" providerId="ADAL" clId="{001C9263-1007-408F-9DBE-39437E065397}" dt="2025-08-14T11:54:21.661" v="492" actId="12788"/>
          <ac:spMkLst>
            <pc:docMk/>
            <pc:sldMk cId="3974020108" sldId="317"/>
            <ac:spMk id="66" creationId="{A26CBD50-5AED-99AE-D5A5-ECC6E2426329}"/>
          </ac:spMkLst>
        </pc:spChg>
        <pc:spChg chg="mod">
          <ac:chgData name="Vasanti Kadam" userId="2d2c718a-941c-44c5-9fc1-bfc327de9193" providerId="ADAL" clId="{001C9263-1007-408F-9DBE-39437E065397}" dt="2025-08-14T11:55:30.829" v="514" actId="12789"/>
          <ac:spMkLst>
            <pc:docMk/>
            <pc:sldMk cId="3974020108" sldId="317"/>
            <ac:spMk id="73" creationId="{0DBDFC47-EE6B-1291-A8BC-8D7182E53AE9}"/>
          </ac:spMkLst>
        </pc:spChg>
        <pc:spChg chg="mod">
          <ac:chgData name="Vasanti Kadam" userId="2d2c718a-941c-44c5-9fc1-bfc327de9193" providerId="ADAL" clId="{001C9263-1007-408F-9DBE-39437E065397}" dt="2025-08-14T11:50:38.567" v="363" actId="164"/>
          <ac:spMkLst>
            <pc:docMk/>
            <pc:sldMk cId="3974020108" sldId="317"/>
            <ac:spMk id="74" creationId="{CE179CC0-B02C-D4B9-049B-3121A6C4974B}"/>
          </ac:spMkLst>
        </pc:spChg>
        <pc:spChg chg="del mod">
          <ac:chgData name="Vasanti Kadam" userId="2d2c718a-941c-44c5-9fc1-bfc327de9193" providerId="ADAL" clId="{001C9263-1007-408F-9DBE-39437E065397}" dt="2025-08-14T11:45:49.112" v="204" actId="478"/>
          <ac:spMkLst>
            <pc:docMk/>
            <pc:sldMk cId="3974020108" sldId="317"/>
            <ac:spMk id="77" creationId="{957E4AAA-B065-9757-DBCC-AA7CBA0B3932}"/>
          </ac:spMkLst>
        </pc:spChg>
        <pc:spChg chg="mod">
          <ac:chgData name="Vasanti Kadam" userId="2d2c718a-941c-44c5-9fc1-bfc327de9193" providerId="ADAL" clId="{001C9263-1007-408F-9DBE-39437E065397}" dt="2025-08-14T11:56:33.344" v="566" actId="207"/>
          <ac:spMkLst>
            <pc:docMk/>
            <pc:sldMk cId="3974020108" sldId="317"/>
            <ac:spMk id="83" creationId="{9CF5FD19-5C10-C4C9-0E81-42F8624D2C2A}"/>
          </ac:spMkLst>
        </pc:spChg>
        <pc:spChg chg="mod">
          <ac:chgData name="Vasanti Kadam" userId="2d2c718a-941c-44c5-9fc1-bfc327de9193" providerId="ADAL" clId="{001C9263-1007-408F-9DBE-39437E065397}" dt="2025-08-14T11:50:17.773" v="362" actId="12788"/>
          <ac:spMkLst>
            <pc:docMk/>
            <pc:sldMk cId="3974020108" sldId="317"/>
            <ac:spMk id="90" creationId="{3A7A24EC-2BE0-7262-6D6A-5E433F7BDBDA}"/>
          </ac:spMkLst>
        </pc:spChg>
        <pc:spChg chg="mod">
          <ac:chgData name="Vasanti Kadam" userId="2d2c718a-941c-44c5-9fc1-bfc327de9193" providerId="ADAL" clId="{001C9263-1007-408F-9DBE-39437E065397}" dt="2025-08-14T11:55:46.079" v="519" actId="12789"/>
          <ac:spMkLst>
            <pc:docMk/>
            <pc:sldMk cId="3974020108" sldId="317"/>
            <ac:spMk id="91" creationId="{D5C7663D-AF87-2A37-3199-569DB01DBB58}"/>
          </ac:spMkLst>
        </pc:spChg>
        <pc:spChg chg="mod">
          <ac:chgData name="Vasanti Kadam" userId="2d2c718a-941c-44c5-9fc1-bfc327de9193" providerId="ADAL" clId="{001C9263-1007-408F-9DBE-39437E065397}" dt="2025-08-14T11:50:38.567" v="363" actId="164"/>
          <ac:spMkLst>
            <pc:docMk/>
            <pc:sldMk cId="3974020108" sldId="317"/>
            <ac:spMk id="122" creationId="{A3CCFB16-2682-F6F4-2740-B23895573B58}"/>
          </ac:spMkLst>
        </pc:spChg>
        <pc:spChg chg="mod">
          <ac:chgData name="Vasanti Kadam" userId="2d2c718a-941c-44c5-9fc1-bfc327de9193" providerId="ADAL" clId="{001C9263-1007-408F-9DBE-39437E065397}" dt="2025-08-14T11:52:41.566" v="465" actId="207"/>
          <ac:spMkLst>
            <pc:docMk/>
            <pc:sldMk cId="3974020108" sldId="317"/>
            <ac:spMk id="127" creationId="{229B0FB8-193B-994C-7B59-9C1355C6B8EF}"/>
          </ac:spMkLst>
        </pc:spChg>
        <pc:spChg chg="mod">
          <ac:chgData name="Vasanti Kadam" userId="2d2c718a-941c-44c5-9fc1-bfc327de9193" providerId="ADAL" clId="{001C9263-1007-408F-9DBE-39437E065397}" dt="2025-08-14T11:52:44.702" v="466" actId="207"/>
          <ac:spMkLst>
            <pc:docMk/>
            <pc:sldMk cId="3974020108" sldId="317"/>
            <ac:spMk id="128" creationId="{196DB6B5-2ED1-F307-B45F-35385C1CA12E}"/>
          </ac:spMkLst>
        </pc:spChg>
        <pc:spChg chg="mod">
          <ac:chgData name="Vasanti Kadam" userId="2d2c718a-941c-44c5-9fc1-bfc327de9193" providerId="ADAL" clId="{001C9263-1007-408F-9DBE-39437E065397}" dt="2025-08-14T11:52:19.770" v="460" actId="207"/>
          <ac:spMkLst>
            <pc:docMk/>
            <pc:sldMk cId="3974020108" sldId="317"/>
            <ac:spMk id="129" creationId="{D73FC16E-9239-0097-62A1-AF93E8CFFF3D}"/>
          </ac:spMkLst>
        </pc:spChg>
        <pc:spChg chg="mod">
          <ac:chgData name="Vasanti Kadam" userId="2d2c718a-941c-44c5-9fc1-bfc327de9193" providerId="ADAL" clId="{001C9263-1007-408F-9DBE-39437E065397}" dt="2025-08-14T11:46:54.987" v="228" actId="207"/>
          <ac:spMkLst>
            <pc:docMk/>
            <pc:sldMk cId="3974020108" sldId="317"/>
            <ac:spMk id="134" creationId="{6FA3F06E-ECBC-86A7-0788-7FF2B68A19FC}"/>
          </ac:spMkLst>
        </pc:spChg>
        <pc:spChg chg="mod">
          <ac:chgData name="Vasanti Kadam" userId="2d2c718a-941c-44c5-9fc1-bfc327de9193" providerId="ADAL" clId="{001C9263-1007-408F-9DBE-39437E065397}" dt="2025-08-14T11:42:07.373" v="50" actId="1076"/>
          <ac:spMkLst>
            <pc:docMk/>
            <pc:sldMk cId="3974020108" sldId="317"/>
            <ac:spMk id="150" creationId="{0C7FB0E2-E411-18FB-3730-D7543B32374E}"/>
          </ac:spMkLst>
        </pc:spChg>
        <pc:grpChg chg="add mod">
          <ac:chgData name="Vasanti Kadam" userId="2d2c718a-941c-44c5-9fc1-bfc327de9193" providerId="ADAL" clId="{001C9263-1007-408F-9DBE-39437E065397}" dt="2025-08-14T11:50:44.956" v="366" actId="1076"/>
          <ac:grpSpMkLst>
            <pc:docMk/>
            <pc:sldMk cId="3974020108" sldId="317"/>
            <ac:grpSpMk id="17" creationId="{9CAE20CB-3C3A-2AD2-9F68-DBDFF783A62C}"/>
          </ac:grpSpMkLst>
        </pc:grpChg>
        <pc:grpChg chg="add mod">
          <ac:chgData name="Vasanti Kadam" userId="2d2c718a-941c-44c5-9fc1-bfc327de9193" providerId="ADAL" clId="{001C9263-1007-408F-9DBE-39437E065397}" dt="2025-08-14T11:57:43.978" v="673" actId="164"/>
          <ac:grpSpMkLst>
            <pc:docMk/>
            <pc:sldMk cId="3974020108" sldId="317"/>
            <ac:grpSpMk id="25" creationId="{005C71EA-3382-29D0-4415-0084B995A8B0}"/>
          </ac:grpSpMkLst>
        </pc:grpChg>
        <pc:picChg chg="add mod">
          <ac:chgData name="Vasanti Kadam" userId="2d2c718a-941c-44c5-9fc1-bfc327de9193" providerId="ADAL" clId="{001C9263-1007-408F-9DBE-39437E065397}" dt="2025-08-14T11:54:46.744" v="502" actId="555"/>
          <ac:picMkLst>
            <pc:docMk/>
            <pc:sldMk cId="3974020108" sldId="317"/>
            <ac:picMk id="18" creationId="{A955A0BA-3714-289C-947B-346852AE3B15}"/>
          </ac:picMkLst>
        </pc:picChg>
        <pc:picChg chg="add mod">
          <ac:chgData name="Vasanti Kadam" userId="2d2c718a-941c-44c5-9fc1-bfc327de9193" providerId="ADAL" clId="{001C9263-1007-408F-9DBE-39437E065397}" dt="2025-08-14T11:54:50.648" v="504" actId="14100"/>
          <ac:picMkLst>
            <pc:docMk/>
            <pc:sldMk cId="3974020108" sldId="317"/>
            <ac:picMk id="19" creationId="{B7E22092-487D-ECED-F2E3-BB9C9731DEB1}"/>
          </ac:picMkLst>
        </pc:picChg>
        <pc:picChg chg="mod">
          <ac:chgData name="Vasanti Kadam" userId="2d2c718a-941c-44c5-9fc1-bfc327de9193" providerId="ADAL" clId="{001C9263-1007-408F-9DBE-39437E065397}" dt="2025-08-14T11:50:38.567" v="363" actId="164"/>
          <ac:picMkLst>
            <pc:docMk/>
            <pc:sldMk cId="3974020108" sldId="317"/>
            <ac:picMk id="78" creationId="{6796969C-0EDA-59F4-29F3-1C7B681B12F8}"/>
          </ac:picMkLst>
        </pc:picChg>
        <pc:picChg chg="mod">
          <ac:chgData name="Vasanti Kadam" userId="2d2c718a-941c-44c5-9fc1-bfc327de9193" providerId="ADAL" clId="{001C9263-1007-408F-9DBE-39437E065397}" dt="2025-08-14T11:50:38.567" v="363" actId="164"/>
          <ac:picMkLst>
            <pc:docMk/>
            <pc:sldMk cId="3974020108" sldId="317"/>
            <ac:picMk id="123" creationId="{5705FE5B-5309-BECC-9451-BD838A65ED51}"/>
          </ac:picMkLst>
        </pc:picChg>
        <pc:cxnChg chg="mod">
          <ac:chgData name="Vasanti Kadam" userId="2d2c718a-941c-44c5-9fc1-bfc327de9193" providerId="ADAL" clId="{001C9263-1007-408F-9DBE-39437E065397}" dt="2025-08-14T11:49:20.340" v="297" actId="1076"/>
          <ac:cxnSpMkLst>
            <pc:docMk/>
            <pc:sldMk cId="3974020108" sldId="317"/>
            <ac:cxnSpMk id="7" creationId="{9016637C-380C-B10F-FFC6-7D212C1DECB5}"/>
          </ac:cxnSpMkLst>
        </pc:cxnChg>
        <pc:cxnChg chg="add mod">
          <ac:chgData name="Vasanti Kadam" userId="2d2c718a-941c-44c5-9fc1-bfc327de9193" providerId="ADAL" clId="{001C9263-1007-408F-9DBE-39437E065397}" dt="2025-08-14T11:55:38.465" v="516" actId="692"/>
          <ac:cxnSpMkLst>
            <pc:docMk/>
            <pc:sldMk cId="3974020108" sldId="317"/>
            <ac:cxnSpMk id="20" creationId="{3DF3AE51-C8D2-C161-D91D-DDD277B0A1AB}"/>
          </ac:cxnSpMkLst>
        </pc:cxnChg>
        <pc:cxnChg chg="add mod">
          <ac:chgData name="Vasanti Kadam" userId="2d2c718a-941c-44c5-9fc1-bfc327de9193" providerId="ADAL" clId="{001C9263-1007-408F-9DBE-39437E065397}" dt="2025-08-14T11:56:05.669" v="557" actId="692"/>
          <ac:cxnSpMkLst>
            <pc:docMk/>
            <pc:sldMk cId="3974020108" sldId="317"/>
            <ac:cxnSpMk id="22" creationId="{5FC33AA0-D316-1D3D-731A-DC49AC86B095}"/>
          </ac:cxnSpMkLst>
        </pc:cxnChg>
        <pc:cxnChg chg="add mod">
          <ac:chgData name="Vasanti Kadam" userId="2d2c718a-941c-44c5-9fc1-bfc327de9193" providerId="ADAL" clId="{001C9263-1007-408F-9DBE-39437E065397}" dt="2025-08-14T11:55:58.538" v="534" actId="692"/>
          <ac:cxnSpMkLst>
            <pc:docMk/>
            <pc:sldMk cId="3974020108" sldId="317"/>
            <ac:cxnSpMk id="23" creationId="{B069D67C-28F2-A037-2555-77443F007494}"/>
          </ac:cxnSpMkLst>
        </pc:cxnChg>
        <pc:cxnChg chg="mod">
          <ac:chgData name="Vasanti Kadam" userId="2d2c718a-941c-44c5-9fc1-bfc327de9193" providerId="ADAL" clId="{001C9263-1007-408F-9DBE-39437E065397}" dt="2025-08-14T11:49:11" v="293" actId="12789"/>
          <ac:cxnSpMkLst>
            <pc:docMk/>
            <pc:sldMk cId="3974020108" sldId="317"/>
            <ac:cxnSpMk id="121" creationId="{65ADE2C2-8168-5C29-396F-76970A4B35E8}"/>
          </ac:cxnSpMkLst>
        </pc:cxnChg>
        <pc:cxnChg chg="del">
          <ac:chgData name="Vasanti Kadam" userId="2d2c718a-941c-44c5-9fc1-bfc327de9193" providerId="ADAL" clId="{001C9263-1007-408F-9DBE-39437E065397}" dt="2025-08-14T11:55:15.582" v="508" actId="478"/>
          <ac:cxnSpMkLst>
            <pc:docMk/>
            <pc:sldMk cId="3974020108" sldId="317"/>
            <ac:cxnSpMk id="142" creationId="{A2829D0C-87B6-6DE9-9CAD-3783FC6D5337}"/>
          </ac:cxnSpMkLst>
        </pc:cxnChg>
        <pc:cxnChg chg="del">
          <ac:chgData name="Vasanti Kadam" userId="2d2c718a-941c-44c5-9fc1-bfc327de9193" providerId="ADAL" clId="{001C9263-1007-408F-9DBE-39437E065397}" dt="2025-08-14T11:55:48.953" v="520" actId="478"/>
          <ac:cxnSpMkLst>
            <pc:docMk/>
            <pc:sldMk cId="3974020108" sldId="317"/>
            <ac:cxnSpMk id="143" creationId="{5B78F81B-9911-CB4F-E833-74D7F3F94DDD}"/>
          </ac:cxnSpMkLst>
        </pc:cxnChg>
        <pc:cxnChg chg="del">
          <ac:chgData name="Vasanti Kadam" userId="2d2c718a-941c-44c5-9fc1-bfc327de9193" providerId="ADAL" clId="{001C9263-1007-408F-9DBE-39437E065397}" dt="2025-08-14T11:55:43.900" v="518" actId="478"/>
          <ac:cxnSpMkLst>
            <pc:docMk/>
            <pc:sldMk cId="3974020108" sldId="317"/>
            <ac:cxnSpMk id="144" creationId="{8CFF7B0E-1CF6-9268-C959-CE4C59F025F1}"/>
          </ac:cxnSpMkLst>
        </pc:cxnChg>
      </pc:sldChg>
      <pc:sldChg chg="modSp mod">
        <pc:chgData name="Vasanti Kadam" userId="2d2c718a-941c-44c5-9fc1-bfc327de9193" providerId="ADAL" clId="{001C9263-1007-408F-9DBE-39437E065397}" dt="2025-08-14T11:44:25.320" v="181" actId="1076"/>
        <pc:sldMkLst>
          <pc:docMk/>
          <pc:sldMk cId="3227669212" sldId="366"/>
        </pc:sldMkLst>
        <pc:spChg chg="mod">
          <ac:chgData name="Vasanti Kadam" userId="2d2c718a-941c-44c5-9fc1-bfc327de9193" providerId="ADAL" clId="{001C9263-1007-408F-9DBE-39437E065397}" dt="2025-08-14T11:44:25.320" v="181" actId="1076"/>
          <ac:spMkLst>
            <pc:docMk/>
            <pc:sldMk cId="3227669212" sldId="366"/>
            <ac:spMk id="5" creationId="{03D0704D-9877-27CD-313D-4F6565C735BC}"/>
          </ac:spMkLst>
        </pc:spChg>
        <pc:spChg chg="mod">
          <ac:chgData name="Vasanti Kadam" userId="2d2c718a-941c-44c5-9fc1-bfc327de9193" providerId="ADAL" clId="{001C9263-1007-408F-9DBE-39437E065397}" dt="2025-08-13T10:55:00.789" v="26" actId="1076"/>
          <ac:spMkLst>
            <pc:docMk/>
            <pc:sldMk cId="3227669212" sldId="366"/>
            <ac:spMk id="10" creationId="{61CE925E-B51F-946F-4EBE-CAD84801BECE}"/>
          </ac:spMkLst>
        </pc:spChg>
      </pc:sldChg>
      <pc:sldChg chg="addSp delSp modSp mod">
        <pc:chgData name="Vasanti Kadam" userId="2d2c718a-941c-44c5-9fc1-bfc327de9193" providerId="ADAL" clId="{001C9263-1007-408F-9DBE-39437E065397}" dt="2025-08-13T10:55:28.403" v="41" actId="164"/>
        <pc:sldMkLst>
          <pc:docMk/>
          <pc:sldMk cId="2829104776" sldId="2147477274"/>
        </pc:sldMkLst>
        <pc:spChg chg="mod topLvl">
          <ac:chgData name="Vasanti Kadam" userId="2d2c718a-941c-44c5-9fc1-bfc327de9193" providerId="ADAL" clId="{001C9263-1007-408F-9DBE-39437E065397}" dt="2025-08-13T10:55:28.403" v="41" actId="164"/>
          <ac:spMkLst>
            <pc:docMk/>
            <pc:sldMk cId="2829104776" sldId="2147477274"/>
            <ac:spMk id="3" creationId="{700DE853-D244-7B56-675D-F30523A8ADF5}"/>
          </ac:spMkLst>
        </pc:spChg>
        <pc:grpChg chg="add mod">
          <ac:chgData name="Vasanti Kadam" userId="2d2c718a-941c-44c5-9fc1-bfc327de9193" providerId="ADAL" clId="{001C9263-1007-408F-9DBE-39437E065397}" dt="2025-08-13T10:55:28.403" v="41" actId="164"/>
          <ac:grpSpMkLst>
            <pc:docMk/>
            <pc:sldMk cId="2829104776" sldId="2147477274"/>
            <ac:grpSpMk id="2" creationId="{DFB7C376-BA0B-CA41-737A-E4CC32CA161C}"/>
          </ac:grpSpMkLst>
        </pc:grpChg>
        <pc:grpChg chg="del mod">
          <ac:chgData name="Vasanti Kadam" userId="2d2c718a-941c-44c5-9fc1-bfc327de9193" providerId="ADAL" clId="{001C9263-1007-408F-9DBE-39437E065397}" dt="2025-08-13T10:55:19.572" v="36" actId="165"/>
          <ac:grpSpMkLst>
            <pc:docMk/>
            <pc:sldMk cId="2829104776" sldId="2147477274"/>
            <ac:grpSpMk id="5" creationId="{893CC856-2044-3C17-8960-58653845B54D}"/>
          </ac:grpSpMkLst>
        </pc:grpChg>
        <pc:picChg chg="mod topLvl">
          <ac:chgData name="Vasanti Kadam" userId="2d2c718a-941c-44c5-9fc1-bfc327de9193" providerId="ADAL" clId="{001C9263-1007-408F-9DBE-39437E065397}" dt="2025-08-13T10:55:28.403" v="41" actId="164"/>
          <ac:picMkLst>
            <pc:docMk/>
            <pc:sldMk cId="2829104776" sldId="2147477274"/>
            <ac:picMk id="4" creationId="{06684E8E-5FF1-12DF-266A-82076218AED6}"/>
          </ac:picMkLst>
        </pc:picChg>
      </pc:sldChg>
      <pc:sldChg chg="addSp delSp modSp mod">
        <pc:chgData name="Vasanti Kadam" userId="2d2c718a-941c-44c5-9fc1-bfc327de9193" providerId="ADAL" clId="{001C9263-1007-408F-9DBE-39437E065397}" dt="2025-08-13T10:54:29.007" v="8" actId="164"/>
        <pc:sldMkLst>
          <pc:docMk/>
          <pc:sldMk cId="3777713995" sldId="2147483632"/>
        </pc:sldMkLst>
        <pc:spChg chg="mod topLvl">
          <ac:chgData name="Vasanti Kadam" userId="2d2c718a-941c-44c5-9fc1-bfc327de9193" providerId="ADAL" clId="{001C9263-1007-408F-9DBE-39437E065397}" dt="2025-08-13T10:54:29.007" v="8" actId="164"/>
          <ac:spMkLst>
            <pc:docMk/>
            <pc:sldMk cId="3777713995" sldId="2147483632"/>
            <ac:spMk id="12" creationId="{733B0890-1816-361A-130B-63FFC8B77373}"/>
          </ac:spMkLst>
        </pc:spChg>
        <pc:grpChg chg="add mod">
          <ac:chgData name="Vasanti Kadam" userId="2d2c718a-941c-44c5-9fc1-bfc327de9193" providerId="ADAL" clId="{001C9263-1007-408F-9DBE-39437E065397}" dt="2025-08-13T10:54:29.007" v="8" actId="164"/>
          <ac:grpSpMkLst>
            <pc:docMk/>
            <pc:sldMk cId="3777713995" sldId="2147483632"/>
            <ac:grpSpMk id="2" creationId="{3BE260A4-CD0F-92CA-DA4A-AAD684861F34}"/>
          </ac:grpSpMkLst>
        </pc:grpChg>
        <pc:grpChg chg="del mod">
          <ac:chgData name="Vasanti Kadam" userId="2d2c718a-941c-44c5-9fc1-bfc327de9193" providerId="ADAL" clId="{001C9263-1007-408F-9DBE-39437E065397}" dt="2025-08-13T10:54:13.055" v="2" actId="165"/>
          <ac:grpSpMkLst>
            <pc:docMk/>
            <pc:sldMk cId="3777713995" sldId="2147483632"/>
            <ac:grpSpMk id="8" creationId="{8BC59353-B7C0-88BA-79BC-840CD1E2066C}"/>
          </ac:grpSpMkLst>
        </pc:grpChg>
        <pc:picChg chg="mod topLvl">
          <ac:chgData name="Vasanti Kadam" userId="2d2c718a-941c-44c5-9fc1-bfc327de9193" providerId="ADAL" clId="{001C9263-1007-408F-9DBE-39437E065397}" dt="2025-08-13T10:54:14.830" v="4" actId="1076"/>
          <ac:picMkLst>
            <pc:docMk/>
            <pc:sldMk cId="3777713995" sldId="2147483632"/>
            <ac:picMk id="10" creationId="{9F638F20-F3D8-39D6-8821-D821CC16572E}"/>
          </ac:picMkLst>
        </pc:picChg>
        <pc:picChg chg="mod topLvl">
          <ac:chgData name="Vasanti Kadam" userId="2d2c718a-941c-44c5-9fc1-bfc327de9193" providerId="ADAL" clId="{001C9263-1007-408F-9DBE-39437E065397}" dt="2025-08-13T10:54:29.007" v="8" actId="164"/>
          <ac:picMkLst>
            <pc:docMk/>
            <pc:sldMk cId="3777713995" sldId="2147483632"/>
            <ac:picMk id="11" creationId="{19E388C1-9AED-9967-9368-3BC9FAA83AC7}"/>
          </ac:picMkLst>
        </pc:picChg>
      </pc:sldChg>
      <pc:sldChg chg="addSp delSp modSp mod">
        <pc:chgData name="Vasanti Kadam" userId="2d2c718a-941c-44c5-9fc1-bfc327de9193" providerId="ADAL" clId="{001C9263-1007-408F-9DBE-39437E065397}" dt="2025-08-14T11:39:50.553" v="48" actId="1076"/>
        <pc:sldMkLst>
          <pc:docMk/>
          <pc:sldMk cId="884207804" sldId="2147483633"/>
        </pc:sldMkLst>
        <pc:spChg chg="mod topLvl">
          <ac:chgData name="Vasanti Kadam" userId="2d2c718a-941c-44c5-9fc1-bfc327de9193" providerId="ADAL" clId="{001C9263-1007-408F-9DBE-39437E065397}" dt="2025-08-14T11:39:50.553" v="48" actId="1076"/>
          <ac:spMkLst>
            <pc:docMk/>
            <pc:sldMk cId="884207804" sldId="2147483633"/>
            <ac:spMk id="4" creationId="{E6DB398C-260A-56F2-87A7-78C8134D48C3}"/>
          </ac:spMkLst>
        </pc:spChg>
        <pc:grpChg chg="add del mod">
          <ac:chgData name="Vasanti Kadam" userId="2d2c718a-941c-44c5-9fc1-bfc327de9193" providerId="ADAL" clId="{001C9263-1007-408F-9DBE-39437E065397}" dt="2025-08-14T11:39:48.390" v="46" actId="165"/>
          <ac:grpSpMkLst>
            <pc:docMk/>
            <pc:sldMk cId="884207804" sldId="2147483633"/>
            <ac:grpSpMk id="8" creationId="{C7FC55DB-9281-38C8-2CC5-FC6C3644ADEC}"/>
          </ac:grpSpMkLst>
        </pc:grpChg>
        <pc:picChg chg="mod">
          <ac:chgData name="Vasanti Kadam" userId="2d2c718a-941c-44c5-9fc1-bfc327de9193" providerId="ADAL" clId="{001C9263-1007-408F-9DBE-39437E065397}" dt="2025-08-13T10:54:34.217" v="12" actId="1076"/>
          <ac:picMkLst>
            <pc:docMk/>
            <pc:sldMk cId="884207804" sldId="2147483633"/>
            <ac:picMk id="2" creationId="{E92FD50C-FF29-258F-448A-A6270DC0990E}"/>
          </ac:picMkLst>
        </pc:picChg>
        <pc:picChg chg="mod topLvl">
          <ac:chgData name="Vasanti Kadam" userId="2d2c718a-941c-44c5-9fc1-bfc327de9193" providerId="ADAL" clId="{001C9263-1007-408F-9DBE-39437E065397}" dt="2025-08-14T11:39:48.390" v="46" actId="165"/>
          <ac:picMkLst>
            <pc:docMk/>
            <pc:sldMk cId="884207804" sldId="2147483633"/>
            <ac:picMk id="3" creationId="{8104F8FB-0004-63A4-A6A8-3B509C4A242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DE3D1B-91A7-42AF-8B5C-9504DC1094E8}" type="datetimeFigureOut">
              <a:rPr lang="en-IN" smtClean="0"/>
              <a:t>14-08-2025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6D65E-489D-4E15-BA97-67EAFFCF9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184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8685213"/>
            <a:ext cx="6858000" cy="45878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Open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663122-213E-41F3-BB95-BE0641089D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9477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7F74A-42CE-3933-DEDA-E8FA3FAFE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A8CE2-0D79-2B91-D7F1-214D067BA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B65C7-C618-8FA4-054B-A260720F7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8BEB1-0B74-3343-F700-C6714C308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CEB7A3-9E8D-40D9-A555-F630518CA0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0389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4FC925-5AF3-4538-8B49-A25B3F1090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5943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73E9-4824-9DB0-1BB8-B204D524A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06A8A-F4E6-EFBB-ED8E-478E1E8E8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027E2-7C1A-05EA-F8C4-17B4E1AF2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39456-C5EB-CE1F-E0EE-966AAF956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4FC925-5AF3-4538-8B49-A25B3F1090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0662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8070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526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-1"/>
            <a:ext cx="9728886" cy="746449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B9160E-2C02-C996-395B-53D758B55C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028700"/>
            <a:ext cx="11049000" cy="5283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255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836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oleObject" Target="../embeddings/oleObject1.bin"/><Relationship Id="rId5" Type="http://schemas.microsoft.com/office/2007/relationships/hdphoto" Target="../media/hdphoto5.wdp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5" Type="http://schemas.openxmlformats.org/officeDocument/2006/relationships/image" Target="../media/image14.png"/><Relationship Id="rId4" Type="http://schemas.microsoft.com/office/2007/relationships/hdphoto" Target="../media/hdphoto7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microsoft.com/office/2007/relationships/hdphoto" Target="../media/hdphoto9.wdp"/><Relationship Id="rId18" Type="http://schemas.openxmlformats.org/officeDocument/2006/relationships/image" Target="../media/image28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0.sv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7.svg"/><Relationship Id="rId2" Type="http://schemas.openxmlformats.org/officeDocument/2006/relationships/tags" Target="../tags/tag4.xml"/><Relationship Id="rId16" Type="http://schemas.openxmlformats.org/officeDocument/2006/relationships/image" Target="../media/image26.png"/><Relationship Id="rId20" Type="http://schemas.openxmlformats.org/officeDocument/2006/relationships/image" Target="../media/image29.png"/><Relationship Id="rId1" Type="http://schemas.openxmlformats.org/officeDocument/2006/relationships/tags" Target="../tags/tag3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0.wdp"/><Relationship Id="rId23" Type="http://schemas.openxmlformats.org/officeDocument/2006/relationships/image" Target="../media/image32.svg"/><Relationship Id="rId10" Type="http://schemas.openxmlformats.org/officeDocument/2006/relationships/image" Target="../media/image22.png"/><Relationship Id="rId19" Type="http://schemas.microsoft.com/office/2007/relationships/hdphoto" Target="../media/hdphoto11.wdp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5.png"/><Relationship Id="rId2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ireframe city with blue sky&#10;&#10;AI-generated content may be incorrect.">
            <a:extLst>
              <a:ext uri="{FF2B5EF4-FFF2-40B4-BE49-F238E27FC236}">
                <a16:creationId xmlns:a16="http://schemas.microsoft.com/office/drawing/2014/main" id="{9F638F20-F3D8-39D6-8821-D821CC16572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BE260A4-CD0F-92CA-DA4A-AAD684861F34}"/>
              </a:ext>
            </a:extLst>
          </p:cNvPr>
          <p:cNvGrpSpPr/>
          <p:nvPr/>
        </p:nvGrpSpPr>
        <p:grpSpPr>
          <a:xfrm>
            <a:off x="462454" y="484832"/>
            <a:ext cx="11267092" cy="5888337"/>
            <a:chOff x="462454" y="484832"/>
            <a:chExt cx="11267092" cy="5888337"/>
          </a:xfrm>
        </p:grpSpPr>
        <p:pic>
          <p:nvPicPr>
            <p:cNvPr id="11" name="Picture 10" descr="A wireframe city with blue sky&#10;&#10;AI-generated content may be incorrect.">
              <a:extLst>
                <a:ext uri="{FF2B5EF4-FFF2-40B4-BE49-F238E27FC236}">
                  <a16:creationId xmlns:a16="http://schemas.microsoft.com/office/drawing/2014/main" id="{19E388C1-9AED-9967-9368-3BC9FAA83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-100000"/>
                      </a14:imgEffect>
                      <a14:imgEffect>
                        <a14:brightnessContrast bright="-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62454" y="484832"/>
              <a:ext cx="11267092" cy="5888336"/>
            </a:xfrm>
            <a:prstGeom prst="roundRect">
              <a:avLst>
                <a:gd name="adj" fmla="val 2157"/>
              </a:avLst>
            </a:prstGeom>
            <a:effectLst>
              <a:outerShdw blurRad="63500" sx="102000" sy="102000" algn="ctr" rotWithShape="0">
                <a:srgbClr val="002060">
                  <a:alpha val="6000"/>
                </a:srgbClr>
              </a:outerShdw>
            </a:effectLst>
          </p:spPr>
        </p:pic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33B0890-1816-361A-130B-63FFC8B77373}"/>
                </a:ext>
              </a:extLst>
            </p:cNvPr>
            <p:cNvSpPr/>
            <p:nvPr/>
          </p:nvSpPr>
          <p:spPr>
            <a:xfrm>
              <a:off x="462454" y="484832"/>
              <a:ext cx="11267092" cy="5888337"/>
            </a:xfrm>
            <a:prstGeom prst="roundRect">
              <a:avLst>
                <a:gd name="adj" fmla="val 2157"/>
              </a:avLst>
            </a:prstGeom>
            <a:gradFill flip="none" rotWithShape="1">
              <a:gsLst>
                <a:gs pos="0">
                  <a:schemeClr val="bg1">
                    <a:alpha val="42000"/>
                  </a:schemeClr>
                </a:gs>
                <a:gs pos="98000">
                  <a:schemeClr val="bg1">
                    <a:alpha val="52000"/>
                  </a:schemeClr>
                </a:gs>
              </a:gsLst>
              <a:lin ang="2700000" scaled="1"/>
              <a:tileRect/>
            </a:gradFill>
            <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  <a:alpha val="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27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77771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939BA-11C3-713E-8056-1D1341E4C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2FD50C-FF29-258F-448A-A6270DC0990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5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04F8FB-0004-63A4-A6A8-3B509C4A242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1223" y="160658"/>
            <a:ext cx="11809555" cy="6534886"/>
          </a:xfrm>
          <a:prstGeom prst="roundRect">
            <a:avLst>
              <a:gd name="adj" fmla="val 1555"/>
            </a:avLst>
          </a:prstGeom>
          <a:effectLst>
            <a:outerShdw blurRad="63500" dist="88900" dir="2700000" algn="tl" rotWithShape="0">
              <a:srgbClr val="1F5AB1">
                <a:alpha val="19000"/>
              </a:srgbClr>
            </a:outerShdw>
          </a:effec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DB398C-260A-56F2-87A7-78C8134D48C3}"/>
              </a:ext>
            </a:extLst>
          </p:cNvPr>
          <p:cNvSpPr/>
          <p:nvPr/>
        </p:nvSpPr>
        <p:spPr>
          <a:xfrm>
            <a:off x="191223" y="160658"/>
            <a:ext cx="11809555" cy="6534886"/>
          </a:xfrm>
          <a:prstGeom prst="roundRect">
            <a:avLst>
              <a:gd name="adj" fmla="val 1555"/>
            </a:avLst>
          </a:prstGeom>
          <a:gradFill flip="none" rotWithShape="1">
            <a:gsLst>
              <a:gs pos="0">
                <a:schemeClr val="bg1">
                  <a:alpha val="79000"/>
                </a:schemeClr>
              </a:gs>
              <a:gs pos="100000">
                <a:schemeClr val="bg1">
                  <a:alpha val="26000"/>
                </a:schemeClr>
              </a:gs>
            </a:gsLst>
            <a:lin ang="27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63000">
                  <a:schemeClr val="accent1">
                    <a:lumMod val="45000"/>
                    <a:lumOff val="55000"/>
                    <a:alpha val="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2381F83-257E-6FAE-00F6-6F2DC54462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73824"/>
          <a:stretch>
            <a:fillRect/>
          </a:stretch>
        </p:blipFill>
        <p:spPr>
          <a:xfrm rot="5400000">
            <a:off x="10146001" y="2138567"/>
            <a:ext cx="3821279" cy="11172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7D262BB-5D49-B2F4-BEF1-F3F1A7E3B2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313" r="16197" b="63083"/>
          <a:stretch>
            <a:fillRect/>
          </a:stretch>
        </p:blipFill>
        <p:spPr>
          <a:xfrm rot="5400000">
            <a:off x="-675727" y="4049853"/>
            <a:ext cx="1509024" cy="15757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617B358-CB16-0BC5-DE6D-8967C5CE1743}"/>
              </a:ext>
            </a:extLst>
          </p:cNvPr>
          <p:cNvGrpSpPr/>
          <p:nvPr/>
        </p:nvGrpSpPr>
        <p:grpSpPr>
          <a:xfrm>
            <a:off x="9459595" y="-1"/>
            <a:ext cx="2541182" cy="160059"/>
            <a:chOff x="9736339" y="928499"/>
            <a:chExt cx="2041324" cy="128575"/>
          </a:xfrm>
        </p:grpSpPr>
        <p:sp>
          <p:nvSpPr>
            <p:cNvPr id="9" name="Graphic 392">
              <a:extLst>
                <a:ext uri="{FF2B5EF4-FFF2-40B4-BE49-F238E27FC236}">
                  <a16:creationId xmlns:a16="http://schemas.microsoft.com/office/drawing/2014/main" id="{1E95D78F-3E6F-F554-D093-12FC5A9B72B6}"/>
                </a:ext>
              </a:extLst>
            </p:cNvPr>
            <p:cNvSpPr/>
            <p:nvPr/>
          </p:nvSpPr>
          <p:spPr>
            <a:xfrm>
              <a:off x="9736339" y="928499"/>
              <a:ext cx="1701331" cy="128575"/>
            </a:xfrm>
            <a:custGeom>
              <a:avLst/>
              <a:gdLst>
                <a:gd name="connsiteX0" fmla="*/ 5334080 w 5334079"/>
                <a:gd name="connsiteY0" fmla="*/ 403114 h 403113"/>
                <a:gd name="connsiteX1" fmla="*/ 5273453 w 5334079"/>
                <a:gd name="connsiteY1" fmla="*/ 342487 h 403113"/>
                <a:gd name="connsiteX2" fmla="*/ 4929902 w 5334079"/>
                <a:gd name="connsiteY2" fmla="*/ 0 h 403113"/>
                <a:gd name="connsiteX3" fmla="*/ 478631 w 5334079"/>
                <a:gd name="connsiteY3" fmla="*/ 0 h 403113"/>
                <a:gd name="connsiteX4" fmla="*/ 343551 w 5334079"/>
                <a:gd name="connsiteY4" fmla="*/ 0 h 403113"/>
                <a:gd name="connsiteX5" fmla="*/ 0 w 5334079"/>
                <a:gd name="connsiteY5" fmla="*/ 403114 h 403113"/>
                <a:gd name="connsiteX6" fmla="*/ 5334080 w 5334079"/>
                <a:gd name="connsiteY6" fmla="*/ 403114 h 403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34079" h="403113">
                  <a:moveTo>
                    <a:pt x="5334080" y="403114"/>
                  </a:moveTo>
                  <a:lnTo>
                    <a:pt x="5273453" y="342487"/>
                  </a:lnTo>
                  <a:lnTo>
                    <a:pt x="4929902" y="0"/>
                  </a:lnTo>
                  <a:lnTo>
                    <a:pt x="478631" y="0"/>
                  </a:lnTo>
                  <a:cubicBezTo>
                    <a:pt x="478631" y="0"/>
                    <a:pt x="343551" y="0"/>
                    <a:pt x="343551" y="0"/>
                  </a:cubicBezTo>
                  <a:lnTo>
                    <a:pt x="0" y="403114"/>
                  </a:lnTo>
                  <a:lnTo>
                    <a:pt x="5334080" y="403114"/>
                  </a:lnTo>
                  <a:close/>
                </a:path>
              </a:pathLst>
            </a:custGeom>
            <a:gradFill flip="none" rotWithShape="1">
              <a:gsLst>
                <a:gs pos="7000">
                  <a:schemeClr val="bg1"/>
                </a:gs>
                <a:gs pos="100000">
                  <a:srgbClr val="FFFFFF">
                    <a:alpha val="0"/>
                  </a:srgbClr>
                </a:gs>
              </a:gsLst>
              <a:lin ang="2700000" scaled="1"/>
              <a:tileRect/>
            </a:gradFill>
            <a:ln w="1062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F49CAFB9-B5C8-B6F5-01D8-3D08D119D202}"/>
                </a:ext>
              </a:extLst>
            </p:cNvPr>
            <p:cNvSpPr/>
            <p:nvPr userDrawn="1"/>
          </p:nvSpPr>
          <p:spPr>
            <a:xfrm flipH="1">
              <a:off x="11320463" y="928499"/>
              <a:ext cx="228600" cy="128575"/>
            </a:xfrm>
            <a:prstGeom prst="parallelogram">
              <a:avLst>
                <a:gd name="adj" fmla="val 102265"/>
              </a:avLst>
            </a:prstGeom>
            <a:gradFill flip="none" rotWithShape="1">
              <a:gsLst>
                <a:gs pos="7000">
                  <a:schemeClr val="bg1">
                    <a:alpha val="52000"/>
                  </a:scheme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  <a:tileRect/>
            </a:gradFill>
            <a:ln w="10629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EBBC841E-51F1-27D1-32D6-14B33B26A8E4}"/>
                </a:ext>
              </a:extLst>
            </p:cNvPr>
            <p:cNvSpPr/>
            <p:nvPr userDrawn="1"/>
          </p:nvSpPr>
          <p:spPr>
            <a:xfrm flipH="1">
              <a:off x="11433176" y="928499"/>
              <a:ext cx="228600" cy="128575"/>
            </a:xfrm>
            <a:prstGeom prst="parallelogram">
              <a:avLst>
                <a:gd name="adj" fmla="val 102265"/>
              </a:avLst>
            </a:prstGeom>
            <a:gradFill flip="none" rotWithShape="1">
              <a:gsLst>
                <a:gs pos="7000">
                  <a:schemeClr val="bg1">
                    <a:alpha val="24000"/>
                  </a:scheme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  <a:tileRect/>
            </a:gradFill>
            <a:ln w="10629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E877DD93-E0F2-35AC-8761-8BB978D11EDD}"/>
                </a:ext>
              </a:extLst>
            </p:cNvPr>
            <p:cNvSpPr/>
            <p:nvPr userDrawn="1"/>
          </p:nvSpPr>
          <p:spPr>
            <a:xfrm flipH="1">
              <a:off x="11549063" y="928499"/>
              <a:ext cx="228600" cy="128575"/>
            </a:xfrm>
            <a:prstGeom prst="parallelogram">
              <a:avLst>
                <a:gd name="adj" fmla="val 102265"/>
              </a:avLst>
            </a:prstGeom>
            <a:gradFill flip="none" rotWithShape="1">
              <a:gsLst>
                <a:gs pos="7000">
                  <a:schemeClr val="bg1">
                    <a:alpha val="16000"/>
                  </a:scheme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  <a:tileRect/>
            </a:gradFill>
            <a:ln w="10629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IN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20E51F2-E895-7BFE-9F7F-A77DFAE00A6A}"/>
              </a:ext>
            </a:extLst>
          </p:cNvPr>
          <p:cNvGrpSpPr/>
          <p:nvPr/>
        </p:nvGrpSpPr>
        <p:grpSpPr>
          <a:xfrm>
            <a:off x="4153333" y="6534150"/>
            <a:ext cx="4611050" cy="323850"/>
            <a:chOff x="9736339" y="928499"/>
            <a:chExt cx="2041324" cy="128575"/>
          </a:xfrm>
        </p:grpSpPr>
        <p:sp>
          <p:nvSpPr>
            <p:cNvPr id="17" name="Graphic 392">
              <a:extLst>
                <a:ext uri="{FF2B5EF4-FFF2-40B4-BE49-F238E27FC236}">
                  <a16:creationId xmlns:a16="http://schemas.microsoft.com/office/drawing/2014/main" id="{B463E029-7781-1655-A8FE-A4738FDA2662}"/>
                </a:ext>
              </a:extLst>
            </p:cNvPr>
            <p:cNvSpPr/>
            <p:nvPr/>
          </p:nvSpPr>
          <p:spPr>
            <a:xfrm>
              <a:off x="9736339" y="928499"/>
              <a:ext cx="1701331" cy="128575"/>
            </a:xfrm>
            <a:custGeom>
              <a:avLst/>
              <a:gdLst>
                <a:gd name="connsiteX0" fmla="*/ 5334080 w 5334079"/>
                <a:gd name="connsiteY0" fmla="*/ 403114 h 403113"/>
                <a:gd name="connsiteX1" fmla="*/ 5273453 w 5334079"/>
                <a:gd name="connsiteY1" fmla="*/ 342487 h 403113"/>
                <a:gd name="connsiteX2" fmla="*/ 4929902 w 5334079"/>
                <a:gd name="connsiteY2" fmla="*/ 0 h 403113"/>
                <a:gd name="connsiteX3" fmla="*/ 478631 w 5334079"/>
                <a:gd name="connsiteY3" fmla="*/ 0 h 403113"/>
                <a:gd name="connsiteX4" fmla="*/ 343551 w 5334079"/>
                <a:gd name="connsiteY4" fmla="*/ 0 h 403113"/>
                <a:gd name="connsiteX5" fmla="*/ 0 w 5334079"/>
                <a:gd name="connsiteY5" fmla="*/ 403114 h 403113"/>
                <a:gd name="connsiteX6" fmla="*/ 5334080 w 5334079"/>
                <a:gd name="connsiteY6" fmla="*/ 403114 h 403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34079" h="403113">
                  <a:moveTo>
                    <a:pt x="5334080" y="403114"/>
                  </a:moveTo>
                  <a:lnTo>
                    <a:pt x="5273453" y="342487"/>
                  </a:lnTo>
                  <a:lnTo>
                    <a:pt x="4929902" y="0"/>
                  </a:lnTo>
                  <a:lnTo>
                    <a:pt x="478631" y="0"/>
                  </a:lnTo>
                  <a:cubicBezTo>
                    <a:pt x="478631" y="0"/>
                    <a:pt x="343551" y="0"/>
                    <a:pt x="343551" y="0"/>
                  </a:cubicBezTo>
                  <a:lnTo>
                    <a:pt x="0" y="403114"/>
                  </a:lnTo>
                  <a:lnTo>
                    <a:pt x="5334080" y="403114"/>
                  </a:lnTo>
                  <a:close/>
                </a:path>
              </a:pathLst>
            </a:custGeom>
            <a:gradFill flip="none" rotWithShape="1">
              <a:gsLst>
                <a:gs pos="7000">
                  <a:schemeClr val="bg1">
                    <a:alpha val="68000"/>
                  </a:schemeClr>
                </a:gs>
                <a:gs pos="100000">
                  <a:srgbClr val="FFFFFF">
                    <a:alpha val="0"/>
                  </a:srgbClr>
                </a:gs>
              </a:gsLst>
              <a:lin ang="2700000" scaled="1"/>
              <a:tileRect/>
            </a:gradFill>
            <a:ln w="1062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3644A67D-04F9-9362-696E-B027F21B42B0}"/>
                </a:ext>
              </a:extLst>
            </p:cNvPr>
            <p:cNvSpPr/>
            <p:nvPr userDrawn="1"/>
          </p:nvSpPr>
          <p:spPr>
            <a:xfrm flipH="1">
              <a:off x="11320463" y="928499"/>
              <a:ext cx="228600" cy="128575"/>
            </a:xfrm>
            <a:prstGeom prst="parallelogram">
              <a:avLst>
                <a:gd name="adj" fmla="val 102265"/>
              </a:avLst>
            </a:prstGeom>
            <a:gradFill flip="none" rotWithShape="1">
              <a:gsLst>
                <a:gs pos="7000">
                  <a:schemeClr val="bg1">
                    <a:alpha val="52000"/>
                  </a:scheme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  <a:tileRect/>
            </a:gradFill>
            <a:ln w="10629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AE0988B8-E898-DA6F-E29A-CBCA79B85DA8}"/>
                </a:ext>
              </a:extLst>
            </p:cNvPr>
            <p:cNvSpPr/>
            <p:nvPr userDrawn="1"/>
          </p:nvSpPr>
          <p:spPr>
            <a:xfrm flipH="1">
              <a:off x="11433176" y="928499"/>
              <a:ext cx="228600" cy="128575"/>
            </a:xfrm>
            <a:prstGeom prst="parallelogram">
              <a:avLst>
                <a:gd name="adj" fmla="val 102265"/>
              </a:avLst>
            </a:prstGeom>
            <a:gradFill flip="none" rotWithShape="1">
              <a:gsLst>
                <a:gs pos="7000">
                  <a:schemeClr val="bg1">
                    <a:alpha val="24000"/>
                  </a:scheme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  <a:tileRect/>
            </a:gradFill>
            <a:ln w="10629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4E07657-9261-9592-413B-F665D796EF95}"/>
                </a:ext>
              </a:extLst>
            </p:cNvPr>
            <p:cNvSpPr/>
            <p:nvPr userDrawn="1"/>
          </p:nvSpPr>
          <p:spPr>
            <a:xfrm flipH="1">
              <a:off x="11549063" y="928499"/>
              <a:ext cx="228600" cy="128575"/>
            </a:xfrm>
            <a:prstGeom prst="parallelogram">
              <a:avLst>
                <a:gd name="adj" fmla="val 102265"/>
              </a:avLst>
            </a:prstGeom>
            <a:gradFill flip="none" rotWithShape="1">
              <a:gsLst>
                <a:gs pos="7000">
                  <a:schemeClr val="bg1">
                    <a:alpha val="16000"/>
                  </a:scheme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  <a:tileRect/>
            </a:gradFill>
            <a:ln w="10629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548D1BF6-8667-883A-CFCC-1540B3F93A1D}"/>
              </a:ext>
            </a:extLst>
          </p:cNvPr>
          <p:cNvSpPr txBox="1">
            <a:spLocks/>
          </p:cNvSpPr>
          <p:nvPr/>
        </p:nvSpPr>
        <p:spPr>
          <a:xfrm>
            <a:off x="11888787" y="6640513"/>
            <a:ext cx="303213" cy="217486"/>
          </a:xfrm>
          <a:prstGeom prst="rect">
            <a:avLst/>
          </a:prstGeom>
          <a:noFill/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87A4B6-FC13-EB2B-5F9A-8B0A6D5DE090}"/>
              </a:ext>
            </a:extLst>
          </p:cNvPr>
          <p:cNvSpPr/>
          <p:nvPr/>
        </p:nvSpPr>
        <p:spPr>
          <a:xfrm>
            <a:off x="5026025" y="6667500"/>
            <a:ext cx="2139950" cy="190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sz="750" b="0">
                <a:solidFill>
                  <a:schemeClr val="bg2">
                    <a:lumMod val="25000"/>
                  </a:schemeClr>
                </a:solidFill>
                <a:latin typeface="+mn-lt"/>
              </a:rPr>
              <a:t>Copyright © 2025 GEP.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84207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purple waves&#10;&#10;AI-generated content may be incorrect.">
            <a:extLst>
              <a:ext uri="{FF2B5EF4-FFF2-40B4-BE49-F238E27FC236}">
                <a16:creationId xmlns:a16="http://schemas.microsoft.com/office/drawing/2014/main" id="{4B2F5855-4416-229D-4D9C-C4A605F8871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" y="0"/>
            <a:ext cx="12192001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D0704D-9877-27CD-313D-4F6565C735BC}"/>
              </a:ext>
            </a:extLst>
          </p:cNvPr>
          <p:cNvSpPr/>
          <p:nvPr/>
        </p:nvSpPr>
        <p:spPr>
          <a:xfrm>
            <a:off x="-6" y="0"/>
            <a:ext cx="12192006" cy="6858000"/>
          </a:xfrm>
          <a:prstGeom prst="rect">
            <a:avLst/>
          </a:prstGeom>
          <a:solidFill>
            <a:srgbClr val="130026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CE925E-B51F-946F-4EBE-CAD84801BECE}"/>
              </a:ext>
            </a:extLst>
          </p:cNvPr>
          <p:cNvSpPr/>
          <p:nvPr/>
        </p:nvSpPr>
        <p:spPr>
          <a:xfrm>
            <a:off x="241300" y="241300"/>
            <a:ext cx="11709400" cy="6375400"/>
          </a:xfrm>
          <a:prstGeom prst="roundRect">
            <a:avLst>
              <a:gd name="adj" fmla="val 1594"/>
            </a:avLst>
          </a:prstGeom>
          <a:gradFill>
            <a:gsLst>
              <a:gs pos="0">
                <a:srgbClr val="EDE5F3">
                  <a:alpha val="0"/>
                </a:srgbClr>
              </a:gs>
              <a:gs pos="100000">
                <a:srgbClr val="DFEDF7">
                  <a:alpha val="44000"/>
                </a:srgbClr>
              </a:gs>
            </a:gsLst>
            <a:lin ang="5400000" scaled="0"/>
          </a:gradFill>
          <a:ln w="6072" cap="flat">
            <a:gradFill>
              <a:gsLst>
                <a:gs pos="0">
                  <a:schemeClr val="bg1">
                    <a:alpha val="52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5D6DF5D-AA22-4E77-9919-C6A9E18D6D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3" imgH="423" progId="TCLayout.ActiveDocument.1">
                  <p:embed/>
                </p:oleObj>
              </mc:Choice>
              <mc:Fallback>
                <p:oleObj name="think-cell Slide" r:id="rId6" imgW="423" imgH="423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5D6DF5D-AA22-4E77-9919-C6A9E18D6D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CD76D988-2E1E-1A6E-D34B-ED2486007B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4288"/>
            <a:ext cx="9728200" cy="67786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r>
              <a:rPr lang="en-US"/>
              <a:t>Agenda for Today</a:t>
            </a:r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227669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384F9-4261-9C6E-1F69-46F4597E5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4BF611C-F59D-6843-B2F4-CCB42815A71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Picture 9" descr="A blue ribbon on a blue background&#10;&#10;Description automatically generated">
              <a:extLst>
                <a:ext uri="{FF2B5EF4-FFF2-40B4-BE49-F238E27FC236}">
                  <a16:creationId xmlns:a16="http://schemas.microsoft.com/office/drawing/2014/main" id="{3D37264F-22F1-B1E4-D8F2-0A72B5FAB2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5F0A8A4-D5A3-4B04-1833-5C81F37FC45F}"/>
                </a:ext>
              </a:extLst>
            </p:cNvPr>
            <p:cNvSpPr/>
            <p:nvPr/>
          </p:nvSpPr>
          <p:spPr>
            <a:xfrm>
              <a:off x="213100" y="283029"/>
              <a:ext cx="11765800" cy="6291943"/>
            </a:xfrm>
            <a:prstGeom prst="roundRect">
              <a:avLst>
                <a:gd name="adj" fmla="val 1506"/>
              </a:avLst>
            </a:prstGeom>
            <a:gradFill>
              <a:gsLst>
                <a:gs pos="0">
                  <a:schemeClr val="bg1"/>
                </a:gs>
                <a:gs pos="100000">
                  <a:schemeClr val="bg1">
                    <a:alpha val="73000"/>
                  </a:schemeClr>
                </a:gs>
              </a:gsLst>
              <a:lin ang="2700000" scaled="0"/>
            </a:gradFill>
            <a:ln w="31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4139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wavy surface with dots&#10;&#10;Description automatically generated">
            <a:extLst>
              <a:ext uri="{FF2B5EF4-FFF2-40B4-BE49-F238E27FC236}">
                <a16:creationId xmlns:a16="http://schemas.microsoft.com/office/drawing/2014/main" id="{7439297C-E57E-1C5A-C929-20027C0408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6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4"/>
            <a:ext cx="12192000" cy="685776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FB7C376-BA0B-CA41-737A-E4CC32CA161C}"/>
              </a:ext>
            </a:extLst>
          </p:cNvPr>
          <p:cNvGrpSpPr/>
          <p:nvPr/>
        </p:nvGrpSpPr>
        <p:grpSpPr>
          <a:xfrm>
            <a:off x="220133" y="262466"/>
            <a:ext cx="11751732" cy="6333066"/>
            <a:chOff x="220133" y="262466"/>
            <a:chExt cx="11751732" cy="6333066"/>
          </a:xfrm>
        </p:grpSpPr>
        <p:pic>
          <p:nvPicPr>
            <p:cNvPr id="4" name="Picture 3" descr="A blue wavy surface with dots&#10;&#10;Description automatically generated">
              <a:extLst>
                <a:ext uri="{FF2B5EF4-FFF2-40B4-BE49-F238E27FC236}">
                  <a16:creationId xmlns:a16="http://schemas.microsoft.com/office/drawing/2014/main" id="{06684E8E-5FF1-12DF-266A-82076218A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-100000"/>
                      </a14:imgEffect>
                      <a14:imgEffect>
                        <a14:colorTemperature colorTemp="59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20133" y="262466"/>
              <a:ext cx="11751732" cy="6333066"/>
            </a:xfrm>
            <a:prstGeom prst="roundRect">
              <a:avLst>
                <a:gd name="adj" fmla="val 1003"/>
              </a:avLst>
            </a:prstGeom>
            <a:effectLst>
              <a:outerShdw blurRad="63500" sx="102000" sy="102000" algn="ctr" rotWithShape="0">
                <a:prstClr val="black">
                  <a:alpha val="17000"/>
                </a:prstClr>
              </a:outerShdw>
            </a:effectLst>
          </p:spPr>
        </p:pic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00DE853-D244-7B56-675D-F30523A8ADF5}"/>
                </a:ext>
              </a:extLst>
            </p:cNvPr>
            <p:cNvSpPr/>
            <p:nvPr/>
          </p:nvSpPr>
          <p:spPr>
            <a:xfrm>
              <a:off x="220133" y="262466"/>
              <a:ext cx="11751732" cy="6333066"/>
            </a:xfrm>
            <a:prstGeom prst="roundRect">
              <a:avLst>
                <a:gd name="adj" fmla="val 1003"/>
              </a:avLst>
            </a:prstGeom>
            <a:gradFill flip="none" rotWithShape="1">
              <a:gsLst>
                <a:gs pos="0">
                  <a:srgbClr val="06152A"/>
                </a:gs>
                <a:gs pos="100000">
                  <a:srgbClr val="092240">
                    <a:alpha val="42000"/>
                  </a:srgbClr>
                </a:gs>
              </a:gsLst>
              <a:lin ang="2700000" scaled="1"/>
              <a:tileRect/>
            </a:gradFill>
            <a:ln w="3175" cap="flat">
              <a:gradFill flip="none" rotWithShape="1">
                <a:gsLst>
                  <a:gs pos="0">
                    <a:srgbClr val="3F53A7"/>
                  </a:gs>
                  <a:gs pos="100000">
                    <a:srgbClr val="0E375F"/>
                  </a:gs>
                </a:gsLst>
                <a:lin ang="13500000" scaled="1"/>
                <a:tileRect/>
              </a:gra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IN" sz="1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910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0DB6C-8950-1444-4EF6-4BCBAD834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C22CA6-5C59-E3AF-D6C9-5C13EFC8AF0F}"/>
              </a:ext>
            </a:extLst>
          </p:cNvPr>
          <p:cNvSpPr/>
          <p:nvPr/>
        </p:nvSpPr>
        <p:spPr bwMode="auto">
          <a:xfrm>
            <a:off x="-525" y="0"/>
            <a:ext cx="12192525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pic>
        <p:nvPicPr>
          <p:cNvPr id="6" name="Picture 5" descr="A blue and black background with many dots&#10;&#10;Description automatically generated with medium confidence">
            <a:extLst>
              <a:ext uri="{FF2B5EF4-FFF2-40B4-BE49-F238E27FC236}">
                <a16:creationId xmlns:a16="http://schemas.microsoft.com/office/drawing/2014/main" id="{3E4E6BC8-DCD8-6885-D04C-7899D10DA37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rcRect l="12029" t="12029" r="12029" b="12029"/>
          <a:stretch/>
        </p:blipFill>
        <p:spPr>
          <a:xfrm>
            <a:off x="524" y="0"/>
            <a:ext cx="12190951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3BA29CE-FD66-DCEE-34D3-FF0BEACF4E0B}"/>
              </a:ext>
            </a:extLst>
          </p:cNvPr>
          <p:cNvSpPr/>
          <p:nvPr/>
        </p:nvSpPr>
        <p:spPr bwMode="auto">
          <a:xfrm>
            <a:off x="0" y="0"/>
            <a:ext cx="12192000" cy="4914899"/>
          </a:xfrm>
          <a:prstGeom prst="rect">
            <a:avLst/>
          </a:prstGeom>
          <a:gradFill>
            <a:gsLst>
              <a:gs pos="0">
                <a:srgbClr val="4788F5">
                  <a:alpha val="27000"/>
                </a:srgbClr>
              </a:gs>
              <a:gs pos="100000">
                <a:srgbClr val="4788F5">
                  <a:alpha val="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D9E589-294E-6CF4-B89C-606AEB55C2CA}"/>
              </a:ext>
            </a:extLst>
          </p:cNvPr>
          <p:cNvSpPr/>
          <p:nvPr/>
        </p:nvSpPr>
        <p:spPr>
          <a:xfrm>
            <a:off x="300038" y="6656153"/>
            <a:ext cx="4534896" cy="1046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r>
              <a:rPr lang="en-US" sz="680" baseline="0">
                <a:solidFill>
                  <a:srgbClr val="43515C"/>
                </a:solidFill>
                <a:latin typeface="Helvetica" panose="020B0604020202020204" pitchFamily="2" charset="0"/>
              </a:rPr>
              <a:t>Unified Supply Chain &amp; Procurement Solutions: Helping Leading Enterprises Worldwide Achieve Extraordinary Results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2EA0FAF-AE2C-7C0C-DD02-D3A7D2C2A03E}"/>
              </a:ext>
            </a:extLst>
          </p:cNvPr>
          <p:cNvSpPr txBox="1">
            <a:spLocks/>
          </p:cNvSpPr>
          <p:nvPr/>
        </p:nvSpPr>
        <p:spPr>
          <a:xfrm>
            <a:off x="5917900" y="6595237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CD7C54-D84B-B2FC-93AD-0AAF842126E0}"/>
              </a:ext>
            </a:extLst>
          </p:cNvPr>
          <p:cNvSpPr/>
          <p:nvPr/>
        </p:nvSpPr>
        <p:spPr>
          <a:xfrm>
            <a:off x="10208237" y="6656153"/>
            <a:ext cx="1646285" cy="1046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rgbClr val="43515C"/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2024 GEP. All rights reserved.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FF09A3B-C368-1369-5F58-A3A26D744C18}"/>
              </a:ext>
            </a:extLst>
          </p:cNvPr>
          <p:cNvCxnSpPr>
            <a:cxnSpLocks/>
          </p:cNvCxnSpPr>
          <p:nvPr/>
        </p:nvCxnSpPr>
        <p:spPr bwMode="auto">
          <a:xfrm>
            <a:off x="318758" y="6572666"/>
            <a:ext cx="11554484" cy="0"/>
          </a:xfrm>
          <a:prstGeom prst="line">
            <a:avLst/>
          </a:prstGeom>
          <a:noFill/>
          <a:ln w="9525" cap="flat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3E77737-A11D-B21A-949A-9A33A4D98002}"/>
              </a:ext>
            </a:extLst>
          </p:cNvPr>
          <p:cNvSpPr/>
          <p:nvPr/>
        </p:nvSpPr>
        <p:spPr bwMode="auto">
          <a:xfrm>
            <a:off x="332982" y="206557"/>
            <a:ext cx="10733302" cy="673612"/>
          </a:xfrm>
          <a:prstGeom prst="roundRect">
            <a:avLst>
              <a:gd name="adj" fmla="val 9427"/>
            </a:avLst>
          </a:prstGeom>
          <a:noFill/>
          <a:ln w="12700">
            <a:gradFill>
              <a:gsLst>
                <a:gs pos="0">
                  <a:srgbClr val="4FB7F6">
                    <a:alpha val="90000"/>
                  </a:srgbClr>
                </a:gs>
                <a:gs pos="50000">
                  <a:srgbClr val="4FB7F6">
                    <a:alpha val="20000"/>
                  </a:srgbClr>
                </a:gs>
                <a:gs pos="100000">
                  <a:srgbClr val="4FB7F6">
                    <a:alpha val="30000"/>
                  </a:srgbClr>
                </a:gs>
              </a:gsLst>
              <a:lin ang="5400000" scaled="1"/>
            </a:gradFill>
          </a:ln>
          <a:effectLst/>
        </p:spPr>
        <p:txBody>
          <a:bodyPr wrap="square" rtlCol="0" anchor="ctr"/>
          <a:lstStyle/>
          <a:p>
            <a:pPr lvl="0" algn="ctr"/>
            <a:endParaRPr lang="en-US"/>
          </a:p>
        </p:txBody>
      </p:sp>
      <p:sp>
        <p:nvSpPr>
          <p:cNvPr id="38" name="Title 4">
            <a:extLst>
              <a:ext uri="{FF2B5EF4-FFF2-40B4-BE49-F238E27FC236}">
                <a16:creationId xmlns:a16="http://schemas.microsoft.com/office/drawing/2014/main" id="{93665A29-BF4D-8DD9-22BE-1BE67DF26926}"/>
              </a:ext>
            </a:extLst>
          </p:cNvPr>
          <p:cNvSpPr txBox="1">
            <a:spLocks/>
          </p:cNvSpPr>
          <p:nvPr/>
        </p:nvSpPr>
        <p:spPr>
          <a:xfrm>
            <a:off x="902082" y="192808"/>
            <a:ext cx="9728886" cy="67831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Google Sans" panose="020B0604020202020204" charset="0"/>
                <a:ea typeface="+mj-ea"/>
                <a:cs typeface="Google Sans" panose="020B060402020202020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94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005C71EA-3382-29D0-4415-0084B995A8B0}"/>
              </a:ext>
            </a:extLst>
          </p:cNvPr>
          <p:cNvGrpSpPr/>
          <p:nvPr/>
        </p:nvGrpSpPr>
        <p:grpSpPr>
          <a:xfrm>
            <a:off x="105398" y="822068"/>
            <a:ext cx="11981204" cy="5684610"/>
            <a:chOff x="105398" y="822068"/>
            <a:chExt cx="11981204" cy="568461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B6A3428-066F-CB18-223E-BCCF7645D99A}"/>
                </a:ext>
              </a:extLst>
            </p:cNvPr>
            <p:cNvSpPr/>
            <p:nvPr/>
          </p:nvSpPr>
          <p:spPr>
            <a:xfrm>
              <a:off x="105398" y="822068"/>
              <a:ext cx="11981204" cy="5684610"/>
            </a:xfrm>
            <a:prstGeom prst="roundRect">
              <a:avLst>
                <a:gd name="adj" fmla="val 1787"/>
              </a:avLst>
            </a:prstGeom>
            <a:pattFill prst="smGrid">
              <a:fgClr>
                <a:srgbClr val="827EC2"/>
              </a:fgClr>
              <a:bgClr>
                <a:schemeClr val="bg1"/>
              </a:bgClr>
            </a:pattFill>
            <a:ln w="762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716F732-78C0-985F-1AF2-C28B3C6B2C49}"/>
                </a:ext>
              </a:extLst>
            </p:cNvPr>
            <p:cNvSpPr/>
            <p:nvPr/>
          </p:nvSpPr>
          <p:spPr>
            <a:xfrm>
              <a:off x="105398" y="822068"/>
              <a:ext cx="11981204" cy="5684610"/>
            </a:xfrm>
            <a:prstGeom prst="roundRect">
              <a:avLst>
                <a:gd name="adj" fmla="val 1787"/>
              </a:avLst>
            </a:prstGeom>
            <a:gradFill flip="none" rotWithShape="1">
              <a:gsLst>
                <a:gs pos="100000">
                  <a:srgbClr val="BBBFDD">
                    <a:alpha val="85000"/>
                  </a:srgbClr>
                </a:gs>
                <a:gs pos="0">
                  <a:srgbClr val="EAE5FB">
                    <a:alpha val="96000"/>
                  </a:srgbClr>
                </a:gs>
              </a:gsLst>
              <a:lin ang="2700000" scaled="1"/>
              <a:tileRect/>
            </a:gradFill>
            <a:ln w="762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77C3F4D7-D9CB-4569-5781-E6C3F082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Process Flow from Intake to Sourcing Execution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C7FB0E2-E411-18FB-3730-D7543B32374E}"/>
              </a:ext>
            </a:extLst>
          </p:cNvPr>
          <p:cNvSpPr/>
          <p:nvPr/>
        </p:nvSpPr>
        <p:spPr>
          <a:xfrm>
            <a:off x="7572326" y="-207305"/>
            <a:ext cx="4741488" cy="82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This is generic flow – will need to develop further pages on detailing the flow separately using 3 Archetypes – CAT, UL, MB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1D0A11-C001-BF55-DB69-7D58061D0E7C}"/>
              </a:ext>
            </a:extLst>
          </p:cNvPr>
          <p:cNvSpPr/>
          <p:nvPr/>
        </p:nvSpPr>
        <p:spPr>
          <a:xfrm rot="16200000">
            <a:off x="9284355" y="3527326"/>
            <a:ext cx="4861173" cy="364098"/>
          </a:xfrm>
          <a:prstGeom prst="roundRect">
            <a:avLst>
              <a:gd name="adj" fmla="val 13952"/>
            </a:avLst>
          </a:prstGeom>
          <a:gradFill>
            <a:gsLst>
              <a:gs pos="0">
                <a:srgbClr val="2082C8">
                  <a:alpha val="71000"/>
                </a:srgbClr>
              </a:gs>
              <a:gs pos="100000">
                <a:srgbClr val="4753B1">
                  <a:alpha val="76000"/>
                </a:srgbClr>
              </a:gs>
            </a:gsLst>
            <a:lin ang="2700000" scaled="0"/>
          </a:gradFill>
          <a:ln w="6350" cmpd="sng">
            <a:noFill/>
            <a:miter lim="800000"/>
            <a:headEnd/>
            <a:tailEnd/>
          </a:ln>
          <a:effectLst>
            <a:outerShdw blurRad="63500" sx="102000" sy="102000" algn="ctr" rotWithShape="0">
              <a:srgbClr val="310E6E">
                <a:alpha val="0"/>
              </a:srgbClr>
            </a:outerShdw>
          </a:effectLst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Suppliers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CA311CE-056B-D32A-BC29-0305CB9789D9}"/>
              </a:ext>
            </a:extLst>
          </p:cNvPr>
          <p:cNvSpPr/>
          <p:nvPr/>
        </p:nvSpPr>
        <p:spPr>
          <a:xfrm rot="10800000" flipH="1">
            <a:off x="4881301" y="4440950"/>
            <a:ext cx="757370" cy="1480772"/>
          </a:xfrm>
          <a:custGeom>
            <a:avLst/>
            <a:gdLst>
              <a:gd name="connsiteX0" fmla="*/ 0 w 560117"/>
              <a:gd name="connsiteY0" fmla="*/ 1320461 h 1320461"/>
              <a:gd name="connsiteX1" fmla="*/ 280040 w 560117"/>
              <a:gd name="connsiteY1" fmla="*/ 973899 h 1320461"/>
              <a:gd name="connsiteX2" fmla="*/ 280040 w 560117"/>
              <a:gd name="connsiteY2" fmla="*/ 729993 h 1320461"/>
              <a:gd name="connsiteX3" fmla="*/ 280040 w 560117"/>
              <a:gd name="connsiteY3" fmla="*/ 852856 h 1320461"/>
              <a:gd name="connsiteX4" fmla="*/ 280040 w 560117"/>
              <a:gd name="connsiteY4" fmla="*/ 346610 h 1320461"/>
              <a:gd name="connsiteX5" fmla="*/ 560118 w 560117"/>
              <a:gd name="connsiteY5" fmla="*/ 0 h 1320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117" h="1320461">
                <a:moveTo>
                  <a:pt x="0" y="1320461"/>
                </a:moveTo>
                <a:cubicBezTo>
                  <a:pt x="154683" y="1320461"/>
                  <a:pt x="280040" y="1165279"/>
                  <a:pt x="280040" y="973899"/>
                </a:cubicBezTo>
                <a:cubicBezTo>
                  <a:pt x="280040" y="973899"/>
                  <a:pt x="280040" y="1004543"/>
                  <a:pt x="280040" y="729993"/>
                </a:cubicBezTo>
                <a:lnTo>
                  <a:pt x="280040" y="852856"/>
                </a:lnTo>
                <a:lnTo>
                  <a:pt x="280040" y="346610"/>
                </a:lnTo>
                <a:cubicBezTo>
                  <a:pt x="280040" y="155182"/>
                  <a:pt x="405434" y="0"/>
                  <a:pt x="560118" y="0"/>
                </a:cubicBezTo>
              </a:path>
            </a:pathLst>
          </a:custGeom>
          <a:noFill/>
          <a:ln w="152400" cap="flat">
            <a:gradFill flip="none" rotWithShape="1">
              <a:gsLst>
                <a:gs pos="0">
                  <a:srgbClr val="B8AAED"/>
                </a:gs>
                <a:gs pos="78000">
                  <a:srgbClr val="F59B9C"/>
                </a:gs>
              </a:gsLst>
              <a:lin ang="8400000" scaled="0"/>
              <a:tileRect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22AC40A-144E-C419-EF65-0AAA73ED789D}"/>
              </a:ext>
            </a:extLst>
          </p:cNvPr>
          <p:cNvSpPr/>
          <p:nvPr/>
        </p:nvSpPr>
        <p:spPr>
          <a:xfrm rot="10800000" flipH="1" flipV="1">
            <a:off x="4881301" y="2253870"/>
            <a:ext cx="755681" cy="1178693"/>
          </a:xfrm>
          <a:custGeom>
            <a:avLst/>
            <a:gdLst>
              <a:gd name="connsiteX0" fmla="*/ 0 w 560117"/>
              <a:gd name="connsiteY0" fmla="*/ 1320461 h 1320461"/>
              <a:gd name="connsiteX1" fmla="*/ 280040 w 560117"/>
              <a:gd name="connsiteY1" fmla="*/ 973899 h 1320461"/>
              <a:gd name="connsiteX2" fmla="*/ 280040 w 560117"/>
              <a:gd name="connsiteY2" fmla="*/ 729993 h 1320461"/>
              <a:gd name="connsiteX3" fmla="*/ 280040 w 560117"/>
              <a:gd name="connsiteY3" fmla="*/ 852856 h 1320461"/>
              <a:gd name="connsiteX4" fmla="*/ 280040 w 560117"/>
              <a:gd name="connsiteY4" fmla="*/ 346610 h 1320461"/>
              <a:gd name="connsiteX5" fmla="*/ 560118 w 560117"/>
              <a:gd name="connsiteY5" fmla="*/ 0 h 1320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117" h="1320461">
                <a:moveTo>
                  <a:pt x="0" y="1320461"/>
                </a:moveTo>
                <a:cubicBezTo>
                  <a:pt x="154683" y="1320461"/>
                  <a:pt x="280040" y="1165279"/>
                  <a:pt x="280040" y="973899"/>
                </a:cubicBezTo>
                <a:cubicBezTo>
                  <a:pt x="280040" y="973899"/>
                  <a:pt x="280040" y="1004543"/>
                  <a:pt x="280040" y="729993"/>
                </a:cubicBezTo>
                <a:lnTo>
                  <a:pt x="280040" y="852856"/>
                </a:lnTo>
                <a:lnTo>
                  <a:pt x="280040" y="346610"/>
                </a:lnTo>
                <a:cubicBezTo>
                  <a:pt x="280040" y="155182"/>
                  <a:pt x="405434" y="0"/>
                  <a:pt x="560118" y="0"/>
                </a:cubicBezTo>
              </a:path>
            </a:pathLst>
          </a:custGeom>
          <a:noFill/>
          <a:ln w="152400" cap="flat">
            <a:gradFill flip="none" rotWithShape="1">
              <a:gsLst>
                <a:gs pos="0">
                  <a:srgbClr val="B8AAED"/>
                </a:gs>
                <a:gs pos="78000">
                  <a:srgbClr val="F59B9C"/>
                </a:gs>
              </a:gsLst>
              <a:lin ang="8400000" scaled="0"/>
              <a:tileRect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16637C-380C-B10F-FFC6-7D212C1DECB5}"/>
              </a:ext>
            </a:extLst>
          </p:cNvPr>
          <p:cNvCxnSpPr>
            <a:cxnSpLocks/>
          </p:cNvCxnSpPr>
          <p:nvPr/>
        </p:nvCxnSpPr>
        <p:spPr>
          <a:xfrm>
            <a:off x="4458281" y="3900221"/>
            <a:ext cx="1344017" cy="0"/>
          </a:xfrm>
          <a:prstGeom prst="line">
            <a:avLst/>
          </a:prstGeom>
          <a:noFill/>
          <a:ln w="152400" cap="flat">
            <a:gradFill flip="none" rotWithShape="1">
              <a:gsLst>
                <a:gs pos="78000">
                  <a:srgbClr val="9C82C4"/>
                </a:gs>
                <a:gs pos="0">
                  <a:srgbClr val="C3AFD9">
                    <a:alpha val="0"/>
                  </a:srgbClr>
                </a:gs>
              </a:gsLst>
              <a:lin ang="8400000" scaled="0"/>
              <a:tileRect/>
            </a:gradFill>
            <a:prstDash val="solid"/>
            <a:miter/>
          </a:ln>
        </p:spPr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0F820AB-4A6E-FC2B-3D0D-1306E7B893CB}"/>
              </a:ext>
            </a:extLst>
          </p:cNvPr>
          <p:cNvSpPr/>
          <p:nvPr/>
        </p:nvSpPr>
        <p:spPr>
          <a:xfrm>
            <a:off x="295009" y="3476387"/>
            <a:ext cx="1668614" cy="39079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035A3"/>
              </a:gs>
              <a:gs pos="100000">
                <a:srgbClr val="1C7FBC"/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  <a:effectLst>
            <a:outerShdw blurRad="190500" dist="38100" dir="5400000" algn="ctr" rotWithShape="0">
              <a:srgbClr val="663CA6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 sz="1200" b="1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ABAF81-3AAA-553C-B40B-A3CCEEC2B071}"/>
              </a:ext>
            </a:extLst>
          </p:cNvPr>
          <p:cNvSpPr txBox="1"/>
          <p:nvPr/>
        </p:nvSpPr>
        <p:spPr>
          <a:xfrm>
            <a:off x="714247" y="3537337"/>
            <a:ext cx="961711" cy="251190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/>
          <a:p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Client Users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C4FA62B-238C-9201-3E60-737B376D4C01}"/>
              </a:ext>
            </a:extLst>
          </p:cNvPr>
          <p:cNvSpPr/>
          <p:nvPr/>
        </p:nvSpPr>
        <p:spPr>
          <a:xfrm>
            <a:off x="337074" y="3519450"/>
            <a:ext cx="286676" cy="302314"/>
          </a:xfrm>
          <a:prstGeom prst="ellipse">
            <a:avLst/>
          </a:prstGeom>
          <a:solidFill>
            <a:srgbClr val="FCFCFC">
              <a:alpha val="8000"/>
            </a:srgbClr>
          </a:solidFill>
          <a:ln w="10160">
            <a:noFill/>
          </a:ln>
          <a:effectLst>
            <a:outerShdw blurRad="190500" dist="38100" dir="5400000" algn="ctr" rotWithShape="0">
              <a:srgbClr val="7030A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lang="en-US"/>
          </a:p>
        </p:txBody>
      </p:sp>
      <p:sp>
        <p:nvSpPr>
          <p:cNvPr id="46" name="Freeform 73">
            <a:extLst>
              <a:ext uri="{FF2B5EF4-FFF2-40B4-BE49-F238E27FC236}">
                <a16:creationId xmlns:a16="http://schemas.microsoft.com/office/drawing/2014/main" id="{29D791B3-9334-A737-0728-EF6127B48C1B}"/>
              </a:ext>
            </a:extLst>
          </p:cNvPr>
          <p:cNvSpPr>
            <a:spLocks noEditPoints="1"/>
          </p:cNvSpPr>
          <p:nvPr/>
        </p:nvSpPr>
        <p:spPr bwMode="auto">
          <a:xfrm>
            <a:off x="398182" y="3574507"/>
            <a:ext cx="164460" cy="196948"/>
          </a:xfrm>
          <a:custGeom>
            <a:avLst/>
            <a:gdLst>
              <a:gd name="T0" fmla="*/ 162 w 687"/>
              <a:gd name="T1" fmla="*/ 182 h 784"/>
              <a:gd name="T2" fmla="*/ 344 w 687"/>
              <a:gd name="T3" fmla="*/ 0 h 784"/>
              <a:gd name="T4" fmla="*/ 525 w 687"/>
              <a:gd name="T5" fmla="*/ 182 h 784"/>
              <a:gd name="T6" fmla="*/ 344 w 687"/>
              <a:gd name="T7" fmla="*/ 363 h 784"/>
              <a:gd name="T8" fmla="*/ 162 w 687"/>
              <a:gd name="T9" fmla="*/ 182 h 784"/>
              <a:gd name="T10" fmla="*/ 687 w 687"/>
              <a:gd name="T11" fmla="*/ 764 h 784"/>
              <a:gd name="T12" fmla="*/ 667 w 687"/>
              <a:gd name="T13" fmla="*/ 784 h 784"/>
              <a:gd name="T14" fmla="*/ 205 w 687"/>
              <a:gd name="T15" fmla="*/ 784 h 784"/>
              <a:gd name="T16" fmla="*/ 181 w 687"/>
              <a:gd name="T17" fmla="*/ 784 h 784"/>
              <a:gd name="T18" fmla="*/ 20 w 687"/>
              <a:gd name="T19" fmla="*/ 784 h 784"/>
              <a:gd name="T20" fmla="*/ 0 w 687"/>
              <a:gd name="T21" fmla="*/ 764 h 784"/>
              <a:gd name="T22" fmla="*/ 344 w 687"/>
              <a:gd name="T23" fmla="*/ 420 h 784"/>
              <a:gd name="T24" fmla="*/ 687 w 687"/>
              <a:gd name="T25" fmla="*/ 764 h 7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7" h="784">
                <a:moveTo>
                  <a:pt x="162" y="182"/>
                </a:moveTo>
                <a:cubicBezTo>
                  <a:pt x="162" y="81"/>
                  <a:pt x="243" y="0"/>
                  <a:pt x="344" y="0"/>
                </a:cubicBezTo>
                <a:cubicBezTo>
                  <a:pt x="444" y="0"/>
                  <a:pt x="525" y="81"/>
                  <a:pt x="525" y="182"/>
                </a:cubicBezTo>
                <a:cubicBezTo>
                  <a:pt x="525" y="282"/>
                  <a:pt x="444" y="363"/>
                  <a:pt x="344" y="363"/>
                </a:cubicBezTo>
                <a:cubicBezTo>
                  <a:pt x="243" y="363"/>
                  <a:pt x="162" y="282"/>
                  <a:pt x="162" y="182"/>
                </a:cubicBezTo>
                <a:close/>
                <a:moveTo>
                  <a:pt x="687" y="764"/>
                </a:moveTo>
                <a:cubicBezTo>
                  <a:pt x="687" y="775"/>
                  <a:pt x="678" y="784"/>
                  <a:pt x="667" y="784"/>
                </a:cubicBezTo>
                <a:cubicBezTo>
                  <a:pt x="205" y="784"/>
                  <a:pt x="205" y="784"/>
                  <a:pt x="205" y="784"/>
                </a:cubicBezTo>
                <a:cubicBezTo>
                  <a:pt x="181" y="784"/>
                  <a:pt x="181" y="784"/>
                  <a:pt x="181" y="784"/>
                </a:cubicBezTo>
                <a:cubicBezTo>
                  <a:pt x="20" y="784"/>
                  <a:pt x="20" y="784"/>
                  <a:pt x="20" y="784"/>
                </a:cubicBezTo>
                <a:cubicBezTo>
                  <a:pt x="9" y="784"/>
                  <a:pt x="0" y="775"/>
                  <a:pt x="0" y="764"/>
                </a:cubicBezTo>
                <a:cubicBezTo>
                  <a:pt x="0" y="574"/>
                  <a:pt x="154" y="420"/>
                  <a:pt x="344" y="420"/>
                </a:cubicBezTo>
                <a:cubicBezTo>
                  <a:pt x="533" y="420"/>
                  <a:pt x="687" y="574"/>
                  <a:pt x="687" y="76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3000">
                <a:schemeClr val="bg1"/>
              </a:gs>
            </a:gsLst>
            <a:lin ang="2700000" scaled="1"/>
            <a:tileRect/>
          </a:gradFill>
          <a:ln w="3810" cap="flat">
            <a:noFill/>
            <a:prstDash val="solid"/>
            <a:miter/>
          </a:ln>
        </p:spPr>
        <p:txBody>
          <a:bodyPr lIns="52670" tIns="26334" rIns="52670" bIns="26334" rtlCol="0" anchor="ctr"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AF92A07-4B42-9E65-93AC-5726B4577700}"/>
              </a:ext>
            </a:extLst>
          </p:cNvPr>
          <p:cNvSpPr/>
          <p:nvPr/>
        </p:nvSpPr>
        <p:spPr>
          <a:xfrm>
            <a:off x="1360564" y="2982856"/>
            <a:ext cx="1158644" cy="414874"/>
          </a:xfrm>
          <a:custGeom>
            <a:avLst/>
            <a:gdLst>
              <a:gd name="connsiteX0" fmla="*/ 0 w 5573485"/>
              <a:gd name="connsiteY0" fmla="*/ 1045029 h 1045029"/>
              <a:gd name="connsiteX1" fmla="*/ 3135085 w 5573485"/>
              <a:gd name="connsiteY1" fmla="*/ 232229 h 1045029"/>
              <a:gd name="connsiteX2" fmla="*/ 5573485 w 5573485"/>
              <a:gd name="connsiteY2" fmla="*/ 0 h 1045029"/>
              <a:gd name="connsiteX0" fmla="*/ 0 w 5573485"/>
              <a:gd name="connsiteY0" fmla="*/ 1045029 h 1045029"/>
              <a:gd name="connsiteX1" fmla="*/ 5573485 w 5573485"/>
              <a:gd name="connsiteY1" fmla="*/ 0 h 1045029"/>
              <a:gd name="connsiteX0" fmla="*/ 0 w 5573485"/>
              <a:gd name="connsiteY0" fmla="*/ 1045029 h 1045029"/>
              <a:gd name="connsiteX1" fmla="*/ 5573485 w 5573485"/>
              <a:gd name="connsiteY1" fmla="*/ 0 h 1045029"/>
              <a:gd name="connsiteX0" fmla="*/ 0 w 5573485"/>
              <a:gd name="connsiteY0" fmla="*/ 1045029 h 1045029"/>
              <a:gd name="connsiteX1" fmla="*/ 5573485 w 5573485"/>
              <a:gd name="connsiteY1" fmla="*/ 0 h 1045029"/>
              <a:gd name="connsiteX0" fmla="*/ 0 w 5127996"/>
              <a:gd name="connsiteY0" fmla="*/ 1295486 h 1295486"/>
              <a:gd name="connsiteX1" fmla="*/ 5127996 w 5127996"/>
              <a:gd name="connsiteY1" fmla="*/ 0 h 1295486"/>
              <a:gd name="connsiteX0" fmla="*/ 0 w 5127996"/>
              <a:gd name="connsiteY0" fmla="*/ 1295486 h 1295486"/>
              <a:gd name="connsiteX1" fmla="*/ 5127996 w 5127996"/>
              <a:gd name="connsiteY1" fmla="*/ 0 h 1295486"/>
              <a:gd name="connsiteX0" fmla="*/ 0 w 4799741"/>
              <a:gd name="connsiteY0" fmla="*/ 1232873 h 1232873"/>
              <a:gd name="connsiteX1" fmla="*/ 4799741 w 4799741"/>
              <a:gd name="connsiteY1" fmla="*/ 0 h 1232873"/>
              <a:gd name="connsiteX0" fmla="*/ 0 w 4799741"/>
              <a:gd name="connsiteY0" fmla="*/ 1232873 h 1232873"/>
              <a:gd name="connsiteX1" fmla="*/ 4799741 w 4799741"/>
              <a:gd name="connsiteY1" fmla="*/ 0 h 123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99741" h="1232873">
                <a:moveTo>
                  <a:pt x="0" y="1232873"/>
                </a:moveTo>
                <a:cubicBezTo>
                  <a:pt x="919958" y="821916"/>
                  <a:pt x="2074382" y="77013"/>
                  <a:pt x="4799741" y="0"/>
                </a:cubicBezTo>
              </a:path>
            </a:pathLst>
          </a:custGeom>
          <a:noFill/>
          <a:ln w="57150">
            <a:gradFill>
              <a:gsLst>
                <a:gs pos="100000">
                  <a:srgbClr val="765BFF">
                    <a:alpha val="0"/>
                  </a:srgbClr>
                </a:gs>
                <a:gs pos="0">
                  <a:srgbClr val="7030A0"/>
                </a:gs>
              </a:gsLst>
              <a:lin ang="9000000" scaled="0"/>
            </a:gra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E0F29825-CE93-78C7-AD5E-21EAE7D450CB}"/>
              </a:ext>
            </a:extLst>
          </p:cNvPr>
          <p:cNvSpPr/>
          <p:nvPr/>
        </p:nvSpPr>
        <p:spPr>
          <a:xfrm flipV="1">
            <a:off x="1360563" y="4088885"/>
            <a:ext cx="1158644" cy="414874"/>
          </a:xfrm>
          <a:custGeom>
            <a:avLst/>
            <a:gdLst>
              <a:gd name="connsiteX0" fmla="*/ 0 w 5573485"/>
              <a:gd name="connsiteY0" fmla="*/ 1045029 h 1045029"/>
              <a:gd name="connsiteX1" fmla="*/ 3135085 w 5573485"/>
              <a:gd name="connsiteY1" fmla="*/ 232229 h 1045029"/>
              <a:gd name="connsiteX2" fmla="*/ 5573485 w 5573485"/>
              <a:gd name="connsiteY2" fmla="*/ 0 h 1045029"/>
              <a:gd name="connsiteX0" fmla="*/ 0 w 5573485"/>
              <a:gd name="connsiteY0" fmla="*/ 1045029 h 1045029"/>
              <a:gd name="connsiteX1" fmla="*/ 5573485 w 5573485"/>
              <a:gd name="connsiteY1" fmla="*/ 0 h 1045029"/>
              <a:gd name="connsiteX0" fmla="*/ 0 w 5573485"/>
              <a:gd name="connsiteY0" fmla="*/ 1045029 h 1045029"/>
              <a:gd name="connsiteX1" fmla="*/ 5573485 w 5573485"/>
              <a:gd name="connsiteY1" fmla="*/ 0 h 1045029"/>
              <a:gd name="connsiteX0" fmla="*/ 0 w 5573485"/>
              <a:gd name="connsiteY0" fmla="*/ 1045029 h 1045029"/>
              <a:gd name="connsiteX1" fmla="*/ 5573485 w 5573485"/>
              <a:gd name="connsiteY1" fmla="*/ 0 h 1045029"/>
              <a:gd name="connsiteX0" fmla="*/ 0 w 5127996"/>
              <a:gd name="connsiteY0" fmla="*/ 1295486 h 1295486"/>
              <a:gd name="connsiteX1" fmla="*/ 5127996 w 5127996"/>
              <a:gd name="connsiteY1" fmla="*/ 0 h 1295486"/>
              <a:gd name="connsiteX0" fmla="*/ 0 w 5127996"/>
              <a:gd name="connsiteY0" fmla="*/ 1295486 h 1295486"/>
              <a:gd name="connsiteX1" fmla="*/ 5127996 w 5127996"/>
              <a:gd name="connsiteY1" fmla="*/ 0 h 1295486"/>
              <a:gd name="connsiteX0" fmla="*/ 0 w 4799741"/>
              <a:gd name="connsiteY0" fmla="*/ 1232873 h 1232873"/>
              <a:gd name="connsiteX1" fmla="*/ 4799741 w 4799741"/>
              <a:gd name="connsiteY1" fmla="*/ 0 h 1232873"/>
              <a:gd name="connsiteX0" fmla="*/ 0 w 4799741"/>
              <a:gd name="connsiteY0" fmla="*/ 1232873 h 1232873"/>
              <a:gd name="connsiteX1" fmla="*/ 4799741 w 4799741"/>
              <a:gd name="connsiteY1" fmla="*/ 0 h 123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99741" h="1232873">
                <a:moveTo>
                  <a:pt x="0" y="1232873"/>
                </a:moveTo>
                <a:cubicBezTo>
                  <a:pt x="919958" y="821916"/>
                  <a:pt x="2074382" y="77013"/>
                  <a:pt x="4799741" y="0"/>
                </a:cubicBezTo>
              </a:path>
            </a:pathLst>
          </a:custGeom>
          <a:noFill/>
          <a:ln w="57150">
            <a:gradFill>
              <a:gsLst>
                <a:gs pos="100000">
                  <a:srgbClr val="765BFF">
                    <a:alpha val="0"/>
                  </a:srgbClr>
                </a:gs>
                <a:gs pos="0">
                  <a:srgbClr val="7030A0"/>
                </a:gs>
              </a:gsLst>
              <a:lin ang="9000000" scaled="0"/>
            </a:gra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DE95EC64-ADA6-ACFE-1D6D-A572BC791738}"/>
              </a:ext>
            </a:extLst>
          </p:cNvPr>
          <p:cNvSpPr/>
          <p:nvPr/>
        </p:nvSpPr>
        <p:spPr>
          <a:xfrm>
            <a:off x="4547821" y="3781615"/>
            <a:ext cx="958106" cy="231515"/>
          </a:xfrm>
          <a:prstGeom prst="rightArrow">
            <a:avLst/>
          </a:prstGeom>
          <a:noFill/>
          <a:ln w="57150">
            <a:gradFill>
              <a:gsLst>
                <a:gs pos="100000">
                  <a:srgbClr val="765BFF">
                    <a:alpha val="0"/>
                  </a:srgbClr>
                </a:gs>
                <a:gs pos="0">
                  <a:srgbClr val="7030A0"/>
                </a:gs>
              </a:gsLst>
              <a:lin ang="9000000" scaled="0"/>
            </a:gra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C4C7D97-1B4E-5641-8056-1D9AF258C56E}"/>
              </a:ext>
            </a:extLst>
          </p:cNvPr>
          <p:cNvCxnSpPr>
            <a:cxnSpLocks/>
          </p:cNvCxnSpPr>
          <p:nvPr/>
        </p:nvCxnSpPr>
        <p:spPr>
          <a:xfrm>
            <a:off x="1970165" y="3668173"/>
            <a:ext cx="568927" cy="0"/>
          </a:xfrm>
          <a:prstGeom prst="straightConnector1">
            <a:avLst/>
          </a:prstGeom>
          <a:noFill/>
          <a:ln w="57150">
            <a:gradFill>
              <a:gsLst>
                <a:gs pos="100000">
                  <a:srgbClr val="765BFF">
                    <a:alpha val="0"/>
                  </a:srgbClr>
                </a:gs>
                <a:gs pos="0">
                  <a:srgbClr val="7030A0"/>
                </a:gs>
              </a:gsLst>
              <a:lin ang="9000000" scaled="0"/>
            </a:gra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05C18790-5B63-0EB3-7EB0-EB78A968279F}"/>
              </a:ext>
            </a:extLst>
          </p:cNvPr>
          <p:cNvSpPr txBox="1"/>
          <p:nvPr/>
        </p:nvSpPr>
        <p:spPr>
          <a:xfrm>
            <a:off x="1581620" y="2748847"/>
            <a:ext cx="655664" cy="254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i="1"/>
              <a:t>SRF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A4AE26-E7F3-3CAB-09B4-381B0AB7A223}"/>
              </a:ext>
            </a:extLst>
          </p:cNvPr>
          <p:cNvSpPr txBox="1"/>
          <p:nvPr/>
        </p:nvSpPr>
        <p:spPr>
          <a:xfrm>
            <a:off x="1739585" y="4109260"/>
            <a:ext cx="655664" cy="254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i="1"/>
              <a:t>Email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88F2E9-6068-7552-382A-DE718B7ADF8A}"/>
              </a:ext>
            </a:extLst>
          </p:cNvPr>
          <p:cNvSpPr txBox="1"/>
          <p:nvPr/>
        </p:nvSpPr>
        <p:spPr>
          <a:xfrm>
            <a:off x="1809791" y="3322627"/>
            <a:ext cx="655664" cy="254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i="1"/>
              <a:t>PR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26CBD50-5AED-99AE-D5A5-ECC6E2426329}"/>
              </a:ext>
            </a:extLst>
          </p:cNvPr>
          <p:cNvSpPr/>
          <p:nvPr/>
        </p:nvSpPr>
        <p:spPr>
          <a:xfrm>
            <a:off x="3923045" y="2520692"/>
            <a:ext cx="1080000" cy="2373316"/>
          </a:xfrm>
          <a:prstGeom prst="roundRect">
            <a:avLst>
              <a:gd name="adj" fmla="val 6349"/>
            </a:avLst>
          </a:prstGeom>
          <a:gradFill>
            <a:gsLst>
              <a:gs pos="100000">
                <a:srgbClr val="C2BAE6"/>
              </a:gs>
              <a:gs pos="0">
                <a:srgbClr val="82A5D6"/>
              </a:gs>
            </a:gsLst>
            <a:lin ang="5400000" scaled="1"/>
          </a:gradFill>
          <a:ln>
            <a:gradFill flip="none" rotWithShape="1">
              <a:gsLst>
                <a:gs pos="0">
                  <a:srgbClr val="95CAEA">
                    <a:alpha val="0"/>
                  </a:srgbClr>
                </a:gs>
                <a:gs pos="100000">
                  <a:srgbClr val="5C98CD"/>
                </a:gs>
              </a:gsLst>
              <a:lin ang="16200000" scaled="1"/>
              <a:tileRect/>
            </a:gradFill>
          </a:ln>
          <a:effectLst>
            <a:outerShdw blurRad="190500" dist="38100" dir="5400000" algn="ctr" rotWithShape="0">
              <a:srgbClr val="9470BC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algn="ctr"/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algn="ctr"/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Agentic Validation and Triaging</a:t>
            </a:r>
          </a:p>
          <a:p>
            <a:pPr algn="ctr"/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(Buying channel, Existing contract, policy checks 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BDFC47-EE6B-1291-A8BC-8D7182E53AE9}"/>
              </a:ext>
            </a:extLst>
          </p:cNvPr>
          <p:cNvSpPr txBox="1"/>
          <p:nvPr/>
        </p:nvSpPr>
        <p:spPr>
          <a:xfrm>
            <a:off x="5574177" y="1428495"/>
            <a:ext cx="5487672" cy="1107444"/>
          </a:xfrm>
          <a:prstGeom prst="roundRect">
            <a:avLst>
              <a:gd name="adj" fmla="val 9174"/>
            </a:avLst>
          </a:prstGeom>
          <a:solidFill>
            <a:srgbClr val="FFFFFF">
              <a:alpha val="80000"/>
            </a:srgbClr>
          </a:solidFill>
          <a:ln w="6350" cmpd="sng">
            <a:solidFill>
              <a:srgbClr val="459FED"/>
            </a:solidFill>
          </a:ln>
          <a:effectLst>
            <a:outerShdw blurRad="190500" dist="38100" dir="5400000" algn="tl" rotWithShape="0">
              <a:srgbClr val="0070C0">
                <a:alpha val="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5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CF5FD19-5C10-C4C9-0E81-42F8624D2C2A}"/>
              </a:ext>
            </a:extLst>
          </p:cNvPr>
          <p:cNvSpPr txBox="1"/>
          <p:nvPr/>
        </p:nvSpPr>
        <p:spPr>
          <a:xfrm>
            <a:off x="7232803" y="1278789"/>
            <a:ext cx="2170420" cy="295221"/>
          </a:xfrm>
          <a:prstGeom prst="roundRect">
            <a:avLst>
              <a:gd name="adj" fmla="val 18447"/>
            </a:avLst>
          </a:prstGeom>
          <a:gradFill flip="none" rotWithShape="1">
            <a:gsLst>
              <a:gs pos="100000">
                <a:srgbClr val="5B54AE"/>
              </a:gs>
              <a:gs pos="0">
                <a:srgbClr val="827EC2"/>
              </a:gs>
            </a:gsLst>
            <a:lin ang="10800000" scaled="1"/>
            <a:tileRect/>
          </a:gradFill>
          <a:ln>
            <a:noFill/>
          </a:ln>
          <a:effectLst>
            <a:outerShdw blurRad="190500" dist="38100" dir="5400000" algn="ctr" rotWithShape="0">
              <a:srgbClr val="78C5F7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sz="1200">
                <a:solidFill>
                  <a:schemeClr val="bg1"/>
                </a:solidFill>
              </a:rPr>
              <a:t>Strategic Sourcing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CD145AD-AECF-9F27-E6E6-FBC7695A01E4}"/>
              </a:ext>
            </a:extLst>
          </p:cNvPr>
          <p:cNvSpPr/>
          <p:nvPr/>
        </p:nvSpPr>
        <p:spPr bwMode="auto">
          <a:xfrm>
            <a:off x="2469598" y="1426827"/>
            <a:ext cx="2476558" cy="499272"/>
          </a:xfrm>
          <a:prstGeom prst="roundRect">
            <a:avLst>
              <a:gd name="adj" fmla="val 1235733"/>
            </a:avLst>
          </a:prstGeom>
          <a:gradFill flip="none" rotWithShape="1">
            <a:gsLst>
              <a:gs pos="0">
                <a:srgbClr val="6035A3"/>
              </a:gs>
              <a:gs pos="100000">
                <a:srgbClr val="1C7FBC"/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  <a:effectLst>
            <a:outerShdw blurRad="190500" dist="38100" dir="5400000" algn="ctr" rotWithShape="0">
              <a:srgbClr val="663CA6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  <a:endParaRPr lang="en-US" sz="1200" b="1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DD5D4E9-4CF0-8CC5-7579-5037D889D5BB}"/>
              </a:ext>
            </a:extLst>
          </p:cNvPr>
          <p:cNvSpPr txBox="1"/>
          <p:nvPr/>
        </p:nvSpPr>
        <p:spPr>
          <a:xfrm>
            <a:off x="2941927" y="1442421"/>
            <a:ext cx="1938647" cy="336775"/>
          </a:xfrm>
          <a:prstGeom prst="rect">
            <a:avLst/>
          </a:prstGeom>
          <a:noFill/>
        </p:spPr>
        <p:txBody>
          <a:bodyPr wrap="square" lIns="82296" tIns="80193" rIns="82296" bIns="80193" rtlCol="0" anchor="t">
            <a:spAutoFit/>
          </a:bodyPr>
          <a:lstStyle/>
          <a:p>
            <a:pPr marL="0" marR="0" lvl="0" indent="0" algn="ctr" defTabSz="8907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200" b="1">
                <a:solidFill>
                  <a:prstClr val="white"/>
                </a:solidFill>
                <a:latin typeface="Arial" panose="020B0604020202020204" pitchFamily="34" charset="0"/>
              </a:rPr>
              <a:t>Client Procurement Team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5C7663D-AF87-2A37-3199-569DB01DBB58}"/>
              </a:ext>
            </a:extLst>
          </p:cNvPr>
          <p:cNvSpPr/>
          <p:nvPr/>
        </p:nvSpPr>
        <p:spPr>
          <a:xfrm>
            <a:off x="5555806" y="2903639"/>
            <a:ext cx="5524415" cy="2317969"/>
          </a:xfrm>
          <a:prstGeom prst="roundRect">
            <a:avLst>
              <a:gd name="adj" fmla="val 4383"/>
            </a:avLst>
          </a:prstGeom>
          <a:pattFill prst="lgGrid">
            <a:fgClr>
              <a:srgbClr val="E2E7F6"/>
            </a:fgClr>
            <a:bgClr>
              <a:srgbClr val="EDF0F9"/>
            </a:bgClr>
          </a:pattFill>
          <a:ln>
            <a:solidFill>
              <a:srgbClr val="8577A2">
                <a:alpha val="3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8D0C633-EFF2-CF38-CFF9-F3F25DAA9FA1}"/>
              </a:ext>
            </a:extLst>
          </p:cNvPr>
          <p:cNvSpPr txBox="1"/>
          <p:nvPr/>
        </p:nvSpPr>
        <p:spPr>
          <a:xfrm>
            <a:off x="6762832" y="4994740"/>
            <a:ext cx="3830673" cy="1495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i="1">
                <a:solidFill>
                  <a:srgbClr val="764CB0"/>
                </a:solidFill>
                <a:latin typeface="Arial" panose="020B0604020202020204" pitchFamily="34" charset="0"/>
              </a:rPr>
              <a:t>Dynamic Orchestration of multiple AI Agents based on User Intent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878D212B-DDC1-5C42-5A58-2DF2A58D8E56}"/>
              </a:ext>
            </a:extLst>
          </p:cNvPr>
          <p:cNvSpPr/>
          <p:nvPr/>
        </p:nvSpPr>
        <p:spPr>
          <a:xfrm>
            <a:off x="6181504" y="3116221"/>
            <a:ext cx="4809177" cy="17373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0EEF3">
                  <a:alpha val="12000"/>
                </a:srgbClr>
              </a:gs>
              <a:gs pos="100000">
                <a:schemeClr val="accent5">
                  <a:lumMod val="60000"/>
                  <a:lumOff val="40000"/>
                  <a:alpha val="21000"/>
                </a:schemeClr>
              </a:gs>
            </a:gsLst>
            <a:lin ang="2700000" scaled="1"/>
            <a:tileRect/>
          </a:gradFill>
          <a:ln w="28575">
            <a:solidFill>
              <a:srgbClr val="764CB0">
                <a:alpha val="20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lang="en-US" sz="1200" b="1">
              <a:latin typeface="Arial" panose="020B0604020202020204" pitchFamily="34" charset="0"/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B4A1664D-26FB-BD6A-68DA-38173A6EDB8A}"/>
              </a:ext>
            </a:extLst>
          </p:cNvPr>
          <p:cNvSpPr/>
          <p:nvPr/>
        </p:nvSpPr>
        <p:spPr>
          <a:xfrm>
            <a:off x="6250032" y="3207560"/>
            <a:ext cx="4672122" cy="155470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030A0">
                  <a:alpha val="24000"/>
                </a:srgbClr>
              </a:gs>
              <a:gs pos="100000">
                <a:schemeClr val="accent5">
                  <a:lumMod val="60000"/>
                  <a:lumOff val="40000"/>
                  <a:alpha val="21000"/>
                </a:schemeClr>
              </a:gs>
            </a:gsLst>
            <a:lin ang="2700000" scaled="1"/>
            <a:tileRect/>
          </a:gradFill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lang="en-US" sz="1200" b="1">
              <a:latin typeface="Arial" panose="020B0604020202020204" pitchFamily="34" charset="0"/>
            </a:endParaRP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79CA65DF-0DF0-81AE-442C-B6119FDCE6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07" t="17287" r="9579" b="26422"/>
          <a:stretch>
            <a:fillRect/>
          </a:stretch>
        </p:blipFill>
        <p:spPr>
          <a:xfrm>
            <a:off x="6386583" y="3493683"/>
            <a:ext cx="839760" cy="340699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48F2DE2B-0E87-E050-B183-DE3F58D1DB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69" t="17542" r="9363" b="27316"/>
          <a:stretch>
            <a:fillRect/>
          </a:stretch>
        </p:blipFill>
        <p:spPr>
          <a:xfrm>
            <a:off x="6834165" y="4134895"/>
            <a:ext cx="839760" cy="333747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1CFCA033-BE1E-80CE-B009-D9589E6573D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670" t="17101" r="9363" b="27182"/>
          <a:stretch>
            <a:fillRect/>
          </a:stretch>
        </p:blipFill>
        <p:spPr>
          <a:xfrm>
            <a:off x="7392760" y="3495421"/>
            <a:ext cx="839760" cy="337223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E8A198E-7972-43BF-8F70-CA0637498D8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754" t="17718" r="9517" b="27139"/>
          <a:stretch>
            <a:fillRect/>
          </a:stretch>
        </p:blipFill>
        <p:spPr>
          <a:xfrm>
            <a:off x="8398937" y="3497159"/>
            <a:ext cx="837297" cy="333747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32C6603E-4838-12A4-2F36-A3C2517AEEE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013" t="16802" r="9307" b="26332"/>
          <a:stretch>
            <a:fillRect/>
          </a:stretch>
        </p:blipFill>
        <p:spPr>
          <a:xfrm>
            <a:off x="8855097" y="4129681"/>
            <a:ext cx="847147" cy="344177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8C0E880B-0248-17A2-E934-F642E51DDFE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013" t="17183" r="9296" b="26688"/>
          <a:stretch>
            <a:fillRect/>
          </a:stretch>
        </p:blipFill>
        <p:spPr>
          <a:xfrm>
            <a:off x="9402651" y="3495421"/>
            <a:ext cx="844686" cy="337223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2C21E4A8-9BC6-7D48-5B13-CEEA446C926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133" t="17599" r="9188" b="26850"/>
          <a:stretch>
            <a:fillRect/>
          </a:stretch>
        </p:blipFill>
        <p:spPr>
          <a:xfrm>
            <a:off x="9869255" y="4134895"/>
            <a:ext cx="847147" cy="333747"/>
          </a:xfrm>
          <a:prstGeom prst="rect">
            <a:avLst/>
          </a:prstGeom>
        </p:spPr>
      </p:pic>
      <p:sp>
        <p:nvSpPr>
          <p:cNvPr id="106" name="Graphic 13">
            <a:extLst>
              <a:ext uri="{FF2B5EF4-FFF2-40B4-BE49-F238E27FC236}">
                <a16:creationId xmlns:a16="http://schemas.microsoft.com/office/drawing/2014/main" id="{01AF0BCE-D4E5-07BF-D721-74E5E986C56D}"/>
              </a:ext>
            </a:extLst>
          </p:cNvPr>
          <p:cNvSpPr/>
          <p:nvPr/>
        </p:nvSpPr>
        <p:spPr>
          <a:xfrm>
            <a:off x="6784922" y="3827541"/>
            <a:ext cx="475623" cy="315073"/>
          </a:xfrm>
          <a:custGeom>
            <a:avLst/>
            <a:gdLst>
              <a:gd name="connsiteX0" fmla="*/ 0 w 758946"/>
              <a:gd name="connsiteY0" fmla="*/ 0 h 461819"/>
              <a:gd name="connsiteX1" fmla="*/ 344267 w 758946"/>
              <a:gd name="connsiteY1" fmla="*/ 251886 h 461819"/>
              <a:gd name="connsiteX2" fmla="*/ 758947 w 758946"/>
              <a:gd name="connsiteY2" fmla="*/ 461819 h 461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8946" h="461819">
                <a:moveTo>
                  <a:pt x="0" y="0"/>
                </a:moveTo>
                <a:cubicBezTo>
                  <a:pt x="0" y="0"/>
                  <a:pt x="39086" y="237888"/>
                  <a:pt x="344267" y="251886"/>
                </a:cubicBezTo>
                <a:cubicBezTo>
                  <a:pt x="696291" y="268035"/>
                  <a:pt x="742081" y="405573"/>
                  <a:pt x="758947" y="461819"/>
                </a:cubicBezTo>
              </a:path>
            </a:pathLst>
          </a:custGeom>
          <a:ln w="12700">
            <a:solidFill>
              <a:srgbClr val="A49CC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07" name="Graphic 13">
            <a:extLst>
              <a:ext uri="{FF2B5EF4-FFF2-40B4-BE49-F238E27FC236}">
                <a16:creationId xmlns:a16="http://schemas.microsoft.com/office/drawing/2014/main" id="{92445560-24CD-6689-5C92-5FF76684BC6E}"/>
              </a:ext>
            </a:extLst>
          </p:cNvPr>
          <p:cNvSpPr/>
          <p:nvPr/>
        </p:nvSpPr>
        <p:spPr>
          <a:xfrm flipH="1">
            <a:off x="7260545" y="3827541"/>
            <a:ext cx="475623" cy="315073"/>
          </a:xfrm>
          <a:custGeom>
            <a:avLst/>
            <a:gdLst>
              <a:gd name="connsiteX0" fmla="*/ 0 w 758946"/>
              <a:gd name="connsiteY0" fmla="*/ 0 h 461819"/>
              <a:gd name="connsiteX1" fmla="*/ 344267 w 758946"/>
              <a:gd name="connsiteY1" fmla="*/ 251886 h 461819"/>
              <a:gd name="connsiteX2" fmla="*/ 758947 w 758946"/>
              <a:gd name="connsiteY2" fmla="*/ 461819 h 461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8946" h="461819">
                <a:moveTo>
                  <a:pt x="0" y="0"/>
                </a:moveTo>
                <a:cubicBezTo>
                  <a:pt x="0" y="0"/>
                  <a:pt x="39086" y="237888"/>
                  <a:pt x="344267" y="251886"/>
                </a:cubicBezTo>
                <a:cubicBezTo>
                  <a:pt x="696291" y="268035"/>
                  <a:pt x="742081" y="405573"/>
                  <a:pt x="758947" y="461819"/>
                </a:cubicBezTo>
              </a:path>
            </a:pathLst>
          </a:custGeom>
          <a:ln w="12700">
            <a:solidFill>
              <a:srgbClr val="A49CC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DC065336-3F0C-7F0A-829B-9F3EAF1C74D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9279" t="16608" r="9279" b="27263"/>
          <a:stretch>
            <a:fillRect/>
          </a:stretch>
        </p:blipFill>
        <p:spPr>
          <a:xfrm>
            <a:off x="7863921" y="4154308"/>
            <a:ext cx="801178" cy="319854"/>
          </a:xfrm>
          <a:prstGeom prst="rect">
            <a:avLst/>
          </a:prstGeom>
        </p:spPr>
      </p:pic>
      <p:sp>
        <p:nvSpPr>
          <p:cNvPr id="109" name="Graphic 13">
            <a:extLst>
              <a:ext uri="{FF2B5EF4-FFF2-40B4-BE49-F238E27FC236}">
                <a16:creationId xmlns:a16="http://schemas.microsoft.com/office/drawing/2014/main" id="{56F676AE-7956-3C72-CF84-CD9F3C5BD536}"/>
              </a:ext>
            </a:extLst>
          </p:cNvPr>
          <p:cNvSpPr/>
          <p:nvPr/>
        </p:nvSpPr>
        <p:spPr>
          <a:xfrm>
            <a:off x="7773306" y="3827541"/>
            <a:ext cx="475623" cy="333746"/>
          </a:xfrm>
          <a:custGeom>
            <a:avLst/>
            <a:gdLst>
              <a:gd name="connsiteX0" fmla="*/ 0 w 758946"/>
              <a:gd name="connsiteY0" fmla="*/ 0 h 461819"/>
              <a:gd name="connsiteX1" fmla="*/ 344267 w 758946"/>
              <a:gd name="connsiteY1" fmla="*/ 251886 h 461819"/>
              <a:gd name="connsiteX2" fmla="*/ 758947 w 758946"/>
              <a:gd name="connsiteY2" fmla="*/ 461819 h 461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8946" h="461819">
                <a:moveTo>
                  <a:pt x="0" y="0"/>
                </a:moveTo>
                <a:cubicBezTo>
                  <a:pt x="0" y="0"/>
                  <a:pt x="39086" y="237888"/>
                  <a:pt x="344267" y="251886"/>
                </a:cubicBezTo>
                <a:cubicBezTo>
                  <a:pt x="696291" y="268035"/>
                  <a:pt x="742081" y="405573"/>
                  <a:pt x="758947" y="461819"/>
                </a:cubicBezTo>
              </a:path>
            </a:pathLst>
          </a:custGeom>
          <a:ln w="12700">
            <a:solidFill>
              <a:srgbClr val="A49CC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10" name="Graphic 13">
            <a:extLst>
              <a:ext uri="{FF2B5EF4-FFF2-40B4-BE49-F238E27FC236}">
                <a16:creationId xmlns:a16="http://schemas.microsoft.com/office/drawing/2014/main" id="{D9914834-54E6-B9E4-0857-359E7CE30BE6}"/>
              </a:ext>
            </a:extLst>
          </p:cNvPr>
          <p:cNvSpPr/>
          <p:nvPr/>
        </p:nvSpPr>
        <p:spPr>
          <a:xfrm flipH="1">
            <a:off x="8271692" y="3824189"/>
            <a:ext cx="483705" cy="344177"/>
          </a:xfrm>
          <a:custGeom>
            <a:avLst/>
            <a:gdLst>
              <a:gd name="connsiteX0" fmla="*/ 0 w 758946"/>
              <a:gd name="connsiteY0" fmla="*/ 0 h 461819"/>
              <a:gd name="connsiteX1" fmla="*/ 344267 w 758946"/>
              <a:gd name="connsiteY1" fmla="*/ 251886 h 461819"/>
              <a:gd name="connsiteX2" fmla="*/ 758947 w 758946"/>
              <a:gd name="connsiteY2" fmla="*/ 461819 h 461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8946" h="461819">
                <a:moveTo>
                  <a:pt x="0" y="0"/>
                </a:moveTo>
                <a:cubicBezTo>
                  <a:pt x="0" y="0"/>
                  <a:pt x="39086" y="237888"/>
                  <a:pt x="344267" y="251886"/>
                </a:cubicBezTo>
                <a:cubicBezTo>
                  <a:pt x="696291" y="268035"/>
                  <a:pt x="742081" y="405573"/>
                  <a:pt x="758947" y="461819"/>
                </a:cubicBezTo>
              </a:path>
            </a:pathLst>
          </a:custGeom>
          <a:ln w="12700">
            <a:solidFill>
              <a:srgbClr val="A49CC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11" name="Graphic 13">
            <a:extLst>
              <a:ext uri="{FF2B5EF4-FFF2-40B4-BE49-F238E27FC236}">
                <a16:creationId xmlns:a16="http://schemas.microsoft.com/office/drawing/2014/main" id="{8741FA39-DB00-29E7-4B4E-CADAE6A66C1E}"/>
              </a:ext>
            </a:extLst>
          </p:cNvPr>
          <p:cNvSpPr/>
          <p:nvPr/>
        </p:nvSpPr>
        <p:spPr>
          <a:xfrm>
            <a:off x="8787674" y="3820563"/>
            <a:ext cx="475623" cy="333746"/>
          </a:xfrm>
          <a:custGeom>
            <a:avLst/>
            <a:gdLst>
              <a:gd name="connsiteX0" fmla="*/ 0 w 758946"/>
              <a:gd name="connsiteY0" fmla="*/ 0 h 461819"/>
              <a:gd name="connsiteX1" fmla="*/ 344267 w 758946"/>
              <a:gd name="connsiteY1" fmla="*/ 251886 h 461819"/>
              <a:gd name="connsiteX2" fmla="*/ 758947 w 758946"/>
              <a:gd name="connsiteY2" fmla="*/ 461819 h 461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8946" h="461819">
                <a:moveTo>
                  <a:pt x="0" y="0"/>
                </a:moveTo>
                <a:cubicBezTo>
                  <a:pt x="0" y="0"/>
                  <a:pt x="39086" y="237888"/>
                  <a:pt x="344267" y="251886"/>
                </a:cubicBezTo>
                <a:cubicBezTo>
                  <a:pt x="696291" y="268035"/>
                  <a:pt x="742081" y="405573"/>
                  <a:pt x="758947" y="461819"/>
                </a:cubicBezTo>
              </a:path>
            </a:pathLst>
          </a:custGeom>
          <a:ln w="12700">
            <a:solidFill>
              <a:srgbClr val="A49CC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12" name="Graphic 13">
            <a:extLst>
              <a:ext uri="{FF2B5EF4-FFF2-40B4-BE49-F238E27FC236}">
                <a16:creationId xmlns:a16="http://schemas.microsoft.com/office/drawing/2014/main" id="{B0B5AB90-1835-3EF5-8FB8-124268549672}"/>
              </a:ext>
            </a:extLst>
          </p:cNvPr>
          <p:cNvSpPr/>
          <p:nvPr/>
        </p:nvSpPr>
        <p:spPr>
          <a:xfrm flipH="1">
            <a:off x="9285963" y="3814767"/>
            <a:ext cx="483705" cy="344177"/>
          </a:xfrm>
          <a:custGeom>
            <a:avLst/>
            <a:gdLst>
              <a:gd name="connsiteX0" fmla="*/ 0 w 758946"/>
              <a:gd name="connsiteY0" fmla="*/ 0 h 461819"/>
              <a:gd name="connsiteX1" fmla="*/ 344267 w 758946"/>
              <a:gd name="connsiteY1" fmla="*/ 251886 h 461819"/>
              <a:gd name="connsiteX2" fmla="*/ 758947 w 758946"/>
              <a:gd name="connsiteY2" fmla="*/ 461819 h 461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8946" h="461819">
                <a:moveTo>
                  <a:pt x="0" y="0"/>
                </a:moveTo>
                <a:cubicBezTo>
                  <a:pt x="0" y="0"/>
                  <a:pt x="39086" y="237888"/>
                  <a:pt x="344267" y="251886"/>
                </a:cubicBezTo>
                <a:cubicBezTo>
                  <a:pt x="696291" y="268035"/>
                  <a:pt x="742081" y="405573"/>
                  <a:pt x="758947" y="461819"/>
                </a:cubicBezTo>
              </a:path>
            </a:pathLst>
          </a:custGeom>
          <a:ln w="12700">
            <a:solidFill>
              <a:srgbClr val="A49CC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13" name="Graphic 13">
            <a:extLst>
              <a:ext uri="{FF2B5EF4-FFF2-40B4-BE49-F238E27FC236}">
                <a16:creationId xmlns:a16="http://schemas.microsoft.com/office/drawing/2014/main" id="{A6E5B017-C4EA-09BE-DCF3-102ACB52CD90}"/>
              </a:ext>
            </a:extLst>
          </p:cNvPr>
          <p:cNvSpPr/>
          <p:nvPr/>
        </p:nvSpPr>
        <p:spPr>
          <a:xfrm>
            <a:off x="9817206" y="3818205"/>
            <a:ext cx="475623" cy="333746"/>
          </a:xfrm>
          <a:custGeom>
            <a:avLst/>
            <a:gdLst>
              <a:gd name="connsiteX0" fmla="*/ 0 w 758946"/>
              <a:gd name="connsiteY0" fmla="*/ 0 h 461819"/>
              <a:gd name="connsiteX1" fmla="*/ 344267 w 758946"/>
              <a:gd name="connsiteY1" fmla="*/ 251886 h 461819"/>
              <a:gd name="connsiteX2" fmla="*/ 758947 w 758946"/>
              <a:gd name="connsiteY2" fmla="*/ 461819 h 461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8946" h="461819">
                <a:moveTo>
                  <a:pt x="0" y="0"/>
                </a:moveTo>
                <a:cubicBezTo>
                  <a:pt x="0" y="0"/>
                  <a:pt x="39086" y="237888"/>
                  <a:pt x="344267" y="251886"/>
                </a:cubicBezTo>
                <a:cubicBezTo>
                  <a:pt x="696291" y="268035"/>
                  <a:pt x="742081" y="405573"/>
                  <a:pt x="758947" y="461819"/>
                </a:cubicBezTo>
              </a:path>
            </a:pathLst>
          </a:custGeom>
          <a:ln w="12700">
            <a:solidFill>
              <a:srgbClr val="A49CC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/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097DEB88-04B6-4843-CD9D-B876FD0FAB40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43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6058866" y="3782194"/>
            <a:ext cx="1506944" cy="424438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1A01F13E-5EBF-F0E4-DD58-314A00FF4004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43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6592273" y="2982856"/>
            <a:ext cx="3987637" cy="599182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3A7A24EC-2BE0-7262-6D6A-5E433F7BDBDA}"/>
              </a:ext>
            </a:extLst>
          </p:cNvPr>
          <p:cNvSpPr txBox="1"/>
          <p:nvPr/>
        </p:nvSpPr>
        <p:spPr>
          <a:xfrm>
            <a:off x="5759144" y="2655042"/>
            <a:ext cx="5117738" cy="307438"/>
          </a:xfrm>
          <a:prstGeom prst="roundRect">
            <a:avLst>
              <a:gd name="adj" fmla="val 18447"/>
            </a:avLst>
          </a:prstGeom>
          <a:gradFill flip="none" rotWithShape="1">
            <a:gsLst>
              <a:gs pos="100000">
                <a:srgbClr val="8E72BC"/>
              </a:gs>
              <a:gs pos="0">
                <a:srgbClr val="7ECAF8"/>
              </a:gs>
            </a:gsLst>
            <a:lin ang="10800000" scaled="1"/>
            <a:tileRect/>
          </a:gradFill>
          <a:ln>
            <a:noFill/>
          </a:ln>
          <a:effectLst>
            <a:outerShdw blurRad="190500" dist="38100" dir="5400000" algn="ctr" rotWithShape="0">
              <a:srgbClr val="78C5F7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1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sz="1400">
                <a:solidFill>
                  <a:schemeClr val="tx1">
                    <a:lumMod val="95000"/>
                    <a:lumOff val="5000"/>
                  </a:schemeClr>
                </a:solidFill>
              </a:rPr>
              <a:t>Autonomous Sourcing – Focus for Demo Today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B038C2-A6B0-95F7-1166-245D27A7F983}"/>
              </a:ext>
            </a:extLst>
          </p:cNvPr>
          <p:cNvSpPr txBox="1"/>
          <p:nvPr/>
        </p:nvSpPr>
        <p:spPr>
          <a:xfrm>
            <a:off x="5583089" y="5643690"/>
            <a:ext cx="5469848" cy="496273"/>
          </a:xfrm>
          <a:prstGeom prst="roundRect">
            <a:avLst/>
          </a:prstGeom>
          <a:solidFill>
            <a:srgbClr val="F0EAF5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7030A0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IN"/>
              <a:t>Existing catalogues/ Contracts </a:t>
            </a:r>
          </a:p>
          <a:p>
            <a:r>
              <a:rPr lang="en-IN" i="1"/>
              <a:t>(no sourcing requirement)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5ADE2C2-8168-5C29-396F-76970A4B35E8}"/>
              </a:ext>
            </a:extLst>
          </p:cNvPr>
          <p:cNvCxnSpPr>
            <a:cxnSpLocks/>
          </p:cNvCxnSpPr>
          <p:nvPr/>
        </p:nvCxnSpPr>
        <p:spPr>
          <a:xfrm>
            <a:off x="3378392" y="3707350"/>
            <a:ext cx="520508" cy="0"/>
          </a:xfrm>
          <a:prstGeom prst="straightConnector1">
            <a:avLst/>
          </a:prstGeom>
          <a:noFill/>
          <a:ln w="57150">
            <a:gradFill>
              <a:gsLst>
                <a:gs pos="100000">
                  <a:srgbClr val="765BFF">
                    <a:alpha val="0"/>
                  </a:srgbClr>
                </a:gs>
                <a:gs pos="0">
                  <a:srgbClr val="7030A0"/>
                </a:gs>
              </a:gsLst>
              <a:lin ang="9000000" scaled="0"/>
            </a:gradFill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7" name="Freeform 5">
            <a:extLst>
              <a:ext uri="{FF2B5EF4-FFF2-40B4-BE49-F238E27FC236}">
                <a16:creationId xmlns:a16="http://schemas.microsoft.com/office/drawing/2014/main" id="{229B0FB8-193B-994C-7B59-9C1355C6B8EF}"/>
              </a:ext>
            </a:extLst>
          </p:cNvPr>
          <p:cNvSpPr>
            <a:spLocks/>
          </p:cNvSpPr>
          <p:nvPr/>
        </p:nvSpPr>
        <p:spPr bwMode="auto">
          <a:xfrm>
            <a:off x="5081362" y="1553323"/>
            <a:ext cx="496125" cy="272727"/>
          </a:xfrm>
          <a:custGeom>
            <a:avLst/>
            <a:gdLst>
              <a:gd name="T0" fmla="*/ 256 w 356"/>
              <a:gd name="T1" fmla="*/ 0 h 247"/>
              <a:gd name="T2" fmla="*/ 173 w 356"/>
              <a:gd name="T3" fmla="*/ 0 h 247"/>
              <a:gd name="T4" fmla="*/ 216 w 356"/>
              <a:gd name="T5" fmla="*/ 54 h 247"/>
              <a:gd name="T6" fmla="*/ 0 w 356"/>
              <a:gd name="T7" fmla="*/ 54 h 247"/>
              <a:gd name="T8" fmla="*/ 0 w 356"/>
              <a:gd name="T9" fmla="*/ 193 h 247"/>
              <a:gd name="T10" fmla="*/ 216 w 356"/>
              <a:gd name="T11" fmla="*/ 193 h 247"/>
              <a:gd name="T12" fmla="*/ 173 w 356"/>
              <a:gd name="T13" fmla="*/ 247 h 247"/>
              <a:gd name="T14" fmla="*/ 256 w 356"/>
              <a:gd name="T15" fmla="*/ 247 h 247"/>
              <a:gd name="T16" fmla="*/ 356 w 356"/>
              <a:gd name="T17" fmla="*/ 125 h 247"/>
              <a:gd name="T18" fmla="*/ 256 w 356"/>
              <a:gd name="T19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6" h="247">
                <a:moveTo>
                  <a:pt x="256" y="0"/>
                </a:moveTo>
                <a:lnTo>
                  <a:pt x="173" y="0"/>
                </a:lnTo>
                <a:lnTo>
                  <a:pt x="216" y="54"/>
                </a:lnTo>
                <a:lnTo>
                  <a:pt x="0" y="54"/>
                </a:lnTo>
                <a:lnTo>
                  <a:pt x="0" y="193"/>
                </a:lnTo>
                <a:lnTo>
                  <a:pt x="216" y="193"/>
                </a:lnTo>
                <a:lnTo>
                  <a:pt x="173" y="247"/>
                </a:lnTo>
                <a:lnTo>
                  <a:pt x="256" y="247"/>
                </a:lnTo>
                <a:lnTo>
                  <a:pt x="356" y="125"/>
                </a:lnTo>
                <a:lnTo>
                  <a:pt x="256" y="0"/>
                </a:lnTo>
                <a:close/>
              </a:path>
            </a:pathLst>
          </a:custGeom>
          <a:gradFill>
            <a:gsLst>
              <a:gs pos="0">
                <a:srgbClr val="B2E0FA">
                  <a:alpha val="0"/>
                </a:srgbClr>
              </a:gs>
              <a:gs pos="100000">
                <a:srgbClr val="5E99CD"/>
              </a:gs>
            </a:gsLst>
            <a:lin ang="0" scaled="0"/>
          </a:gradFill>
          <a:ln w="9525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8" name="Freeform 5">
            <a:extLst>
              <a:ext uri="{FF2B5EF4-FFF2-40B4-BE49-F238E27FC236}">
                <a16:creationId xmlns:a16="http://schemas.microsoft.com/office/drawing/2014/main" id="{196DB6B5-2ED1-F307-B45F-35385C1CA12E}"/>
              </a:ext>
            </a:extLst>
          </p:cNvPr>
          <p:cNvSpPr>
            <a:spLocks/>
          </p:cNvSpPr>
          <p:nvPr/>
        </p:nvSpPr>
        <p:spPr bwMode="auto">
          <a:xfrm>
            <a:off x="5019553" y="1553323"/>
            <a:ext cx="496125" cy="272727"/>
          </a:xfrm>
          <a:custGeom>
            <a:avLst/>
            <a:gdLst>
              <a:gd name="T0" fmla="*/ 256 w 356"/>
              <a:gd name="T1" fmla="*/ 0 h 247"/>
              <a:gd name="T2" fmla="*/ 173 w 356"/>
              <a:gd name="T3" fmla="*/ 0 h 247"/>
              <a:gd name="T4" fmla="*/ 216 w 356"/>
              <a:gd name="T5" fmla="*/ 54 h 247"/>
              <a:gd name="T6" fmla="*/ 0 w 356"/>
              <a:gd name="T7" fmla="*/ 54 h 247"/>
              <a:gd name="T8" fmla="*/ 0 w 356"/>
              <a:gd name="T9" fmla="*/ 193 h 247"/>
              <a:gd name="T10" fmla="*/ 216 w 356"/>
              <a:gd name="T11" fmla="*/ 193 h 247"/>
              <a:gd name="T12" fmla="*/ 173 w 356"/>
              <a:gd name="T13" fmla="*/ 247 h 247"/>
              <a:gd name="T14" fmla="*/ 256 w 356"/>
              <a:gd name="T15" fmla="*/ 247 h 247"/>
              <a:gd name="T16" fmla="*/ 356 w 356"/>
              <a:gd name="T17" fmla="*/ 125 h 247"/>
              <a:gd name="T18" fmla="*/ 256 w 356"/>
              <a:gd name="T19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6" h="247">
                <a:moveTo>
                  <a:pt x="256" y="0"/>
                </a:moveTo>
                <a:lnTo>
                  <a:pt x="173" y="0"/>
                </a:lnTo>
                <a:lnTo>
                  <a:pt x="216" y="54"/>
                </a:lnTo>
                <a:lnTo>
                  <a:pt x="0" y="54"/>
                </a:lnTo>
                <a:lnTo>
                  <a:pt x="0" y="193"/>
                </a:lnTo>
                <a:lnTo>
                  <a:pt x="216" y="193"/>
                </a:lnTo>
                <a:lnTo>
                  <a:pt x="173" y="247"/>
                </a:lnTo>
                <a:lnTo>
                  <a:pt x="256" y="247"/>
                </a:lnTo>
                <a:lnTo>
                  <a:pt x="356" y="125"/>
                </a:lnTo>
                <a:lnTo>
                  <a:pt x="256" y="0"/>
                </a:lnTo>
                <a:close/>
              </a:path>
            </a:pathLst>
          </a:custGeom>
          <a:gradFill>
            <a:gsLst>
              <a:gs pos="0">
                <a:srgbClr val="B2E0FA">
                  <a:alpha val="0"/>
                </a:srgbClr>
              </a:gs>
              <a:gs pos="100000">
                <a:srgbClr val="5E99CD"/>
              </a:gs>
            </a:gsLst>
            <a:lin ang="0" scaled="0"/>
          </a:gradFill>
          <a:ln w="9525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9" name="Freeform 5">
            <a:extLst>
              <a:ext uri="{FF2B5EF4-FFF2-40B4-BE49-F238E27FC236}">
                <a16:creationId xmlns:a16="http://schemas.microsoft.com/office/drawing/2014/main" id="{D73FC16E-9239-0097-62A1-AF93E8CFFF3D}"/>
              </a:ext>
            </a:extLst>
          </p:cNvPr>
          <p:cNvSpPr>
            <a:spLocks/>
          </p:cNvSpPr>
          <p:nvPr/>
        </p:nvSpPr>
        <p:spPr bwMode="auto">
          <a:xfrm rot="10800000">
            <a:off x="4966683" y="1553323"/>
            <a:ext cx="496125" cy="272727"/>
          </a:xfrm>
          <a:custGeom>
            <a:avLst/>
            <a:gdLst>
              <a:gd name="T0" fmla="*/ 256 w 356"/>
              <a:gd name="T1" fmla="*/ 0 h 247"/>
              <a:gd name="T2" fmla="*/ 173 w 356"/>
              <a:gd name="T3" fmla="*/ 0 h 247"/>
              <a:gd name="T4" fmla="*/ 216 w 356"/>
              <a:gd name="T5" fmla="*/ 54 h 247"/>
              <a:gd name="T6" fmla="*/ 0 w 356"/>
              <a:gd name="T7" fmla="*/ 54 h 247"/>
              <a:gd name="T8" fmla="*/ 0 w 356"/>
              <a:gd name="T9" fmla="*/ 193 h 247"/>
              <a:gd name="T10" fmla="*/ 216 w 356"/>
              <a:gd name="T11" fmla="*/ 193 h 247"/>
              <a:gd name="T12" fmla="*/ 173 w 356"/>
              <a:gd name="T13" fmla="*/ 247 h 247"/>
              <a:gd name="T14" fmla="*/ 256 w 356"/>
              <a:gd name="T15" fmla="*/ 247 h 247"/>
              <a:gd name="T16" fmla="*/ 356 w 356"/>
              <a:gd name="T17" fmla="*/ 125 h 247"/>
              <a:gd name="T18" fmla="*/ 256 w 356"/>
              <a:gd name="T19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6" h="247">
                <a:moveTo>
                  <a:pt x="256" y="0"/>
                </a:moveTo>
                <a:lnTo>
                  <a:pt x="173" y="0"/>
                </a:lnTo>
                <a:lnTo>
                  <a:pt x="216" y="54"/>
                </a:lnTo>
                <a:lnTo>
                  <a:pt x="0" y="54"/>
                </a:lnTo>
                <a:lnTo>
                  <a:pt x="0" y="193"/>
                </a:lnTo>
                <a:lnTo>
                  <a:pt x="216" y="193"/>
                </a:lnTo>
                <a:lnTo>
                  <a:pt x="173" y="247"/>
                </a:lnTo>
                <a:lnTo>
                  <a:pt x="256" y="247"/>
                </a:lnTo>
                <a:lnTo>
                  <a:pt x="356" y="125"/>
                </a:lnTo>
                <a:lnTo>
                  <a:pt x="256" y="0"/>
                </a:lnTo>
                <a:close/>
              </a:path>
            </a:pathLst>
          </a:custGeom>
          <a:gradFill>
            <a:gsLst>
              <a:gs pos="1000">
                <a:srgbClr val="5E99CD">
                  <a:alpha val="0"/>
                </a:srgbClr>
              </a:gs>
              <a:gs pos="100000">
                <a:srgbClr val="B8AAED"/>
              </a:gs>
            </a:gsLst>
            <a:lin ang="0" scaled="0"/>
          </a:gradFill>
          <a:ln w="9525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US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FA3F06E-ECBC-86A7-0788-7FF2B68A19FC}"/>
              </a:ext>
            </a:extLst>
          </p:cNvPr>
          <p:cNvSpPr txBox="1"/>
          <p:nvPr/>
        </p:nvSpPr>
        <p:spPr>
          <a:xfrm rot="16200000">
            <a:off x="4927827" y="3857676"/>
            <a:ext cx="1937583" cy="33689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030A0"/>
              </a:gs>
              <a:gs pos="100000">
                <a:srgbClr val="5C98CD"/>
              </a:gs>
            </a:gsLst>
            <a:lin ang="10800000" scaled="1"/>
            <a:tileRect/>
          </a:gradFill>
          <a:ln w="571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>
            <a:defPPr>
              <a:defRPr lang="en-US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200" b="1">
                <a:latin typeface="Arial" panose="020B0604020202020204" pitchFamily="34" charset="0"/>
              </a:rPr>
              <a:t>Super Agent</a:t>
            </a:r>
            <a:endParaRPr lang="en-IN" sz="1200" b="1">
              <a:latin typeface="Arial" panose="020B0604020202020204" pitchFamily="34" charset="0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D8132BF-5949-1F00-EEAC-8C4CD4C98EB3}"/>
              </a:ext>
            </a:extLst>
          </p:cNvPr>
          <p:cNvGrpSpPr/>
          <p:nvPr/>
        </p:nvGrpSpPr>
        <p:grpSpPr>
          <a:xfrm rot="16200000">
            <a:off x="5766472" y="4695546"/>
            <a:ext cx="262792" cy="301531"/>
            <a:chOff x="5606187" y="2308001"/>
            <a:chExt cx="979621" cy="979621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CA259308-4F4A-51F2-058E-D347AC512FDA}"/>
                </a:ext>
              </a:extLst>
            </p:cNvPr>
            <p:cNvSpPr/>
            <p:nvPr/>
          </p:nvSpPr>
          <p:spPr>
            <a:xfrm>
              <a:off x="5606187" y="2308001"/>
              <a:ext cx="979621" cy="979621"/>
            </a:xfrm>
            <a:prstGeom prst="ellipse">
              <a:avLst/>
            </a:prstGeom>
            <a:solidFill>
              <a:srgbClr val="FCFCFC">
                <a:alpha val="8000"/>
              </a:srgbClr>
            </a:solidFill>
            <a:ln w="10160">
              <a:noFill/>
            </a:ln>
            <a:effectLst>
              <a:outerShdw blurRad="190500" dist="38100" dir="5400000" algn="ctr" rotWithShape="0">
                <a:srgbClr val="7030A0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" tIns="36576" rIns="73152" bIns="36576" rtlCol="0" anchor="ctr"/>
            <a:lstStyle/>
            <a:p>
              <a:pPr algn="ctr"/>
              <a:endParaRPr lang="en-IN"/>
            </a:p>
          </p:txBody>
        </p:sp>
        <p:pic>
          <p:nvPicPr>
            <p:cNvPr id="137" name="Picture 13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610D5B4-A29D-173D-41FC-3AC4F6111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54352" y="2453216"/>
              <a:ext cx="683297" cy="683297"/>
            </a:xfrm>
            <a:prstGeom prst="rect">
              <a:avLst/>
            </a:prstGeom>
          </p:spPr>
        </p:pic>
      </p:grpSp>
      <p:sp>
        <p:nvSpPr>
          <p:cNvPr id="139" name="Oval 138">
            <a:extLst>
              <a:ext uri="{FF2B5EF4-FFF2-40B4-BE49-F238E27FC236}">
                <a16:creationId xmlns:a16="http://schemas.microsoft.com/office/drawing/2014/main" id="{9AE6D245-BB36-D68F-BBCB-271C54F3B16B}"/>
              </a:ext>
            </a:extLst>
          </p:cNvPr>
          <p:cNvSpPr/>
          <p:nvPr/>
        </p:nvSpPr>
        <p:spPr>
          <a:xfrm>
            <a:off x="2581349" y="1522480"/>
            <a:ext cx="286676" cy="302314"/>
          </a:xfrm>
          <a:prstGeom prst="ellipse">
            <a:avLst/>
          </a:prstGeom>
          <a:solidFill>
            <a:srgbClr val="FCFCFC">
              <a:alpha val="8000"/>
            </a:srgbClr>
          </a:solidFill>
          <a:ln w="10160">
            <a:noFill/>
          </a:ln>
          <a:effectLst>
            <a:outerShdw blurRad="190500" dist="38100" dir="5400000" algn="ctr" rotWithShape="0">
              <a:srgbClr val="7030A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lang="en-US"/>
          </a:p>
        </p:txBody>
      </p:sp>
      <p:sp>
        <p:nvSpPr>
          <p:cNvPr id="140" name="Freeform 73">
            <a:extLst>
              <a:ext uri="{FF2B5EF4-FFF2-40B4-BE49-F238E27FC236}">
                <a16:creationId xmlns:a16="http://schemas.microsoft.com/office/drawing/2014/main" id="{8A136968-8F86-AC95-E891-2566C4189EAC}"/>
              </a:ext>
            </a:extLst>
          </p:cNvPr>
          <p:cNvSpPr>
            <a:spLocks noEditPoints="1"/>
          </p:cNvSpPr>
          <p:nvPr/>
        </p:nvSpPr>
        <p:spPr bwMode="auto">
          <a:xfrm>
            <a:off x="2642457" y="1577537"/>
            <a:ext cx="164460" cy="196948"/>
          </a:xfrm>
          <a:custGeom>
            <a:avLst/>
            <a:gdLst>
              <a:gd name="T0" fmla="*/ 162 w 687"/>
              <a:gd name="T1" fmla="*/ 182 h 784"/>
              <a:gd name="T2" fmla="*/ 344 w 687"/>
              <a:gd name="T3" fmla="*/ 0 h 784"/>
              <a:gd name="T4" fmla="*/ 525 w 687"/>
              <a:gd name="T5" fmla="*/ 182 h 784"/>
              <a:gd name="T6" fmla="*/ 344 w 687"/>
              <a:gd name="T7" fmla="*/ 363 h 784"/>
              <a:gd name="T8" fmla="*/ 162 w 687"/>
              <a:gd name="T9" fmla="*/ 182 h 784"/>
              <a:gd name="T10" fmla="*/ 687 w 687"/>
              <a:gd name="T11" fmla="*/ 764 h 784"/>
              <a:gd name="T12" fmla="*/ 667 w 687"/>
              <a:gd name="T13" fmla="*/ 784 h 784"/>
              <a:gd name="T14" fmla="*/ 205 w 687"/>
              <a:gd name="T15" fmla="*/ 784 h 784"/>
              <a:gd name="T16" fmla="*/ 181 w 687"/>
              <a:gd name="T17" fmla="*/ 784 h 784"/>
              <a:gd name="T18" fmla="*/ 20 w 687"/>
              <a:gd name="T19" fmla="*/ 784 h 784"/>
              <a:gd name="T20" fmla="*/ 0 w 687"/>
              <a:gd name="T21" fmla="*/ 764 h 784"/>
              <a:gd name="T22" fmla="*/ 344 w 687"/>
              <a:gd name="T23" fmla="*/ 420 h 784"/>
              <a:gd name="T24" fmla="*/ 687 w 687"/>
              <a:gd name="T25" fmla="*/ 764 h 7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87" h="784">
                <a:moveTo>
                  <a:pt x="162" y="182"/>
                </a:moveTo>
                <a:cubicBezTo>
                  <a:pt x="162" y="81"/>
                  <a:pt x="243" y="0"/>
                  <a:pt x="344" y="0"/>
                </a:cubicBezTo>
                <a:cubicBezTo>
                  <a:pt x="444" y="0"/>
                  <a:pt x="525" y="81"/>
                  <a:pt x="525" y="182"/>
                </a:cubicBezTo>
                <a:cubicBezTo>
                  <a:pt x="525" y="282"/>
                  <a:pt x="444" y="363"/>
                  <a:pt x="344" y="363"/>
                </a:cubicBezTo>
                <a:cubicBezTo>
                  <a:pt x="243" y="363"/>
                  <a:pt x="162" y="282"/>
                  <a:pt x="162" y="182"/>
                </a:cubicBezTo>
                <a:close/>
                <a:moveTo>
                  <a:pt x="687" y="764"/>
                </a:moveTo>
                <a:cubicBezTo>
                  <a:pt x="687" y="775"/>
                  <a:pt x="678" y="784"/>
                  <a:pt x="667" y="784"/>
                </a:cubicBezTo>
                <a:cubicBezTo>
                  <a:pt x="205" y="784"/>
                  <a:pt x="205" y="784"/>
                  <a:pt x="205" y="784"/>
                </a:cubicBezTo>
                <a:cubicBezTo>
                  <a:pt x="181" y="784"/>
                  <a:pt x="181" y="784"/>
                  <a:pt x="181" y="784"/>
                </a:cubicBezTo>
                <a:cubicBezTo>
                  <a:pt x="20" y="784"/>
                  <a:pt x="20" y="784"/>
                  <a:pt x="20" y="784"/>
                </a:cubicBezTo>
                <a:cubicBezTo>
                  <a:pt x="9" y="784"/>
                  <a:pt x="0" y="775"/>
                  <a:pt x="0" y="764"/>
                </a:cubicBezTo>
                <a:cubicBezTo>
                  <a:pt x="0" y="574"/>
                  <a:pt x="154" y="420"/>
                  <a:pt x="344" y="420"/>
                </a:cubicBezTo>
                <a:cubicBezTo>
                  <a:pt x="533" y="420"/>
                  <a:pt x="687" y="574"/>
                  <a:pt x="687" y="76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3000">
                <a:schemeClr val="bg1"/>
              </a:gs>
            </a:gsLst>
            <a:lin ang="2700000" scaled="1"/>
            <a:tileRect/>
          </a:gradFill>
          <a:ln w="3810" cap="flat">
            <a:noFill/>
            <a:prstDash val="solid"/>
            <a:miter/>
          </a:ln>
        </p:spPr>
        <p:txBody>
          <a:bodyPr lIns="52670" tIns="26334" rIns="52670" bIns="26334" rtlCol="0" anchor="ctr"/>
          <a:lstStyle/>
          <a:p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35A4156-77A0-02BC-53CB-9E00D726211D}"/>
              </a:ext>
            </a:extLst>
          </p:cNvPr>
          <p:cNvSpPr txBox="1"/>
          <p:nvPr/>
        </p:nvSpPr>
        <p:spPr>
          <a:xfrm rot="16200000">
            <a:off x="10860389" y="1414979"/>
            <a:ext cx="905345" cy="24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50" b="1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Contracts</a:t>
            </a:r>
            <a:endParaRPr lang="en-US" sz="105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43482A0-8EF3-F20E-5AA1-7B2E5A72FF55}"/>
              </a:ext>
            </a:extLst>
          </p:cNvPr>
          <p:cNvSpPr txBox="1"/>
          <p:nvPr/>
        </p:nvSpPr>
        <p:spPr>
          <a:xfrm rot="16200000">
            <a:off x="11003881" y="3406470"/>
            <a:ext cx="618362" cy="224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50" b="1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POs</a:t>
            </a:r>
            <a:endParaRPr lang="en-US" sz="105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ABFB26F-61D1-68BB-C1BD-D651AA0734DB}"/>
              </a:ext>
            </a:extLst>
          </p:cNvPr>
          <p:cNvSpPr txBox="1"/>
          <p:nvPr/>
        </p:nvSpPr>
        <p:spPr>
          <a:xfrm rot="16200000">
            <a:off x="11003881" y="5418110"/>
            <a:ext cx="618362" cy="224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50" b="1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POs</a:t>
            </a:r>
            <a:endParaRPr lang="en-US" sz="105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844D17F-1252-2F04-7772-7779E88603FA}"/>
              </a:ext>
            </a:extLst>
          </p:cNvPr>
          <p:cNvSpPr txBox="1"/>
          <p:nvPr/>
        </p:nvSpPr>
        <p:spPr>
          <a:xfrm rot="16200000">
            <a:off x="11003881" y="2053075"/>
            <a:ext cx="618362" cy="224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50" b="1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</a:rPr>
              <a:t>POs</a:t>
            </a:r>
            <a:endParaRPr lang="en-US" sz="105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AC3AB3-BA53-AF5B-8810-4F6ABB7C6EF2}"/>
              </a:ext>
            </a:extLst>
          </p:cNvPr>
          <p:cNvSpPr/>
          <p:nvPr/>
        </p:nvSpPr>
        <p:spPr>
          <a:xfrm>
            <a:off x="2529506" y="2500047"/>
            <a:ext cx="1080000" cy="2373316"/>
          </a:xfrm>
          <a:prstGeom prst="roundRect">
            <a:avLst>
              <a:gd name="adj" fmla="val 7013"/>
            </a:avLst>
          </a:prstGeom>
          <a:gradFill>
            <a:gsLst>
              <a:gs pos="100000">
                <a:srgbClr val="C2BAE6"/>
              </a:gs>
              <a:gs pos="0">
                <a:srgbClr val="82A5D6"/>
              </a:gs>
            </a:gsLst>
            <a:lin ang="5400000" scaled="1"/>
          </a:gradFill>
          <a:ln>
            <a:gradFill flip="none" rotWithShape="1">
              <a:gsLst>
                <a:gs pos="0">
                  <a:srgbClr val="95CAEA">
                    <a:alpha val="0"/>
                  </a:srgbClr>
                </a:gs>
                <a:gs pos="100000">
                  <a:srgbClr val="5C98CD"/>
                </a:gs>
              </a:gsLst>
              <a:lin ang="16200000" scaled="1"/>
              <a:tileRect/>
            </a:gradFill>
          </a:ln>
          <a:effectLst>
            <a:outerShdw blurRad="190500" dist="38100" dir="5400000" algn="ctr" rotWithShape="0">
              <a:srgbClr val="9470BC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GEP Assist</a:t>
            </a:r>
          </a:p>
          <a:p>
            <a:pPr algn="ctr"/>
            <a:endParaRPr lang="en-US" sz="10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(Centralized Intake and Helpdesk)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AE20CB-3C3A-2AD2-9F68-DBDFF783A62C}"/>
              </a:ext>
            </a:extLst>
          </p:cNvPr>
          <p:cNvGrpSpPr/>
          <p:nvPr/>
        </p:nvGrpSpPr>
        <p:grpSpPr>
          <a:xfrm>
            <a:off x="5762756" y="1817126"/>
            <a:ext cx="5110515" cy="468608"/>
            <a:chOff x="5831809" y="1765603"/>
            <a:chExt cx="5110515" cy="468608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E179CC0-B02C-D4B9-049B-3121A6C4974B}"/>
                </a:ext>
              </a:extLst>
            </p:cNvPr>
            <p:cNvSpPr txBox="1"/>
            <p:nvPr/>
          </p:nvSpPr>
          <p:spPr>
            <a:xfrm>
              <a:off x="5831809" y="1765603"/>
              <a:ext cx="2385724" cy="468608"/>
            </a:xfrm>
            <a:prstGeom prst="roundRect">
              <a:avLst>
                <a:gd name="adj" fmla="val 17524"/>
              </a:avLst>
            </a:prstGeom>
            <a:gradFill>
              <a:gsLst>
                <a:gs pos="100000">
                  <a:srgbClr val="C4B0DA"/>
                </a:gs>
                <a:gs pos="0">
                  <a:srgbClr val="8E72BC"/>
                </a:gs>
              </a:gsLst>
              <a:lin ang="0" scaled="1"/>
            </a:gradFill>
            <a:ln>
              <a:noFill/>
            </a:ln>
            <a:effectLst>
              <a:outerShdw blurRad="190500" dist="38100" dir="5400000" algn="ctr" rotWithShape="0">
                <a:srgbClr val="9470BC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361950" algn="l"/>
              <a:r>
                <a:rPr lang="en-AU" dirty="0"/>
                <a:t>GEP Team driving strategic activities and collaboration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3CCFB16-2682-F6F4-2740-B23895573B58}"/>
                </a:ext>
              </a:extLst>
            </p:cNvPr>
            <p:cNvSpPr txBox="1"/>
            <p:nvPr/>
          </p:nvSpPr>
          <p:spPr>
            <a:xfrm>
              <a:off x="8892419" y="1765603"/>
              <a:ext cx="2049905" cy="468608"/>
            </a:xfrm>
            <a:prstGeom prst="roundRect">
              <a:avLst>
                <a:gd name="adj" fmla="val 17524"/>
              </a:avLst>
            </a:prstGeom>
            <a:gradFill>
              <a:gsLst>
                <a:gs pos="100000">
                  <a:srgbClr val="C4B0DA"/>
                </a:gs>
                <a:gs pos="0">
                  <a:srgbClr val="8E72BC"/>
                </a:gs>
              </a:gsLst>
              <a:lin ang="0" scaled="1"/>
            </a:gradFill>
            <a:ln>
              <a:noFill/>
            </a:ln>
            <a:effectLst>
              <a:outerShdw blurRad="190500" dist="38100" dir="5400000" algn="ctr" rotWithShape="0">
                <a:srgbClr val="9470BC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45085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AI Agents driving tactical activities  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pic>
          <p:nvPicPr>
            <p:cNvPr id="78" name="Graphic 77">
              <a:extLst>
                <a:ext uri="{FF2B5EF4-FFF2-40B4-BE49-F238E27FC236}">
                  <a16:creationId xmlns:a16="http://schemas.microsoft.com/office/drawing/2014/main" id="{6796969C-0EDA-59F4-29F3-1C7B681B1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977003" y="1837401"/>
              <a:ext cx="356756" cy="349053"/>
            </a:xfrm>
            <a:prstGeom prst="rect">
              <a:avLst/>
            </a:prstGeom>
          </p:spPr>
        </p:pic>
        <p:pic>
          <p:nvPicPr>
            <p:cNvPr id="123" name="Picture 12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705FE5B-5309-BECC-9451-BD838A65ED51}"/>
                </a:ext>
              </a:extLst>
            </p:cNvPr>
            <p:cNvPicPr>
              <a:picLocks/>
            </p:cNvPicPr>
            <p:nvPr/>
          </p:nvPicPr>
          <p:blipFill>
            <a:blip r:embed="rId18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2167" y="1872425"/>
              <a:ext cx="265043" cy="283025"/>
            </a:xfrm>
            <a:prstGeom prst="rect">
              <a:avLst/>
            </a:prstGeom>
          </p:spPr>
        </p:pic>
        <p:sp>
          <p:nvSpPr>
            <p:cNvPr id="4" name="Plus Sign 3">
              <a:extLst>
                <a:ext uri="{FF2B5EF4-FFF2-40B4-BE49-F238E27FC236}">
                  <a16:creationId xmlns:a16="http://schemas.microsoft.com/office/drawing/2014/main" id="{9374ED72-613B-3844-A91E-7466D758A629}"/>
                </a:ext>
              </a:extLst>
            </p:cNvPr>
            <p:cNvSpPr/>
            <p:nvPr/>
          </p:nvSpPr>
          <p:spPr>
            <a:xfrm>
              <a:off x="8422584" y="1860508"/>
              <a:ext cx="264783" cy="278798"/>
            </a:xfrm>
            <a:prstGeom prst="mathPlus">
              <a:avLst>
                <a:gd name="adj1" fmla="val 17125"/>
              </a:avLst>
            </a:prstGeom>
            <a:solidFill>
              <a:srgbClr val="8A8A9C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A955A0BA-3714-289C-947B-346852AE3B1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882533" y="2760663"/>
            <a:ext cx="373946" cy="373944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7E22092-487D-ECED-F2E3-BB9C9731DEB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287415" y="2772006"/>
            <a:ext cx="351260" cy="35125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DF3AE51-C8D2-C161-D91D-DDD277B0A1AB}"/>
              </a:ext>
            </a:extLst>
          </p:cNvPr>
          <p:cNvCxnSpPr>
            <a:cxnSpLocks/>
          </p:cNvCxnSpPr>
          <p:nvPr/>
        </p:nvCxnSpPr>
        <p:spPr>
          <a:xfrm>
            <a:off x="11061849" y="1982217"/>
            <a:ext cx="477569" cy="0"/>
          </a:xfrm>
          <a:prstGeom prst="straightConnector1">
            <a:avLst/>
          </a:prstGeom>
          <a:noFill/>
          <a:ln w="38100">
            <a:gradFill>
              <a:gsLst>
                <a:gs pos="100000">
                  <a:srgbClr val="765BFF">
                    <a:alpha val="0"/>
                  </a:srgbClr>
                </a:gs>
                <a:gs pos="0">
                  <a:srgbClr val="7030A0"/>
                </a:gs>
              </a:gsLst>
              <a:lin ang="9000000" scaled="0"/>
            </a:gra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C33AA0-D316-1D3D-731A-DC49AC86B095}"/>
              </a:ext>
            </a:extLst>
          </p:cNvPr>
          <p:cNvCxnSpPr>
            <a:cxnSpLocks/>
          </p:cNvCxnSpPr>
          <p:nvPr/>
        </p:nvCxnSpPr>
        <p:spPr>
          <a:xfrm>
            <a:off x="11061849" y="4062623"/>
            <a:ext cx="477569" cy="0"/>
          </a:xfrm>
          <a:prstGeom prst="straightConnector1">
            <a:avLst/>
          </a:prstGeom>
          <a:noFill/>
          <a:ln w="38100">
            <a:gradFill>
              <a:gsLst>
                <a:gs pos="100000">
                  <a:srgbClr val="6492CB">
                    <a:alpha val="36000"/>
                  </a:srgbClr>
                </a:gs>
                <a:gs pos="0">
                  <a:srgbClr val="7030A0"/>
                </a:gs>
              </a:gsLst>
              <a:lin ang="9000000" scaled="0"/>
            </a:gra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69D67C-28F2-A037-2555-77443F007494}"/>
              </a:ext>
            </a:extLst>
          </p:cNvPr>
          <p:cNvCxnSpPr>
            <a:cxnSpLocks/>
          </p:cNvCxnSpPr>
          <p:nvPr/>
        </p:nvCxnSpPr>
        <p:spPr>
          <a:xfrm>
            <a:off x="11061849" y="5891826"/>
            <a:ext cx="477569" cy="0"/>
          </a:xfrm>
          <a:prstGeom prst="straightConnector1">
            <a:avLst/>
          </a:prstGeom>
          <a:noFill/>
          <a:ln w="38100">
            <a:gradFill>
              <a:gsLst>
                <a:gs pos="100000">
                  <a:srgbClr val="5498CC">
                    <a:alpha val="24000"/>
                  </a:srgbClr>
                </a:gs>
                <a:gs pos="0">
                  <a:srgbClr val="7030A0"/>
                </a:gs>
              </a:gsLst>
              <a:lin ang="9000000" scaled="0"/>
            </a:gra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9740201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BANK_ICON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BANK_ICON" val="1"/>
</p:tagLst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158</Words>
  <Application>Microsoft Office PowerPoint</Application>
  <PresentationFormat>Widescreen</PresentationFormat>
  <Paragraphs>41</Paragraphs>
  <Slides>7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Helvetica</vt:lpstr>
      <vt:lpstr>4_Office Theme</vt:lpstr>
      <vt:lpstr>think-cell Slide</vt:lpstr>
      <vt:lpstr>PowerPoint Presentation</vt:lpstr>
      <vt:lpstr>PowerPoint Presentation</vt:lpstr>
      <vt:lpstr>Agenda for Today</vt:lpstr>
      <vt:lpstr>PowerPoint Presentation</vt:lpstr>
      <vt:lpstr>PowerPoint Presentation</vt:lpstr>
      <vt:lpstr>PowerPoint Presentation</vt:lpstr>
      <vt:lpstr>Overall Process Flow from Intake to Sourcing Execution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Vasanti Kadam</dc:creator>
  <cp:lastModifiedBy>Vasanti Kadam</cp:lastModifiedBy>
  <cp:revision>1</cp:revision>
  <dcterms:created xsi:type="dcterms:W3CDTF">2025-08-12T12:03:59Z</dcterms:created>
  <dcterms:modified xsi:type="dcterms:W3CDTF">2025-08-14T11:57:45Z</dcterms:modified>
</cp:coreProperties>
</file>