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6"/>
  </p:notesMasterIdLst>
  <p:sldIdLst>
    <p:sldId id="1092" r:id="rId2"/>
    <p:sldId id="283" r:id="rId3"/>
    <p:sldId id="1091" r:id="rId4"/>
    <p:sldId id="1093" r:id="rId5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15C"/>
    <a:srgbClr val="006CAB"/>
    <a:srgbClr val="459FED"/>
    <a:srgbClr val="A2ABB0"/>
    <a:srgbClr val="E6E6E6"/>
    <a:srgbClr val="4FB7F6"/>
    <a:srgbClr val="66737C"/>
    <a:srgbClr val="17B28A"/>
    <a:srgbClr val="FBBE26"/>
    <a:srgbClr val="FCA5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D2663-A96B-48ED-87F0-E206409A4A7E}" v="2" dt="2025-07-14T20:18:37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597" autoAdjust="0"/>
  </p:normalViewPr>
  <p:slideViewPr>
    <p:cSldViewPr snapToGrid="0">
      <p:cViewPr>
        <p:scale>
          <a:sx n="75" d="100"/>
          <a:sy n="75" d="100"/>
        </p:scale>
        <p:origin x="1386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AE17D-C07F-4FF8-B683-913CF550ED8D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44BE4-ED1C-4D5F-A934-1F6B20917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2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BE4-ED1C-4D5F-A934-1F6B209171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84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BE4-ED1C-4D5F-A934-1F6B209171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8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BE4-ED1C-4D5F-A934-1F6B209171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93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5FF4-A18C-5096-8A71-19773B87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B41C7-3793-DD52-C2EB-69F01F0D6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D833B-DCFB-BE07-8DCD-9861060E8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7B90E-6756-F56F-6904-A210D118A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BE4-ED1C-4D5F-A934-1F6B209171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3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udy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1FC1CA-0418-40FD-ADD1-7D348FB38F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899623" cy="6858000"/>
          </a:xfrm>
          <a:prstGeom prst="roundRect">
            <a:avLst>
              <a:gd name="adj" fmla="val 0"/>
            </a:avLst>
          </a:prstGeom>
          <a:effectLst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1474ADC5-2239-42D6-903F-E7C81729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106652"/>
            <a:ext cx="9067800" cy="567259"/>
          </a:xfrm>
          <a:prstGeom prst="rect">
            <a:avLst/>
          </a:prstGeom>
          <a:solidFill>
            <a:schemeClr val="bg1">
              <a:alpha val="49000"/>
            </a:schemeClr>
          </a:solidFill>
        </p:spPr>
        <p:txBody>
          <a:bodyPr anchor="ctr"/>
          <a:lstStyle>
            <a:lvl1pPr>
              <a:defRPr sz="180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48752C9-94C2-7D40-2A36-11ECBE613FA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95286" y="4480281"/>
            <a:ext cx="8952689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13F6210-DDD5-EFFC-C697-6A81ED6D1E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95286" y="2310651"/>
            <a:ext cx="8952689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AF651D-0250-63A7-BF10-C6BEC273E6FC}"/>
              </a:ext>
            </a:extLst>
          </p:cNvPr>
          <p:cNvGrpSpPr/>
          <p:nvPr userDrawn="1"/>
        </p:nvGrpSpPr>
        <p:grpSpPr>
          <a:xfrm>
            <a:off x="3066203" y="1056537"/>
            <a:ext cx="1125629" cy="895777"/>
            <a:chOff x="3066203" y="1097409"/>
            <a:chExt cx="1125629" cy="8957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4653E89-B5D4-31FA-E7C9-9E1C0AF027E0}"/>
                </a:ext>
              </a:extLst>
            </p:cNvPr>
            <p:cNvSpPr/>
            <p:nvPr/>
          </p:nvSpPr>
          <p:spPr>
            <a:xfrm>
              <a:off x="3066203" y="1531521"/>
              <a:ext cx="112562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Background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&amp; Objective</a:t>
              </a:r>
            </a:p>
          </p:txBody>
        </p: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6E0FA4AB-49F6-BE0E-299B-FA0EB5A16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3017" y="1097409"/>
              <a:ext cx="432000" cy="4320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4C1EC89-6C01-4524-D1F5-9A979D4CF0CD}"/>
              </a:ext>
            </a:extLst>
          </p:cNvPr>
          <p:cNvGrpSpPr/>
          <p:nvPr userDrawn="1"/>
        </p:nvGrpSpPr>
        <p:grpSpPr>
          <a:xfrm>
            <a:off x="3177612" y="3020458"/>
            <a:ext cx="902811" cy="756134"/>
            <a:chOff x="3177612" y="2949865"/>
            <a:chExt cx="902811" cy="75613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5FE97B3-F877-7DE7-5603-D28D35C8AEC3}"/>
                </a:ext>
              </a:extLst>
            </p:cNvPr>
            <p:cNvSpPr/>
            <p:nvPr/>
          </p:nvSpPr>
          <p:spPr>
            <a:xfrm>
              <a:off x="3177612" y="3429000"/>
              <a:ext cx="9028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Approach</a:t>
              </a:r>
            </a:p>
          </p:txBody>
        </p:sp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1650CCA3-D0F0-5A85-4326-DD18BDC66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3017" y="2949865"/>
              <a:ext cx="432000" cy="43200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80642-8A86-DF1D-58A2-676BA8A29F7B}"/>
              </a:ext>
            </a:extLst>
          </p:cNvPr>
          <p:cNvGrpSpPr/>
          <p:nvPr userDrawn="1"/>
        </p:nvGrpSpPr>
        <p:grpSpPr>
          <a:xfrm>
            <a:off x="3203259" y="4816367"/>
            <a:ext cx="851516" cy="717316"/>
            <a:chOff x="3203259" y="4894255"/>
            <a:chExt cx="851516" cy="71731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FCD4971-5812-FC2C-16E1-8A088BFBAD0D}"/>
                </a:ext>
              </a:extLst>
            </p:cNvPr>
            <p:cNvSpPr/>
            <p:nvPr/>
          </p:nvSpPr>
          <p:spPr>
            <a:xfrm>
              <a:off x="3203259" y="5334572"/>
              <a:ext cx="8515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Outcome</a:t>
              </a: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CA906F02-1900-D99B-9634-0BDFCAD01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13017" y="4894255"/>
              <a:ext cx="432000" cy="432000"/>
            </a:xfrm>
            <a:prstGeom prst="rect">
              <a:avLst/>
            </a:prstGeom>
          </p:spPr>
        </p:pic>
      </p:grp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C77271DB-22B1-CE25-73A5-055438121946}"/>
              </a:ext>
            </a:extLst>
          </p:cNvPr>
          <p:cNvSpPr/>
          <p:nvPr/>
        </p:nvSpPr>
        <p:spPr bwMode="auto">
          <a:xfrm>
            <a:off x="6269746" y="5924571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B11767B2-6923-4D57-A73B-8F3BC832F7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1493" y="6052523"/>
            <a:ext cx="488887" cy="488887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9DD72FC-BD25-1FFB-A41C-9E9671521B50}"/>
              </a:ext>
            </a:extLst>
          </p:cNvPr>
          <p:cNvSpPr/>
          <p:nvPr/>
        </p:nvSpPr>
        <p:spPr bwMode="auto">
          <a:xfrm>
            <a:off x="4343507" y="5924571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950F2255-8D74-5ED7-1C5E-6797A371AF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28762" y="6084630"/>
            <a:ext cx="424673" cy="424673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78B6D94-8508-F953-1775-927F28D7DFB7}"/>
              </a:ext>
            </a:extLst>
          </p:cNvPr>
          <p:cNvSpPr/>
          <p:nvPr/>
        </p:nvSpPr>
        <p:spPr bwMode="auto">
          <a:xfrm>
            <a:off x="8195985" y="5924571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3" name="Graphic 92">
            <a:extLst>
              <a:ext uri="{FF2B5EF4-FFF2-40B4-BE49-F238E27FC236}">
                <a16:creationId xmlns:a16="http://schemas.microsoft.com/office/drawing/2014/main" id="{88AC7331-C012-E49B-E951-8A2D689195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9699" y="6077621"/>
            <a:ext cx="438690" cy="438690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DEEFE98-DD24-5C72-00CB-D6695BC2A70F}"/>
              </a:ext>
            </a:extLst>
          </p:cNvPr>
          <p:cNvSpPr/>
          <p:nvPr/>
        </p:nvSpPr>
        <p:spPr bwMode="auto">
          <a:xfrm>
            <a:off x="10115404" y="5924571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7" name="Graphic 96">
            <a:extLst>
              <a:ext uri="{FF2B5EF4-FFF2-40B4-BE49-F238E27FC236}">
                <a16:creationId xmlns:a16="http://schemas.microsoft.com/office/drawing/2014/main" id="{3A58E692-2124-2892-5F6F-5FAEB0DE72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57950" y="6084631"/>
            <a:ext cx="424674" cy="42467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5491A-F8F5-1761-4324-296434ECA53F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192588" y="771648"/>
            <a:ext cx="7854950" cy="146526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1FACC2-727E-C8DD-D5BB-7ECE5F2714B5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4192588" y="2395211"/>
            <a:ext cx="7854950" cy="19903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D557E9D-16C3-4DE4-2DDA-0B992264E5C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192588" y="4574995"/>
            <a:ext cx="7854950" cy="11703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DDC09FE-BAF6-D790-19F6-7643104E7E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789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048657-D60D-4AE0-E791-CAE9FC1386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814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02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6A4FF67-E842-26D7-78AB-3435092103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8328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03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F9D3BC8-5A7F-59EB-BACD-A9CED92608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37645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04</a:t>
            </a:r>
          </a:p>
        </p:txBody>
      </p:sp>
    </p:spTree>
    <p:extLst>
      <p:ext uri="{BB962C8B-B14F-4D97-AF65-F5344CB8AC3E}">
        <p14:creationId xmlns:p14="http://schemas.microsoft.com/office/powerpoint/2010/main" val="370711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se Study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005B4CC-78E1-4907-9B5E-CC36F1523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22132" cy="6858000"/>
          </a:xfrm>
          <a:custGeom>
            <a:avLst/>
            <a:gdLst>
              <a:gd name="connsiteX0" fmla="*/ 0 w 5222132"/>
              <a:gd name="connsiteY0" fmla="*/ 0 h 6858000"/>
              <a:gd name="connsiteX1" fmla="*/ 4677666 w 5222132"/>
              <a:gd name="connsiteY1" fmla="*/ 0 h 6858000"/>
              <a:gd name="connsiteX2" fmla="*/ 4823279 w 5222132"/>
              <a:gd name="connsiteY2" fmla="*/ 302275 h 6858000"/>
              <a:gd name="connsiteX3" fmla="*/ 5222132 w 5222132"/>
              <a:gd name="connsiteY3" fmla="*/ 2277864 h 6858000"/>
              <a:gd name="connsiteX4" fmla="*/ 2347108 w 5222132"/>
              <a:gd name="connsiteY4" fmla="*/ 6852807 h 6858000"/>
              <a:gd name="connsiteX5" fmla="*/ 2335621 w 5222132"/>
              <a:gd name="connsiteY5" fmla="*/ 6858000 h 6858000"/>
              <a:gd name="connsiteX6" fmla="*/ 0 w 52221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22132" h="6858000">
                <a:moveTo>
                  <a:pt x="0" y="0"/>
                </a:moveTo>
                <a:lnTo>
                  <a:pt x="4677666" y="0"/>
                </a:lnTo>
                <a:lnTo>
                  <a:pt x="4823279" y="302275"/>
                </a:lnTo>
                <a:cubicBezTo>
                  <a:pt x="5080110" y="909492"/>
                  <a:pt x="5222132" y="1577093"/>
                  <a:pt x="5222132" y="2277864"/>
                </a:cubicBezTo>
                <a:cubicBezTo>
                  <a:pt x="5222132" y="4292582"/>
                  <a:pt x="4048233" y="6033121"/>
                  <a:pt x="2347108" y="6852807"/>
                </a:cubicBezTo>
                <a:lnTo>
                  <a:pt x="233562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5A0EE632-DBA2-0879-A5BB-D99930FE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132" y="106652"/>
            <a:ext cx="6868268" cy="567259"/>
          </a:xfrm>
          <a:prstGeom prst="rect">
            <a:avLst/>
          </a:prstGeom>
          <a:solidFill>
            <a:schemeClr val="bg1">
              <a:alpha val="49000"/>
            </a:schemeClr>
          </a:solidFill>
        </p:spPr>
        <p:txBody>
          <a:bodyPr anchor="ctr"/>
          <a:lstStyle>
            <a:lvl1pPr>
              <a:defRPr sz="180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09A90B-BEEE-182F-4183-A681291093BD}"/>
              </a:ext>
            </a:extLst>
          </p:cNvPr>
          <p:cNvGrpSpPr/>
          <p:nvPr userDrawn="1"/>
        </p:nvGrpSpPr>
        <p:grpSpPr>
          <a:xfrm>
            <a:off x="5206229" y="1056537"/>
            <a:ext cx="1125629" cy="895777"/>
            <a:chOff x="3066203" y="1097409"/>
            <a:chExt cx="1125629" cy="8957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1146A2-7666-1C62-2B5E-1B1453BFAA84}"/>
                </a:ext>
              </a:extLst>
            </p:cNvPr>
            <p:cNvSpPr/>
            <p:nvPr/>
          </p:nvSpPr>
          <p:spPr>
            <a:xfrm>
              <a:off x="3066203" y="1531521"/>
              <a:ext cx="112562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Background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&amp; Objective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5B6FC0B-2BDE-5328-4FAC-F6EF59AF3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3017" y="1097409"/>
              <a:ext cx="432000" cy="432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D26F73-695B-E9AA-5E60-829A64620808}"/>
              </a:ext>
            </a:extLst>
          </p:cNvPr>
          <p:cNvGrpSpPr/>
          <p:nvPr userDrawn="1"/>
        </p:nvGrpSpPr>
        <p:grpSpPr>
          <a:xfrm>
            <a:off x="5206229" y="3020458"/>
            <a:ext cx="902811" cy="756134"/>
            <a:chOff x="3177612" y="2949865"/>
            <a:chExt cx="902811" cy="75613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8CD9D3-BF01-BBF3-F4D0-BDAF3DEFBC7C}"/>
                </a:ext>
              </a:extLst>
            </p:cNvPr>
            <p:cNvSpPr/>
            <p:nvPr/>
          </p:nvSpPr>
          <p:spPr>
            <a:xfrm>
              <a:off x="3177612" y="3429000"/>
              <a:ext cx="9028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Approach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BFA9561-AB41-64C0-097B-6989C3182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3017" y="2949865"/>
              <a:ext cx="432000" cy="432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3BB5DB-379B-E4BB-4238-8A604BF6BD83}"/>
              </a:ext>
            </a:extLst>
          </p:cNvPr>
          <p:cNvGrpSpPr/>
          <p:nvPr userDrawn="1"/>
        </p:nvGrpSpPr>
        <p:grpSpPr>
          <a:xfrm>
            <a:off x="4564471" y="4816367"/>
            <a:ext cx="851516" cy="717316"/>
            <a:chOff x="3203259" y="4894255"/>
            <a:chExt cx="851516" cy="7173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5BC1A4-3792-3FD9-36D8-4D853AB4CA11}"/>
                </a:ext>
              </a:extLst>
            </p:cNvPr>
            <p:cNvSpPr/>
            <p:nvPr/>
          </p:nvSpPr>
          <p:spPr>
            <a:xfrm>
              <a:off x="3203259" y="5334572"/>
              <a:ext cx="8515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Outcome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C9526EE-088A-7A57-0C71-967D29F00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13017" y="4894255"/>
              <a:ext cx="432000" cy="432000"/>
            </a:xfrm>
            <a:prstGeom prst="rect">
              <a:avLst/>
            </a:prstGeom>
          </p:spPr>
        </p:pic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3F2A36B-AE2E-FFD7-9E0D-B9E9BC7557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06958" y="771648"/>
            <a:ext cx="5840579" cy="146526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37EFE28-AA70-84A9-DBEC-70D6715605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6958" y="2395211"/>
            <a:ext cx="5840579" cy="19903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0018239-87CE-E8AD-3977-B63C512D8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1634" y="4574995"/>
            <a:ext cx="6605903" cy="11703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CB5184-D341-84F4-850F-708EEC6BEFFC}"/>
              </a:ext>
            </a:extLst>
          </p:cNvPr>
          <p:cNvSpPr/>
          <p:nvPr userDrawn="1"/>
        </p:nvSpPr>
        <p:spPr bwMode="auto">
          <a:xfrm>
            <a:off x="6269746" y="5924571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A81A047-1F1A-768E-8EF3-1678DCF1C2B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1493" y="6052523"/>
            <a:ext cx="488887" cy="488887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5D1110-B9F7-BB87-B1DC-9EBD444A6CBB}"/>
              </a:ext>
            </a:extLst>
          </p:cNvPr>
          <p:cNvSpPr/>
          <p:nvPr userDrawn="1"/>
        </p:nvSpPr>
        <p:spPr bwMode="auto">
          <a:xfrm>
            <a:off x="4343507" y="5924571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619DB5F-05D2-6FA9-461B-F9930EFAC8B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28762" y="6084630"/>
            <a:ext cx="424673" cy="424673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843911-5E37-4082-4BBB-149B3B4B2C53}"/>
              </a:ext>
            </a:extLst>
          </p:cNvPr>
          <p:cNvSpPr/>
          <p:nvPr userDrawn="1"/>
        </p:nvSpPr>
        <p:spPr bwMode="auto">
          <a:xfrm>
            <a:off x="8195985" y="5924571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65527F9-27EA-E3A1-C4E3-55B6261EAA8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9699" y="6077621"/>
            <a:ext cx="438690" cy="43869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8392A2-AF75-E455-2CB6-8DA7A4529DC1}"/>
              </a:ext>
            </a:extLst>
          </p:cNvPr>
          <p:cNvSpPr/>
          <p:nvPr userDrawn="1"/>
        </p:nvSpPr>
        <p:spPr bwMode="auto">
          <a:xfrm>
            <a:off x="10115404" y="5924571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4B6ED6E-FF5F-4B4E-8659-16AE6B165E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57950" y="6084631"/>
            <a:ext cx="424674" cy="424672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C9C2123-767B-D094-7C3F-FF98C29A5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789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01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FB4F948-7D33-6AB7-4172-41F767A138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814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02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1FC933-986F-1652-0BB1-8D724F2FDD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83280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03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DC04796-BF86-632F-0FD1-BC688064C8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37645" y="6014241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04</a:t>
            </a:r>
          </a:p>
        </p:txBody>
      </p:sp>
    </p:spTree>
    <p:extLst>
      <p:ext uri="{BB962C8B-B14F-4D97-AF65-F5344CB8AC3E}">
        <p14:creationId xmlns:p14="http://schemas.microsoft.com/office/powerpoint/2010/main" val="265513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udy 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03A4CFD-FA21-B011-321E-887B07A0E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162175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1474ADC5-2239-42D6-903F-E7C81729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" y="1582944"/>
            <a:ext cx="12020949" cy="567259"/>
          </a:xfrm>
          <a:prstGeom prst="rect">
            <a:avLst/>
          </a:prstGeom>
          <a:solidFill>
            <a:srgbClr val="43515C">
              <a:alpha val="49000"/>
            </a:srgbClr>
          </a:solidFill>
        </p:spPr>
        <p:txBody>
          <a:bodyPr anchor="ctr"/>
          <a:lstStyle>
            <a:lvl1pPr>
              <a:defRPr sz="180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E36838-DF0C-D3C2-1E7A-A67605F68C46}"/>
              </a:ext>
            </a:extLst>
          </p:cNvPr>
          <p:cNvGrpSpPr/>
          <p:nvPr userDrawn="1"/>
        </p:nvGrpSpPr>
        <p:grpSpPr>
          <a:xfrm>
            <a:off x="1217277" y="2188485"/>
            <a:ext cx="1125629" cy="895777"/>
            <a:chOff x="3066203" y="1097409"/>
            <a:chExt cx="1125629" cy="8957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3D5169-C252-390D-9FC1-4DDD20AF3A06}"/>
                </a:ext>
              </a:extLst>
            </p:cNvPr>
            <p:cNvSpPr/>
            <p:nvPr/>
          </p:nvSpPr>
          <p:spPr>
            <a:xfrm>
              <a:off x="3066203" y="1531521"/>
              <a:ext cx="112562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Background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&amp; Objective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7F70EA0-ECE9-B535-EABB-E99F4FE5A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3017" y="1097409"/>
              <a:ext cx="432000" cy="432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608DCE-E030-7833-E32F-D7E137098446}"/>
              </a:ext>
            </a:extLst>
          </p:cNvPr>
          <p:cNvGrpSpPr/>
          <p:nvPr userDrawn="1"/>
        </p:nvGrpSpPr>
        <p:grpSpPr>
          <a:xfrm>
            <a:off x="5596887" y="2258306"/>
            <a:ext cx="902811" cy="756134"/>
            <a:chOff x="3177612" y="2949865"/>
            <a:chExt cx="902811" cy="75613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BF7154-8839-A637-8FD4-9B986679FE47}"/>
                </a:ext>
              </a:extLst>
            </p:cNvPr>
            <p:cNvSpPr/>
            <p:nvPr/>
          </p:nvSpPr>
          <p:spPr>
            <a:xfrm>
              <a:off x="3177612" y="3429000"/>
              <a:ext cx="9028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Approach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864758C-82F9-1445-1C2C-3DC7862E6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3017" y="2949865"/>
              <a:ext cx="432000" cy="432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5991E9-9DC6-6C00-EDC0-1F430F669F75}"/>
              </a:ext>
            </a:extLst>
          </p:cNvPr>
          <p:cNvGrpSpPr/>
          <p:nvPr userDrawn="1"/>
        </p:nvGrpSpPr>
        <p:grpSpPr>
          <a:xfrm>
            <a:off x="9656650" y="2277715"/>
            <a:ext cx="851516" cy="717316"/>
            <a:chOff x="3203259" y="4894255"/>
            <a:chExt cx="851516" cy="7173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59DE09-BE30-62B6-49ED-E02549B95AC3}"/>
                </a:ext>
              </a:extLst>
            </p:cNvPr>
            <p:cNvSpPr/>
            <p:nvPr/>
          </p:nvSpPr>
          <p:spPr>
            <a:xfrm>
              <a:off x="3203259" y="5334572"/>
              <a:ext cx="8515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Outcome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B0C2794-03D1-154C-88BF-BD896B30E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13017" y="4894255"/>
              <a:ext cx="432000" cy="432000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146DA6-9D29-7F24-FFF8-6BA54BE22462}"/>
              </a:ext>
            </a:extLst>
          </p:cNvPr>
          <p:cNvCxnSpPr/>
          <p:nvPr userDrawn="1"/>
        </p:nvCxnSpPr>
        <p:spPr>
          <a:xfrm>
            <a:off x="4114800" y="2449989"/>
            <a:ext cx="0" cy="422273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7A8CB9-5228-2B4F-2D63-9E4B245C3C35}"/>
              </a:ext>
            </a:extLst>
          </p:cNvPr>
          <p:cNvCxnSpPr/>
          <p:nvPr userDrawn="1"/>
        </p:nvCxnSpPr>
        <p:spPr>
          <a:xfrm>
            <a:off x="8077200" y="2449989"/>
            <a:ext cx="0" cy="422273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8298849-0418-F321-FDF1-521972EE3F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421" y="3076575"/>
            <a:ext cx="3697453" cy="327301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87F47BB-B7E5-D204-E67D-F8F2D52D2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5848" y="3076575"/>
            <a:ext cx="3640304" cy="327301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FEEE985-FD58-AF64-5075-80A418506E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38247" y="3076575"/>
            <a:ext cx="3696578" cy="327301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EE43A8-6081-29B9-C4DE-D09EDB87B55F}"/>
              </a:ext>
            </a:extLst>
          </p:cNvPr>
          <p:cNvSpPr/>
          <p:nvPr userDrawn="1"/>
        </p:nvSpPr>
        <p:spPr bwMode="auto">
          <a:xfrm>
            <a:off x="10203571" y="4695826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38B19A9-B420-A900-E98B-964490A96C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85318" y="4823778"/>
            <a:ext cx="488887" cy="488887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EFF207-82D0-2D9A-E01F-BB634D18DE9E}"/>
              </a:ext>
            </a:extLst>
          </p:cNvPr>
          <p:cNvSpPr/>
          <p:nvPr userDrawn="1"/>
        </p:nvSpPr>
        <p:spPr bwMode="auto">
          <a:xfrm>
            <a:off x="8277332" y="4695826"/>
            <a:ext cx="175249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75BAEDF6-5E1A-0E03-6FA6-408CB07C6D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62587" y="4855885"/>
            <a:ext cx="424673" cy="424673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B617A7-D5EC-F4D8-E26C-24AA67DEDC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21715" y="4785496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01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F2E7E8D-F5AD-D2CE-5CBF-D8C1ECA35A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21965" y="4785496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627546-31DB-87FF-6239-62364729295C}"/>
              </a:ext>
            </a:extLst>
          </p:cNvPr>
          <p:cNvSpPr/>
          <p:nvPr userDrawn="1"/>
        </p:nvSpPr>
        <p:spPr bwMode="auto">
          <a:xfrm>
            <a:off x="8279415" y="5528682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CCB5F50-0717-2D7F-F03F-979593B4A69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13129" y="5681732"/>
            <a:ext cx="438690" cy="438690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612D85D-5044-C404-B2DC-F6F97E86DFF0}"/>
              </a:ext>
            </a:extLst>
          </p:cNvPr>
          <p:cNvSpPr/>
          <p:nvPr userDrawn="1"/>
        </p:nvSpPr>
        <p:spPr bwMode="auto">
          <a:xfrm>
            <a:off x="10198834" y="5528682"/>
            <a:ext cx="1745673" cy="744791"/>
          </a:xfrm>
          <a:prstGeom prst="roundRect">
            <a:avLst>
              <a:gd name="adj" fmla="val 8526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B931B936-79B4-7B13-28B6-E2B1988ACA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41380" y="5688742"/>
            <a:ext cx="424674" cy="424672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7B280CB-5513-CE2D-CBBE-E10FC167E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6710" y="5618352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03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E957EE0-D899-897A-FBD2-8F19F44A36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1075" y="5618352"/>
            <a:ext cx="1068410" cy="55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Key Point 04</a:t>
            </a:r>
          </a:p>
        </p:txBody>
      </p:sp>
    </p:spTree>
    <p:extLst>
      <p:ext uri="{BB962C8B-B14F-4D97-AF65-F5344CB8AC3E}">
        <p14:creationId xmlns:p14="http://schemas.microsoft.com/office/powerpoint/2010/main" val="42682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udy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03A4CFD-FA21-B011-321E-887B07A0E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162175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1474ADC5-2239-42D6-903F-E7C81729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" y="17268"/>
            <a:ext cx="12020949" cy="567259"/>
          </a:xfrm>
          <a:prstGeom prst="rect">
            <a:avLst/>
          </a:prstGeom>
          <a:solidFill>
            <a:srgbClr val="43515C">
              <a:alpha val="49000"/>
            </a:srgbClr>
          </a:solidFill>
        </p:spPr>
        <p:txBody>
          <a:bodyPr anchor="ctr"/>
          <a:lstStyle>
            <a:lvl1pPr>
              <a:defRPr sz="180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E36838-DF0C-D3C2-1E7A-A67605F68C46}"/>
              </a:ext>
            </a:extLst>
          </p:cNvPr>
          <p:cNvGrpSpPr/>
          <p:nvPr userDrawn="1"/>
        </p:nvGrpSpPr>
        <p:grpSpPr>
          <a:xfrm>
            <a:off x="2592310" y="2188485"/>
            <a:ext cx="1125629" cy="895777"/>
            <a:chOff x="3066203" y="1097409"/>
            <a:chExt cx="1125629" cy="8957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3D5169-C252-390D-9FC1-4DDD20AF3A06}"/>
                </a:ext>
              </a:extLst>
            </p:cNvPr>
            <p:cNvSpPr/>
            <p:nvPr/>
          </p:nvSpPr>
          <p:spPr>
            <a:xfrm>
              <a:off x="3066203" y="1531521"/>
              <a:ext cx="112562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Background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&amp; Objective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7F70EA0-ECE9-B535-EABB-E99F4FE5A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3017" y="1097409"/>
              <a:ext cx="432000" cy="432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608DCE-E030-7833-E32F-D7E137098446}"/>
              </a:ext>
            </a:extLst>
          </p:cNvPr>
          <p:cNvGrpSpPr/>
          <p:nvPr userDrawn="1"/>
        </p:nvGrpSpPr>
        <p:grpSpPr>
          <a:xfrm>
            <a:off x="8848087" y="2258306"/>
            <a:ext cx="902811" cy="756134"/>
            <a:chOff x="3177612" y="2949865"/>
            <a:chExt cx="902811" cy="75613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BF7154-8839-A637-8FD4-9B986679FE47}"/>
                </a:ext>
              </a:extLst>
            </p:cNvPr>
            <p:cNvSpPr/>
            <p:nvPr/>
          </p:nvSpPr>
          <p:spPr>
            <a:xfrm>
              <a:off x="3177612" y="3429000"/>
              <a:ext cx="9028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rPr>
                <a:t>Approach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864758C-82F9-1445-1C2C-3DC7862E6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3017" y="2949865"/>
              <a:ext cx="432000" cy="432000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146DA6-9D29-7F24-FFF8-6BA54BE22462}"/>
              </a:ext>
            </a:extLst>
          </p:cNvPr>
          <p:cNvCxnSpPr/>
          <p:nvPr userDrawn="1"/>
        </p:nvCxnSpPr>
        <p:spPr>
          <a:xfrm>
            <a:off x="6108700" y="2449989"/>
            <a:ext cx="0" cy="422273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8298849-0418-F321-FDF1-521972EE3F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420" y="3076575"/>
            <a:ext cx="5764379" cy="327301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87F47BB-B7E5-D204-E67D-F8F2D52D2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2285" y="3076575"/>
            <a:ext cx="5675283" cy="327301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714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9B3DC00-B69F-074A-95F4-D92F3CEA8DF4}"/>
              </a:ext>
            </a:extLst>
          </p:cNvPr>
          <p:cNvSpPr/>
          <p:nvPr userDrawn="1"/>
        </p:nvSpPr>
        <p:spPr>
          <a:xfrm>
            <a:off x="0" y="0"/>
            <a:ext cx="12192000" cy="832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41297-20E2-4D98-88B6-A5B287D3F5B5}"/>
              </a:ext>
            </a:extLst>
          </p:cNvPr>
          <p:cNvSpPr/>
          <p:nvPr userDrawn="1"/>
        </p:nvSpPr>
        <p:spPr>
          <a:xfrm>
            <a:off x="284397" y="6643821"/>
            <a:ext cx="4534896" cy="1046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Unified Procurement &amp; Supply Chain Solutions: Helping Leading Enterprises Worldwide Achieve Extraordinary Results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3DB544-D0FD-4F4A-BB23-79249DCBAA92}"/>
              </a:ext>
            </a:extLst>
          </p:cNvPr>
          <p:cNvCxnSpPr/>
          <p:nvPr userDrawn="1"/>
        </p:nvCxnSpPr>
        <p:spPr>
          <a:xfrm>
            <a:off x="0" y="6532603"/>
            <a:ext cx="1219199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3">
            <a:extLst>
              <a:ext uri="{FF2B5EF4-FFF2-40B4-BE49-F238E27FC236}">
                <a16:creationId xmlns:a16="http://schemas.microsoft.com/office/drawing/2014/main" id="{3B840D81-80DE-7749-9A67-9AC723BE8979}"/>
              </a:ext>
            </a:extLst>
          </p:cNvPr>
          <p:cNvSpPr txBox="1">
            <a:spLocks/>
          </p:cNvSpPr>
          <p:nvPr userDrawn="1"/>
        </p:nvSpPr>
        <p:spPr>
          <a:xfrm>
            <a:off x="11823728" y="6534288"/>
            <a:ext cx="368271" cy="32371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9CFC3-F06C-4C9F-BFF7-954A664A9866}"/>
              </a:ext>
            </a:extLst>
          </p:cNvPr>
          <p:cNvSpPr/>
          <p:nvPr userDrawn="1"/>
        </p:nvSpPr>
        <p:spPr>
          <a:xfrm>
            <a:off x="9551952" y="6588421"/>
            <a:ext cx="22717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b="1">
                <a:solidFill>
                  <a:srgbClr val="66737C"/>
                </a:solidFill>
                <a:latin typeface="+mn-lt"/>
              </a:rPr>
              <a:t>Copyright © 2025 GEP. All rights reserved.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18AA170-A172-442D-8766-D61EA0E8741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5131" y="217553"/>
            <a:ext cx="1332472" cy="3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52" r:id="rId2"/>
    <p:sldLayoutId id="2147483853" r:id="rId3"/>
    <p:sldLayoutId id="2147483854" r:id="rId4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>
              <a:lumMod val="85000"/>
              <a:lumOff val="15000"/>
            </a:schemeClr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296">
          <p15:clr>
            <a:srgbClr val="F26B43"/>
          </p15:clr>
        </p15:guide>
        <p15:guide id="3" pos="384">
          <p15:clr>
            <a:srgbClr val="F26B43"/>
          </p15:clr>
        </p15:guide>
        <p15:guide id="4" pos="55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4C5C-5310-E459-1964-AF855177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BAD2C1E-4060-1DFB-44FB-0132526E3E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4C091B-4587-3289-2ABF-1DE971F3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1BF3B0-99CD-B801-E018-45C845B2D7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1AC569-6BFF-7FCA-8C91-FE4D73D3D5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575145-F822-ACEF-6E07-C9753B139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633922-8B08-56CD-BF8D-03055DFE3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AAAE2DD-E890-EEA8-A16A-D18AFC4078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1C4FEF-9788-D8EC-8387-0A51534636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65C6FC1-665A-27D8-5EED-20E28F287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0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8FEB71-216B-5999-711D-783AF0C343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CC6FDD-106E-104C-1B73-E6E815C8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318561-3800-C492-02BE-47AB722BBB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4947AF-6F8A-F065-9C50-78961B5B20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C45D4D-D209-C87A-E004-1EA904D5C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91A81A-1F81-23A2-02CF-51C6B1A49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B5B345-EEDD-3762-6158-18435C8AA2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16A0CD9-DB3A-15FB-883A-0BD19D2B2D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DF3B32-596A-1F51-FC4A-020637D354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4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79B8-1350-0B0F-2040-55BCB6FD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71386A7-6640-C567-94F1-150BB3B5C6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163A8D5-3E9C-5088-98C0-D676812D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E0CA909-6FE7-2BEA-7A07-9C176ACA79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2E4562F-2BEF-B6BC-9D69-D6BD123351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4CBC03-C12F-A64E-94B9-73A5B4AFED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74E52F0-6374-9677-3A97-D2151B922A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5609656-DB7C-DAF1-696D-2B5F66266A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5B863C-1315-2DAA-7472-DEC1403BCD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409474D-3E25-C459-5B73-FA12C1BEA7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8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4A74-30A7-5CCD-8B7E-DA66A289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B5F2C-A5DA-4F83-6F84-DFE0FBBF30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BF59B-2A8F-11D0-5D8D-501D0842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99F0E-01FD-8446-BFFC-D7B3A89FD7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A0DE4-D9B0-25FC-74B8-D764F8D959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50758"/>
      </p:ext>
    </p:extLst>
  </p:cSld>
  <p:clrMapOvr>
    <a:masterClrMapping/>
  </p:clrMapOvr>
</p:sld>
</file>

<file path=ppt/theme/theme1.xml><?xml version="1.0" encoding="utf-8"?>
<a:theme xmlns:a="http://schemas.openxmlformats.org/drawingml/2006/main" name="Case Study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.potx" id="{3264B85A-E9CC-41F0-8BC2-B22A50DCCCDF}" vid="{9A5DDF6B-CEF2-400A-AFD9-75D3A82C97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3a291d3-8a20-4c35-8d08-38ffcafa479d}" enabled="0" method="" siteId="{e3a291d3-8a20-4c35-8d08-38ffcafa47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</Template>
  <TotalTime>10</TotalTime>
  <Words>4</Words>
  <Application>Microsoft Office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Case Study Layouts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Swapnil Panchal</cp:lastModifiedBy>
  <cp:revision>5</cp:revision>
  <dcterms:created xsi:type="dcterms:W3CDTF">2025-06-16T13:13:10Z</dcterms:created>
  <dcterms:modified xsi:type="dcterms:W3CDTF">2025-07-16T19:25:37Z</dcterms:modified>
</cp:coreProperties>
</file>