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  <p:sldId id="301" r:id="rId3"/>
    <p:sldId id="2147478460" r:id="rId4"/>
    <p:sldId id="2147478468" r:id="rId5"/>
    <p:sldId id="348" r:id="rId6"/>
    <p:sldId id="2147478461" r:id="rId7"/>
    <p:sldId id="2147478462" r:id="rId8"/>
    <p:sldId id="2147478463" r:id="rId9"/>
    <p:sldId id="2147478464" r:id="rId10"/>
    <p:sldId id="2147478465" r:id="rId11"/>
    <p:sldId id="21474784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Title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Title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Title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Title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Title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Title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Title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