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147478459" r:id="rId2"/>
    <p:sldId id="2147478460" r:id="rId3"/>
    <p:sldId id="2147478461" r:id="rId4"/>
    <p:sldId id="2147478462" r:id="rId5"/>
    <p:sldId id="2147478463" r:id="rId6"/>
    <p:sldId id="2147478464" r:id="rId7"/>
    <p:sldId id="2147478465" r:id="rId8"/>
    <p:sldId id="2147478466" r:id="rId9"/>
    <p:sldId id="2147478467" r:id="rId10"/>
    <p:sldId id="2147478468" r:id="rId11"/>
    <p:sldId id="21474784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3F1"/>
    <a:srgbClr val="EDE5F3"/>
    <a:srgbClr val="DFEDF7"/>
    <a:srgbClr val="E1E8EB"/>
    <a:srgbClr val="E5E1ED"/>
    <a:srgbClr val="4969A2"/>
    <a:srgbClr val="7D95BE"/>
    <a:srgbClr val="227FC3"/>
    <a:srgbClr val="60A6D8"/>
    <a:srgbClr val="9363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3" d="100"/>
          <a:sy n="83" d="100"/>
        </p:scale>
        <p:origin x="104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asanti Kadam" userId="2d2c718a-941c-44c5-9fc1-bfc327de9193" providerId="ADAL" clId="{0BCD5A20-8A39-4416-AADE-0221B4129DD7}"/>
    <pc:docChg chg="custSel modSld">
      <pc:chgData name="Vasanti Kadam" userId="2d2c718a-941c-44c5-9fc1-bfc327de9193" providerId="ADAL" clId="{0BCD5A20-8A39-4416-AADE-0221B4129DD7}" dt="2025-07-18T15:38:27.855" v="1" actId="478"/>
      <pc:docMkLst>
        <pc:docMk/>
      </pc:docMkLst>
      <pc:sldChg chg="delSp mod">
        <pc:chgData name="Vasanti Kadam" userId="2d2c718a-941c-44c5-9fc1-bfc327de9193" providerId="ADAL" clId="{0BCD5A20-8A39-4416-AADE-0221B4129DD7}" dt="2025-07-18T15:38:24.273" v="0" actId="478"/>
        <pc:sldMkLst>
          <pc:docMk/>
          <pc:sldMk cId="2668299416" sldId="2147478467"/>
        </pc:sldMkLst>
        <pc:grpChg chg="del">
          <ac:chgData name="Vasanti Kadam" userId="2d2c718a-941c-44c5-9fc1-bfc327de9193" providerId="ADAL" clId="{0BCD5A20-8A39-4416-AADE-0221B4129DD7}" dt="2025-07-18T15:38:24.273" v="0" actId="478"/>
          <ac:grpSpMkLst>
            <pc:docMk/>
            <pc:sldMk cId="2668299416" sldId="2147478467"/>
            <ac:grpSpMk id="26" creationId="{9509966C-3091-202B-6040-C0ABE068ACF6}"/>
          </ac:grpSpMkLst>
        </pc:grpChg>
      </pc:sldChg>
      <pc:sldChg chg="delSp mod">
        <pc:chgData name="Vasanti Kadam" userId="2d2c718a-941c-44c5-9fc1-bfc327de9193" providerId="ADAL" clId="{0BCD5A20-8A39-4416-AADE-0221B4129DD7}" dt="2025-07-18T15:38:27.855" v="1" actId="478"/>
        <pc:sldMkLst>
          <pc:docMk/>
          <pc:sldMk cId="1247192075" sldId="2147478468"/>
        </pc:sldMkLst>
        <pc:grpChg chg="del">
          <ac:chgData name="Vasanti Kadam" userId="2d2c718a-941c-44c5-9fc1-bfc327de9193" providerId="ADAL" clId="{0BCD5A20-8A39-4416-AADE-0221B4129DD7}" dt="2025-07-18T15:38:27.855" v="1" actId="478"/>
          <ac:grpSpMkLst>
            <pc:docMk/>
            <pc:sldMk cId="1247192075" sldId="2147478468"/>
            <ac:grpSpMk id="26" creationId="{8279D3B8-FD59-D345-2872-4A487E6823B6}"/>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hyperlink" Target="mailto:mailto;info@gep.com" TargetMode="External"/><Relationship Id="rId7" Type="http://schemas.openxmlformats.org/officeDocument/2006/relationships/image" Target="../media/image10.png"/><Relationship Id="rId2" Type="http://schemas.openxmlformats.org/officeDocument/2006/relationships/hyperlink" Target="http://www.gep.com/" TargetMode="External"/><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sestudy Layou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CCAA74-A953-3B4B-B89E-81C4AB40F2E3}"/>
              </a:ext>
            </a:extLst>
          </p:cNvPr>
          <p:cNvSpPr>
            <a:spLocks noGrp="1"/>
          </p:cNvSpPr>
          <p:nvPr>
            <p:ph type="title"/>
          </p:nvPr>
        </p:nvSpPr>
        <p:spPr>
          <a:xfrm>
            <a:off x="214184" y="13663"/>
            <a:ext cx="9728886" cy="678316"/>
          </a:xfrm>
          <a:prstGeom prst="rect">
            <a:avLst/>
          </a:prstGeom>
        </p:spPr>
        <p:txBody>
          <a:bodyPr anchor="ctr"/>
          <a:lstStyle>
            <a:lvl1pPr>
              <a:defRPr sz="2000" b="1">
                <a:solidFill>
                  <a:schemeClr val="bg1"/>
                </a:solidFill>
                <a:latin typeface="Arial" panose="020B0604020202020204" pitchFamily="34" charset="0"/>
                <a:cs typeface="Arial" panose="020B0604020202020204" pitchFamily="34" charset="0"/>
              </a:defRPr>
            </a:lvl1pPr>
          </a:lstStyle>
          <a:p>
            <a:r>
              <a:rPr lang="en-US" dirty="0"/>
              <a:t>Click to edit Master title style</a:t>
            </a:r>
          </a:p>
        </p:txBody>
      </p:sp>
    </p:spTree>
    <p:extLst>
      <p:ext uri="{BB962C8B-B14F-4D97-AF65-F5344CB8AC3E}">
        <p14:creationId xmlns:p14="http://schemas.microsoft.com/office/powerpoint/2010/main" val="95851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Main Layou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CE0775-8A64-09AC-9156-1258944A8D7F}"/>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3" y="1"/>
            <a:ext cx="12192001" cy="6858000"/>
          </a:xfrm>
          <a:prstGeom prst="rect">
            <a:avLst/>
          </a:prstGeom>
        </p:spPr>
      </p:pic>
      <p:sp>
        <p:nvSpPr>
          <p:cNvPr id="9" name="Rectangle 8">
            <a:extLst>
              <a:ext uri="{FF2B5EF4-FFF2-40B4-BE49-F238E27FC236}">
                <a16:creationId xmlns:a16="http://schemas.microsoft.com/office/drawing/2014/main" id="{C264E3BB-5E84-224A-C2D4-06F8FD1FE290}"/>
              </a:ext>
            </a:extLst>
          </p:cNvPr>
          <p:cNvSpPr/>
          <p:nvPr userDrawn="1"/>
        </p:nvSpPr>
        <p:spPr>
          <a:xfrm>
            <a:off x="-6" y="0"/>
            <a:ext cx="12192006" cy="6857999"/>
          </a:xfrm>
          <a:prstGeom prst="rect">
            <a:avLst/>
          </a:prstGeom>
          <a:solidFill>
            <a:srgbClr val="130026">
              <a:alpha val="7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5F3FEB04-7582-2EE5-D0B3-2980C6B7298F}"/>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0665229" y="328867"/>
            <a:ext cx="1238747" cy="313201"/>
          </a:xfrm>
          <a:prstGeom prst="rect">
            <a:avLst/>
          </a:prstGeom>
        </p:spPr>
      </p:pic>
      <p:sp>
        <p:nvSpPr>
          <p:cNvPr id="2" name="Text Placeholder 6">
            <a:extLst>
              <a:ext uri="{FF2B5EF4-FFF2-40B4-BE49-F238E27FC236}">
                <a16:creationId xmlns:a16="http://schemas.microsoft.com/office/drawing/2014/main" id="{95FDA456-18C3-5CD1-C5DD-C496CF871C3D}"/>
              </a:ext>
            </a:extLst>
          </p:cNvPr>
          <p:cNvSpPr>
            <a:spLocks noGrp="1"/>
          </p:cNvSpPr>
          <p:nvPr>
            <p:ph type="body" sz="quarter" idx="10"/>
          </p:nvPr>
        </p:nvSpPr>
        <p:spPr>
          <a:xfrm>
            <a:off x="300038" y="1068403"/>
            <a:ext cx="11549062" cy="5460730"/>
          </a:xfrm>
          <a:prstGeom prst="rect">
            <a:avLst/>
          </a:prstGeom>
        </p:spPr>
        <p:txBody>
          <a:bodyPr/>
          <a:lstStyle>
            <a:lvl1pPr marL="0" indent="0" algn="l">
              <a:buNone/>
              <a:defRPr b="1">
                <a:solidFill>
                  <a:schemeClr val="bg1"/>
                </a:solidFill>
              </a:defRPr>
            </a:lvl1pPr>
            <a:lvl2pPr marL="457200" indent="0" algn="l">
              <a:buNone/>
              <a:defRPr b="1">
                <a:solidFill>
                  <a:schemeClr val="bg1"/>
                </a:solidFill>
              </a:defRPr>
            </a:lvl2pPr>
            <a:lvl3pPr marL="914400" indent="0" algn="l">
              <a:buNone/>
              <a:defRPr b="1">
                <a:solidFill>
                  <a:schemeClr val="bg1"/>
                </a:solidFill>
              </a:defRPr>
            </a:lvl3pPr>
            <a:lvl4pPr marL="1371600" indent="0" algn="l">
              <a:buNone/>
              <a:defRPr b="1">
                <a:solidFill>
                  <a:schemeClr val="bg1"/>
                </a:solidFill>
              </a:defRPr>
            </a:lvl4pPr>
            <a:lvl5pPr marL="1828800" indent="0" algn="l">
              <a:buNone/>
              <a:defRPr b="1">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1728140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_Separator">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EA417BC3-4313-4F73-AB73-1D09A7FC2A14}"/>
              </a:ext>
            </a:extLst>
          </p:cNvPr>
          <p:cNvSpPr>
            <a:spLocks noGrp="1"/>
          </p:cNvSpPr>
          <p:nvPr>
            <p:ph type="pic" sz="quarter" idx="10"/>
          </p:nvPr>
        </p:nvSpPr>
        <p:spPr>
          <a:xfrm>
            <a:off x="165100" y="152400"/>
            <a:ext cx="11861800" cy="6553200"/>
          </a:xfrm>
          <a:prstGeom prst="roundRect">
            <a:avLst>
              <a:gd name="adj" fmla="val 1357"/>
            </a:avLst>
          </a:prstGeom>
          <a:effectLst>
            <a:outerShdw blurRad="228600" dist="38100" dir="5400000" algn="t" rotWithShape="0">
              <a:schemeClr val="tx1">
                <a:lumMod val="75000"/>
                <a:lumOff val="25000"/>
                <a:alpha val="25000"/>
              </a:schemeClr>
            </a:outerShdw>
          </a:effectLst>
        </p:spPr>
        <p:txBody>
          <a:bodyPr/>
          <a:lstStyle/>
          <a:p>
            <a:r>
              <a:rPr lang="en-US"/>
              <a:t>Click icon to add picture</a:t>
            </a:r>
          </a:p>
        </p:txBody>
      </p:sp>
      <p:sp>
        <p:nvSpPr>
          <p:cNvPr id="3" name="Title 5">
            <a:extLst>
              <a:ext uri="{FF2B5EF4-FFF2-40B4-BE49-F238E27FC236}">
                <a16:creationId xmlns:a16="http://schemas.microsoft.com/office/drawing/2014/main" id="{4A48301C-5654-4C16-8C82-2EF1E914375F}"/>
              </a:ext>
            </a:extLst>
          </p:cNvPr>
          <p:cNvSpPr>
            <a:spLocks noGrp="1"/>
          </p:cNvSpPr>
          <p:nvPr>
            <p:ph type="title"/>
          </p:nvPr>
        </p:nvSpPr>
        <p:spPr>
          <a:xfrm>
            <a:off x="165100" y="4670123"/>
            <a:ext cx="11861800" cy="810380"/>
          </a:xfrm>
          <a:prstGeom prst="rect">
            <a:avLst/>
          </a:prstGeom>
          <a:solidFill>
            <a:schemeClr val="bg1">
              <a:alpha val="49000"/>
            </a:schemeClr>
          </a:solidFill>
        </p:spPr>
        <p:txBody>
          <a:bodyPr anchor="ctr"/>
          <a:lstStyle>
            <a:lvl1pPr>
              <a:defRPr sz="2400">
                <a:solidFill>
                  <a:schemeClr val="tx1">
                    <a:lumMod val="85000"/>
                    <a:lumOff val="15000"/>
                  </a:schemeClr>
                </a:solidFill>
                <a:effectLst>
                  <a:outerShdw blurRad="127000" dist="25400" dir="5400000" algn="t" rotWithShape="0">
                    <a:schemeClr val="tx1">
                      <a:lumMod val="75000"/>
                      <a:lumOff val="25000"/>
                      <a:alpha val="25000"/>
                    </a:schemeClr>
                  </a:outerShdw>
                </a:effectLst>
              </a:defRPr>
            </a:lvl1pPr>
          </a:lstStyle>
          <a:p>
            <a:r>
              <a:rPr lang="en-US"/>
              <a:t>Click to edit Master title style</a:t>
            </a:r>
            <a:endParaRPr lang="en-US" dirty="0"/>
          </a:p>
        </p:txBody>
      </p:sp>
    </p:spTree>
    <p:extLst>
      <p:ext uri="{BB962C8B-B14F-4D97-AF65-F5344CB8AC3E}">
        <p14:creationId xmlns:p14="http://schemas.microsoft.com/office/powerpoint/2010/main" val="37179713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716CED-701F-7E4B-0A0C-B63C3DC8DAE6}"/>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3" y="1"/>
            <a:ext cx="12192001" cy="6858000"/>
          </a:xfrm>
          <a:prstGeom prst="rect">
            <a:avLst/>
          </a:prstGeom>
        </p:spPr>
      </p:pic>
      <p:sp>
        <p:nvSpPr>
          <p:cNvPr id="3" name="Rectangle 2">
            <a:extLst>
              <a:ext uri="{FF2B5EF4-FFF2-40B4-BE49-F238E27FC236}">
                <a16:creationId xmlns:a16="http://schemas.microsoft.com/office/drawing/2014/main" id="{A50173DB-1F20-1514-D67D-A654604FC6DD}"/>
              </a:ext>
            </a:extLst>
          </p:cNvPr>
          <p:cNvSpPr/>
          <p:nvPr userDrawn="1"/>
        </p:nvSpPr>
        <p:spPr>
          <a:xfrm>
            <a:off x="-4" y="0"/>
            <a:ext cx="12192004" cy="6857999"/>
          </a:xfrm>
          <a:prstGeom prst="rect">
            <a:avLst/>
          </a:prstGeom>
          <a:solidFill>
            <a:schemeClr val="tx1">
              <a:alpha val="31824"/>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8" name="TextBox 7">
            <a:extLst>
              <a:ext uri="{FF2B5EF4-FFF2-40B4-BE49-F238E27FC236}">
                <a16:creationId xmlns:a16="http://schemas.microsoft.com/office/drawing/2014/main" id="{715DF926-E5DF-9BFB-5EE0-2BC11B995CCA}"/>
              </a:ext>
            </a:extLst>
          </p:cNvPr>
          <p:cNvSpPr txBox="1"/>
          <p:nvPr userDrawn="1"/>
        </p:nvSpPr>
        <p:spPr>
          <a:xfrm>
            <a:off x="16544260" y="-404037"/>
            <a:ext cx="184731" cy="369332"/>
          </a:xfrm>
          <a:prstGeom prst="rect">
            <a:avLst/>
          </a:prstGeom>
          <a:noFill/>
        </p:spPr>
        <p:txBody>
          <a:bodyPr wrap="none" rtlCol="0">
            <a:spAutoFit/>
          </a:bodyPr>
          <a:lstStyle/>
          <a:p>
            <a:endParaRPr lang="en-US"/>
          </a:p>
        </p:txBody>
      </p:sp>
      <p:sp>
        <p:nvSpPr>
          <p:cNvPr id="9" name="Text Placeholder 8">
            <a:extLst>
              <a:ext uri="{FF2B5EF4-FFF2-40B4-BE49-F238E27FC236}">
                <a16:creationId xmlns:a16="http://schemas.microsoft.com/office/drawing/2014/main" id="{B5EC3EF0-C772-31BF-9C7C-71580AAC4B9F}"/>
              </a:ext>
            </a:extLst>
          </p:cNvPr>
          <p:cNvSpPr>
            <a:spLocks noGrp="1"/>
          </p:cNvSpPr>
          <p:nvPr>
            <p:ph type="body" sz="quarter" idx="10"/>
          </p:nvPr>
        </p:nvSpPr>
        <p:spPr>
          <a:xfrm>
            <a:off x="1160463" y="2251574"/>
            <a:ext cx="10407650" cy="1458065"/>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sp>
        <p:nvSpPr>
          <p:cNvPr id="10" name="Text Placeholder 8">
            <a:extLst>
              <a:ext uri="{FF2B5EF4-FFF2-40B4-BE49-F238E27FC236}">
                <a16:creationId xmlns:a16="http://schemas.microsoft.com/office/drawing/2014/main" id="{B69BD7AE-1A6B-6728-884F-76C638A34ACF}"/>
              </a:ext>
            </a:extLst>
          </p:cNvPr>
          <p:cNvSpPr>
            <a:spLocks noGrp="1"/>
          </p:cNvSpPr>
          <p:nvPr>
            <p:ph type="body" sz="quarter" idx="11"/>
          </p:nvPr>
        </p:nvSpPr>
        <p:spPr>
          <a:xfrm>
            <a:off x="1160463" y="3844711"/>
            <a:ext cx="10407650" cy="1458064"/>
          </a:xfrm>
          <a:prstGeom prst="rect">
            <a:avLst/>
          </a:prstGeom>
        </p:spPr>
        <p:txBody>
          <a:bodyPr/>
          <a:lstStyle>
            <a:lvl1pPr marL="0" indent="0">
              <a:buNone/>
              <a:defRPr sz="4800" b="1" i="0">
                <a:solidFill>
                  <a:schemeClr val="bg1"/>
                </a:solidFill>
                <a:latin typeface="Arial Black" panose="020B0604020202020204" pitchFamily="34" charset="0"/>
                <a:cs typeface="Arial Black" panose="020B0604020202020204" pitchFamily="34" charset="0"/>
              </a:defRPr>
            </a:lvl1pPr>
            <a:lvl2pPr marL="457200" indent="0">
              <a:buNone/>
              <a:defRPr>
                <a:latin typeface="Arial" panose="020B0604020202020204" pitchFamily="34" charset="0"/>
                <a:cs typeface="Arial" panose="020B0604020202020204" pitchFamily="34" charset="0"/>
              </a:defRPr>
            </a:lvl2pPr>
            <a:lvl3pPr marL="914400" indent="0">
              <a:buNone/>
              <a:defRPr>
                <a:latin typeface="Arial" panose="020B0604020202020204" pitchFamily="34" charset="0"/>
                <a:cs typeface="Arial" panose="020B0604020202020204" pitchFamily="34" charset="0"/>
              </a:defRPr>
            </a:lvl3pPr>
            <a:lvl4pPr marL="1371600" indent="0">
              <a:buNone/>
              <a:defRPr>
                <a:latin typeface="Arial" panose="020B0604020202020204" pitchFamily="34" charset="0"/>
                <a:cs typeface="Arial" panose="020B0604020202020204" pitchFamily="34" charset="0"/>
              </a:defRPr>
            </a:lvl4pPr>
            <a:lvl5pPr marL="1828800" indent="0">
              <a:buNone/>
              <a:defRPr>
                <a:latin typeface="Arial" panose="020B0604020202020204" pitchFamily="34" charset="0"/>
                <a:cs typeface="Arial" panose="020B0604020202020204" pitchFamily="34" charset="0"/>
              </a:defRPr>
            </a:lvl5pPr>
          </a:lstStyle>
          <a:p>
            <a:pPr lvl="0"/>
            <a:r>
              <a:rPr lang="en-US" dirty="0"/>
              <a:t>Click to edit Master text styles</a:t>
            </a:r>
          </a:p>
        </p:txBody>
      </p:sp>
      <p:pic>
        <p:nvPicPr>
          <p:cNvPr id="11" name="Graphic 10">
            <a:extLst>
              <a:ext uri="{FF2B5EF4-FFF2-40B4-BE49-F238E27FC236}">
                <a16:creationId xmlns:a16="http://schemas.microsoft.com/office/drawing/2014/main" id="{2ABA4D8B-49FA-EBCC-3349-D0D0FDAD1E6A}"/>
              </a:ext>
            </a:extLst>
          </p:cNvPr>
          <p:cNvPicPr>
            <a:picLocks noChangeAspect="1"/>
          </p:cNvPicPr>
          <p:nvPr userDrawn="1"/>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r="36008"/>
          <a:stretch/>
        </p:blipFill>
        <p:spPr>
          <a:xfrm>
            <a:off x="1234454" y="706482"/>
            <a:ext cx="1730520" cy="437538"/>
          </a:xfrm>
          <a:prstGeom prst="rect">
            <a:avLst/>
          </a:prstGeom>
        </p:spPr>
      </p:pic>
      <p:sp>
        <p:nvSpPr>
          <p:cNvPr id="12" name="Rectangle 11">
            <a:extLst>
              <a:ext uri="{FF2B5EF4-FFF2-40B4-BE49-F238E27FC236}">
                <a16:creationId xmlns:a16="http://schemas.microsoft.com/office/drawing/2014/main" id="{17BDA3B1-BC94-A04C-ED80-766598C9089F}"/>
              </a:ext>
            </a:extLst>
          </p:cNvPr>
          <p:cNvSpPr/>
          <p:nvPr userDrawn="1"/>
        </p:nvSpPr>
        <p:spPr>
          <a:xfrm>
            <a:off x="7093600" y="706482"/>
            <a:ext cx="4225516" cy="138499"/>
          </a:xfrm>
          <a:prstGeom prst="rect">
            <a:avLst/>
          </a:prstGeom>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300" normalizeH="0" baseline="0" noProof="0" dirty="0">
                <a:ln>
                  <a:noFill/>
                </a:ln>
                <a:solidFill>
                  <a:prstClr val="white"/>
                </a:solidFill>
                <a:effectLst/>
                <a:uLnTx/>
                <a:uFillTx/>
                <a:latin typeface="Helvetica" panose="020B0604020202020204" pitchFamily="2" charset="0"/>
                <a:ea typeface="+mn-ea"/>
                <a:cs typeface="+mn-cs"/>
              </a:rPr>
              <a:t>SOFTWARE | STRATEGY | MANAGED SERVICES </a:t>
            </a:r>
          </a:p>
        </p:txBody>
      </p:sp>
      <p:sp>
        <p:nvSpPr>
          <p:cNvPr id="13" name="TextBox 12">
            <a:extLst>
              <a:ext uri="{FF2B5EF4-FFF2-40B4-BE49-F238E27FC236}">
                <a16:creationId xmlns:a16="http://schemas.microsoft.com/office/drawing/2014/main" id="{B083AF99-A9A5-EE26-442A-1223D869E378}"/>
              </a:ext>
            </a:extLst>
          </p:cNvPr>
          <p:cNvSpPr txBox="1"/>
          <p:nvPr userDrawn="1"/>
        </p:nvSpPr>
        <p:spPr>
          <a:xfrm>
            <a:off x="1105991" y="5695704"/>
            <a:ext cx="8088048" cy="307777"/>
          </a:xfrm>
          <a:prstGeom prst="rect">
            <a:avLst/>
          </a:prstGeom>
        </p:spPr>
        <p:txBody>
          <a:bodyPr wrap="none" lIns="0" tIns="0" rIns="0" bIns="0">
            <a:spAutoFit/>
          </a:bodyPr>
          <a:lstStyle>
            <a:defPPr>
              <a:defRPr lang="en-US"/>
            </a:defPPr>
            <a:lvl1pPr marR="0" lvl="0" indent="0" algn="r" fontAlgn="auto">
              <a:lnSpc>
                <a:spcPct val="100000"/>
              </a:lnSpc>
              <a:spcBef>
                <a:spcPts val="0"/>
              </a:spcBef>
              <a:spcAft>
                <a:spcPts val="0"/>
              </a:spcAft>
              <a:buClrTx/>
              <a:buSzTx/>
              <a:buFontTx/>
              <a:buNone/>
              <a:tabLst/>
              <a:defRPr kumimoji="0" sz="1200" b="1" i="0" u="none" strike="noStrike" cap="none" spc="300" normalizeH="0" baseline="0">
                <a:ln>
                  <a:noFill/>
                </a:ln>
                <a:solidFill>
                  <a:prstClr val="white"/>
                </a:solidFill>
                <a:effectLst/>
                <a:uLnTx/>
                <a:uFillTx/>
                <a:latin typeface="Helvetica" panose="020B0604020202020204" pitchFamily="2" charset="0"/>
              </a:defRPr>
            </a:lvl1pPr>
          </a:lstStyle>
          <a:p>
            <a:r>
              <a:rPr lang="en-US" sz="2000" dirty="0"/>
              <a:t>PROCUREMENT | SUPPLY CHAIN | SUSTAINABILITY</a:t>
            </a:r>
          </a:p>
        </p:txBody>
      </p:sp>
    </p:spTree>
    <p:extLst>
      <p:ext uri="{BB962C8B-B14F-4D97-AF65-F5344CB8AC3E}">
        <p14:creationId xmlns:p14="http://schemas.microsoft.com/office/powerpoint/2010/main" val="2744863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End_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6AC9C9-3F6B-6208-F3C9-D2AAF2A8C616}"/>
              </a:ext>
            </a:extLst>
          </p:cNvPr>
          <p:cNvSpPr/>
          <p:nvPr userDrawn="1"/>
        </p:nvSpPr>
        <p:spPr>
          <a:xfrm>
            <a:off x="3978" y="-1"/>
            <a:ext cx="12188022" cy="14816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E98B10A-42C4-7920-5710-C866FB293034}"/>
              </a:ext>
            </a:extLst>
          </p:cNvPr>
          <p:cNvSpPr/>
          <p:nvPr userDrawn="1"/>
        </p:nvSpPr>
        <p:spPr>
          <a:xfrm>
            <a:off x="-1" y="5315707"/>
            <a:ext cx="12192001" cy="1542293"/>
          </a:xfrm>
          <a:prstGeom prst="rect">
            <a:avLst/>
          </a:prstGeom>
          <a:gradFill>
            <a:gsLst>
              <a:gs pos="0">
                <a:srgbClr val="0070C0"/>
              </a:gs>
              <a:gs pos="100000">
                <a:srgbClr val="7030A0"/>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1">
            <a:extLst>
              <a:ext uri="{FF2B5EF4-FFF2-40B4-BE49-F238E27FC236}">
                <a16:creationId xmlns:a16="http://schemas.microsoft.com/office/drawing/2014/main" id="{BAE2E199-709E-9430-ED7D-E6422F97EA4B}"/>
              </a:ext>
            </a:extLst>
          </p:cNvPr>
          <p:cNvSpPr txBox="1">
            <a:spLocks/>
          </p:cNvSpPr>
          <p:nvPr userDrawn="1"/>
        </p:nvSpPr>
        <p:spPr>
          <a:xfrm>
            <a:off x="609599" y="1133133"/>
            <a:ext cx="10999304" cy="2068794"/>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a:t>
            </a:r>
            <a:r>
              <a:rPr lang="en-US" sz="1000" baseline="30000" dirty="0">
                <a:latin typeface="Helvetica" panose="020B0604020202020204" pitchFamily="2" charset="0"/>
              </a:rPr>
              <a:t>®</a:t>
            </a:r>
            <a:r>
              <a:rPr lang="en-US" sz="1000" dirty="0">
                <a:latin typeface="Helvetica" panose="020B0604020202020204" pitchFamily="2" charset="0"/>
              </a:rPr>
              <a:t> delivers AI-powered procurement and supply chain solutions that help global enterprises become more agile and resilient, operate more efficiently and effectively, gain competitive advantage, boost profitability and increase shareholder value. </a:t>
            </a:r>
          </a:p>
          <a:p>
            <a:pPr marL="0" indent="0">
              <a:lnSpc>
                <a:spcPct val="100000"/>
              </a:lnSpc>
              <a:buNone/>
            </a:pPr>
            <a:r>
              <a:rPr lang="en-US" sz="1000" dirty="0">
                <a:latin typeface="Helvetica" panose="020B0604020202020204" pitchFamily="2" charset="0"/>
              </a:rPr>
              <a:t>Fresh thinking, innovative products, unrivaled domain expertise, smart, passionate people — this is how GEP SOFTWARE™, GEP STRATEGY™ and GEP MANAGED SERVICES™ together deliver procurement and supply chain solutions of unprecedented scale, power and effectiveness. Our customers are the world’s best companies, including more than 550 Fortune 500 and Global 2000 industry leaders who rely on GEP to meet ambitious strategic, financial and operational goals.  </a:t>
            </a:r>
          </a:p>
          <a:p>
            <a:pPr marL="0" indent="0">
              <a:lnSpc>
                <a:spcPct val="100000"/>
              </a:lnSpc>
              <a:buNone/>
            </a:pPr>
            <a:r>
              <a:rPr lang="en-US" sz="1000" dirty="0">
                <a:latin typeface="Helvetica" panose="020B0604020202020204" pitchFamily="2" charset="0"/>
              </a:rPr>
              <a:t>A leader in multiple Gartner Magic Quadrants, GEP’s cloud-native software and digital business platforms consistently win awards and recognition from industry analysts, research firms and media outlets, including Gartner, Forrester, IDC, ISG, and Spend Matters.  </a:t>
            </a:r>
          </a:p>
          <a:p>
            <a:pPr marL="0" indent="0">
              <a:lnSpc>
                <a:spcPct val="100000"/>
              </a:lnSpc>
              <a:buNone/>
            </a:pPr>
            <a:r>
              <a:rPr lang="en-US" sz="1000" dirty="0">
                <a:latin typeface="Helvetica" panose="020B0604020202020204" pitchFamily="2" charset="0"/>
              </a:rPr>
              <a:t>GEP is also regularly ranked a top procurement and supply chain consulting and strategy firm, and a leading managed services provider by ALM, Everest Group, NelsonHall, IDC, ISG and HFS, among others. Headquartered in Clark, New Jersey, GEP has offices and operations centers across Europe, Asia, Africa and the Americas. To learn more, visit </a:t>
            </a:r>
            <a:r>
              <a:rPr lang="en-US" sz="1000" dirty="0">
                <a:latin typeface="Helvetica" panose="020B0604020202020204" pitchFamily="2" charset="0"/>
                <a:hlinkClick r:id="rId2"/>
              </a:rPr>
              <a:t>www.gep.com</a:t>
            </a:r>
            <a:r>
              <a:rPr lang="en-US" sz="1000" dirty="0">
                <a:latin typeface="Helvetica" panose="020B0604020202020204" pitchFamily="2" charset="0"/>
              </a:rPr>
              <a:t>.</a:t>
            </a:r>
            <a:endParaRPr lang="en-IN" sz="1000" dirty="0">
              <a:latin typeface="Helvetica" panose="020B0604020202020204" pitchFamily="2" charset="0"/>
            </a:endParaRPr>
          </a:p>
        </p:txBody>
      </p:sp>
      <p:sp>
        <p:nvSpPr>
          <p:cNvPr id="15" name="TextBox 14">
            <a:extLst>
              <a:ext uri="{FF2B5EF4-FFF2-40B4-BE49-F238E27FC236}">
                <a16:creationId xmlns:a16="http://schemas.microsoft.com/office/drawing/2014/main" id="{14DBCE78-6CA0-F1F4-1F91-F6CCC9C42716}"/>
              </a:ext>
            </a:extLst>
          </p:cNvPr>
          <p:cNvSpPr txBox="1"/>
          <p:nvPr userDrawn="1"/>
        </p:nvSpPr>
        <p:spPr>
          <a:xfrm>
            <a:off x="609599" y="5684923"/>
            <a:ext cx="11179278" cy="861774"/>
          </a:xfrm>
          <a:prstGeom prst="rect">
            <a:avLst/>
          </a:prstGeom>
          <a:noFill/>
        </p:spPr>
        <p:txBody>
          <a:bodyPr wrap="square" lIns="0" rtlCol="0">
            <a:spAutoFit/>
          </a:bodyPr>
          <a:lstStyle/>
          <a:p>
            <a:pPr>
              <a:spcBef>
                <a:spcPts val="600"/>
              </a:spcBef>
            </a:pPr>
            <a:r>
              <a:rPr lang="en-US" sz="1000" dirty="0">
                <a:solidFill>
                  <a:schemeClr val="bg1"/>
                </a:solidFill>
                <a:latin typeface="Helvetica" panose="020B0604020202020204" pitchFamily="2" charset="0"/>
              </a:rPr>
              <a:t>100 Walnut Avenue, Clark, NJ 07066 | P 732.382.6565 | </a:t>
            </a:r>
            <a:r>
              <a:rPr lang="en-US" sz="1000" dirty="0">
                <a:solidFill>
                  <a:schemeClr val="bg1"/>
                </a:solidFill>
                <a:latin typeface="Helvetica" panose="020B0604020202020204" pitchFamily="2" charset="0"/>
                <a:hlinkClick r:id="rId3">
                  <a:extLst>
                    <a:ext uri="{A12FA001-AC4F-418D-AE19-62706E023703}">
                      <ahyp:hlinkClr xmlns:ahyp="http://schemas.microsoft.com/office/drawing/2018/hyperlinkcolor" val="tx"/>
                    </a:ext>
                  </a:extLst>
                </a:hlinkClick>
              </a:rPr>
              <a:t>info@gep.com</a:t>
            </a:r>
            <a:r>
              <a:rPr lang="en-US" sz="1000" dirty="0">
                <a:solidFill>
                  <a:schemeClr val="bg1"/>
                </a:solidFill>
                <a:latin typeface="Helvetica" panose="020B0604020202020204" pitchFamily="2" charset="0"/>
              </a:rPr>
              <a:t> </a:t>
            </a:r>
            <a:r>
              <a:rPr lang="en-US" sz="1000" dirty="0">
                <a:solidFill>
                  <a:schemeClr val="bg1"/>
                </a:solidFill>
                <a:latin typeface="Helvetica" panose="020B0604020202020204" pitchFamily="2" charset="0"/>
                <a:hlinkClick r:id="rId2">
                  <a:extLst>
                    <a:ext uri="{A12FA001-AC4F-418D-AE19-62706E023703}">
                      <ahyp:hlinkClr xmlns:ahyp="http://schemas.microsoft.com/office/drawing/2018/hyperlinkcolor" val="tx"/>
                    </a:ext>
                  </a:extLst>
                </a:hlinkClick>
              </a:rPr>
              <a:t>www.gep.com</a:t>
            </a:r>
            <a:endParaRPr lang="en-US" sz="1000" dirty="0">
              <a:solidFill>
                <a:schemeClr val="bg1"/>
              </a:solidFill>
              <a:latin typeface="Helvetica" panose="020B0604020202020204" pitchFamily="2" charset="0"/>
            </a:endParaRPr>
          </a:p>
          <a:p>
            <a:pPr>
              <a:spcBef>
                <a:spcPts val="600"/>
              </a:spcBef>
            </a:pPr>
            <a:r>
              <a:rPr lang="en-US" sz="1000" dirty="0">
                <a:solidFill>
                  <a:schemeClr val="bg1"/>
                </a:solidFill>
                <a:latin typeface="Helvetica" panose="020B0604020202020204" pitchFamily="2" charset="0"/>
              </a:rPr>
              <a:t>Clark, NJ | Austin | Chicago | Atlanta | Toronto | Mexico City | San Jose | São Paulo | Dublin | London | Amsterdam | Frankfurt | Prague | Cluj-Napoca, Romania | Pretoria | Abu Dhabi | Mumbai | Coimbatore | Hyderabad | Kuala Lumpur | Singapore | Surabaya, Indonesia | Shanghai | Dalian | Tokyo | Sydney</a:t>
            </a:r>
          </a:p>
          <a:p>
            <a:pPr>
              <a:spcBef>
                <a:spcPts val="600"/>
              </a:spcBef>
            </a:pPr>
            <a:r>
              <a:rPr lang="en-US" sz="1000" dirty="0">
                <a:solidFill>
                  <a:schemeClr val="bg1"/>
                </a:solidFill>
                <a:latin typeface="Helvetica" panose="020B0604020202020204" pitchFamily="2" charset="0"/>
              </a:rPr>
              <a:t>Copyright © 2025 GEP. All rights reserved.</a:t>
            </a:r>
          </a:p>
        </p:txBody>
      </p:sp>
      <p:sp>
        <p:nvSpPr>
          <p:cNvPr id="17" name="Content Placeholder 1">
            <a:extLst>
              <a:ext uri="{FF2B5EF4-FFF2-40B4-BE49-F238E27FC236}">
                <a16:creationId xmlns:a16="http://schemas.microsoft.com/office/drawing/2014/main" id="{667939B2-7F89-EE48-B3C3-942B95D59A91}"/>
              </a:ext>
            </a:extLst>
          </p:cNvPr>
          <p:cNvSpPr txBox="1">
            <a:spLocks/>
          </p:cNvSpPr>
          <p:nvPr userDrawn="1"/>
        </p:nvSpPr>
        <p:spPr>
          <a:xfrm>
            <a:off x="609599" y="3814296"/>
            <a:ext cx="3481138"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a:latin typeface="Helvetica" panose="020B0604020202020204" pitchFamily="2" charset="0"/>
              </a:rPr>
              <a:t>GEP SMART</a:t>
            </a:r>
            <a:r>
              <a:rPr lang="en-US" sz="1000">
                <a:latin typeface="Calibri" panose="020F0502020204030204" pitchFamily="34" charset="0"/>
                <a:cs typeface="Calibri" panose="020F0502020204030204" pitchFamily="34" charset="0"/>
              </a:rPr>
              <a:t>™</a:t>
            </a:r>
            <a:r>
              <a:rPr lang="en-US" sz="1000">
                <a:latin typeface="Helvetica" panose="020B0604020202020204" pitchFamily="2" charset="0"/>
              </a:rPr>
              <a:t> is an AI-powered, cloud-native software for direct and indirect procurement that offers comprehensive source-to-pay functionality in one user-friendly platform, inclusive of spend analysis, sourcing, contract management, supplier management, procure-to-pay, savings project management and savings tracking, invoicing and other related functionalities.</a:t>
            </a:r>
            <a:endParaRPr lang="en-IN" sz="1000">
              <a:latin typeface="Helvetica" panose="020B0604020202020204" pitchFamily="2" charset="0"/>
            </a:endParaRPr>
          </a:p>
        </p:txBody>
      </p:sp>
      <p:sp>
        <p:nvSpPr>
          <p:cNvPr id="18" name="Content Placeholder 1">
            <a:extLst>
              <a:ext uri="{FF2B5EF4-FFF2-40B4-BE49-F238E27FC236}">
                <a16:creationId xmlns:a16="http://schemas.microsoft.com/office/drawing/2014/main" id="{132B37E7-9664-119A-C42A-2D87E54554F8}"/>
              </a:ext>
            </a:extLst>
          </p:cNvPr>
          <p:cNvSpPr txBox="1">
            <a:spLocks/>
          </p:cNvSpPr>
          <p:nvPr userDrawn="1"/>
        </p:nvSpPr>
        <p:spPr>
          <a:xfrm>
            <a:off x="4417995" y="3814296"/>
            <a:ext cx="3888605" cy="1190108"/>
          </a:xfrm>
          <a:prstGeom prst="rect">
            <a:avLst/>
          </a:prstGeom>
        </p:spPr>
        <p:txBody>
          <a:bodyPr lIns="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Gothic" panose="020B0502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Gothic" panose="020B0502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1000" dirty="0">
                <a:latin typeface="Helvetica" panose="020B0604020202020204" pitchFamily="2" charset="0"/>
              </a:rPr>
              <a:t>GEP NEXXE</a:t>
            </a:r>
            <a:r>
              <a:rPr lang="en-US" sz="1000" dirty="0">
                <a:latin typeface="Calibri" panose="020F0502020204030204" pitchFamily="34" charset="0"/>
                <a:cs typeface="Calibri" panose="020F0502020204030204" pitchFamily="34" charset="0"/>
              </a:rPr>
              <a:t>™</a:t>
            </a:r>
            <a:r>
              <a:rPr lang="en-US" sz="1000" dirty="0">
                <a:latin typeface="Helvetica" panose="020B0604020202020204" pitchFamily="2" charset="0"/>
              </a:rPr>
              <a:t> is a unified and comprehensive supply chain platform that provides end-to-end planning, visibility, execution and collaboration capabilities for today’s complex, global supply chains.</a:t>
            </a:r>
          </a:p>
          <a:p>
            <a:pPr marL="0" indent="0">
              <a:lnSpc>
                <a:spcPct val="100000"/>
              </a:lnSpc>
              <a:buNone/>
            </a:pPr>
            <a:r>
              <a:rPr lang="en-US" sz="1000" dirty="0">
                <a:latin typeface="Helvetica" panose="020B0604020202020204" pitchFamily="2" charset="0"/>
              </a:rPr>
              <a:t>Built on a foundation of big data, artificial intelligence and machine learning, GEP NEXXE is next-generation software that helps enterprises make supply chain a competitive advantage.</a:t>
            </a:r>
            <a:endParaRPr lang="en-IN" sz="1000" dirty="0">
              <a:latin typeface="Helvetica" panose="020B0604020202020204" pitchFamily="2" charset="0"/>
            </a:endParaRPr>
          </a:p>
        </p:txBody>
      </p:sp>
      <p:cxnSp>
        <p:nvCxnSpPr>
          <p:cNvPr id="20" name="Straight Connector 19">
            <a:extLst>
              <a:ext uri="{FF2B5EF4-FFF2-40B4-BE49-F238E27FC236}">
                <a16:creationId xmlns:a16="http://schemas.microsoft.com/office/drawing/2014/main" id="{8DAE1997-EA6A-3B8C-547B-835A45B8A241}"/>
              </a:ext>
            </a:extLst>
          </p:cNvPr>
          <p:cNvCxnSpPr>
            <a:cxnSpLocks/>
          </p:cNvCxnSpPr>
          <p:nvPr userDrawn="1"/>
        </p:nvCxnSpPr>
        <p:spPr>
          <a:xfrm>
            <a:off x="4219072"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2B29F13-598B-0DAE-44A3-18B5C399DF97}"/>
              </a:ext>
            </a:extLst>
          </p:cNvPr>
          <p:cNvSpPr txBox="1"/>
          <p:nvPr userDrawn="1"/>
        </p:nvSpPr>
        <p:spPr>
          <a:xfrm>
            <a:off x="8839199" y="3814296"/>
            <a:ext cx="2743193" cy="984885"/>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kern="1200">
                <a:solidFill>
                  <a:schemeClr val="tx1"/>
                </a:solidFill>
                <a:latin typeface="Helvetica" panose="020B0604020202020204" pitchFamily="2" charset="0"/>
                <a:ea typeface="+mn-ea"/>
                <a:cs typeface="+mn-cs"/>
              </a:rPr>
              <a:t>GEP GREEN is an AI-powered, comprehensive ESG management solution that helps enterprises measure, track and report their sustainability performance.</a:t>
            </a:r>
          </a:p>
          <a:p>
            <a:endParaRPr lang="en-US"/>
          </a:p>
        </p:txBody>
      </p:sp>
      <p:pic>
        <p:nvPicPr>
          <p:cNvPr id="23" name="Picture 22" descr="A green letter and black background&#10;&#10;Description automatically generated">
            <a:extLst>
              <a:ext uri="{FF2B5EF4-FFF2-40B4-BE49-F238E27FC236}">
                <a16:creationId xmlns:a16="http://schemas.microsoft.com/office/drawing/2014/main" id="{416A64B4-FA6A-AC28-CC4F-383AFEFF8C72}"/>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839200" y="3496594"/>
            <a:ext cx="2133600" cy="293891"/>
          </a:xfrm>
          <a:prstGeom prst="rect">
            <a:avLst/>
          </a:prstGeom>
        </p:spPr>
      </p:pic>
      <p:pic>
        <p:nvPicPr>
          <p:cNvPr id="3" name="Graphic 2">
            <a:extLst>
              <a:ext uri="{FF2B5EF4-FFF2-40B4-BE49-F238E27FC236}">
                <a16:creationId xmlns:a16="http://schemas.microsoft.com/office/drawing/2014/main" id="{BE7C9BCF-F2E6-987D-B491-30991C9ED39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417995" y="3450280"/>
            <a:ext cx="1915817" cy="324647"/>
          </a:xfrm>
          <a:prstGeom prst="rect">
            <a:avLst/>
          </a:prstGeom>
        </p:spPr>
      </p:pic>
      <p:pic>
        <p:nvPicPr>
          <p:cNvPr id="5" name="Graphic 4">
            <a:extLst>
              <a:ext uri="{FF2B5EF4-FFF2-40B4-BE49-F238E27FC236}">
                <a16:creationId xmlns:a16="http://schemas.microsoft.com/office/drawing/2014/main" id="{68770AE0-1500-7B84-0F3D-5E691F39549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09599" y="3444562"/>
            <a:ext cx="2248479" cy="324646"/>
          </a:xfrm>
          <a:prstGeom prst="rect">
            <a:avLst/>
          </a:prstGeom>
        </p:spPr>
      </p:pic>
      <p:pic>
        <p:nvPicPr>
          <p:cNvPr id="8" name="Graphic 7">
            <a:extLst>
              <a:ext uri="{FF2B5EF4-FFF2-40B4-BE49-F238E27FC236}">
                <a16:creationId xmlns:a16="http://schemas.microsoft.com/office/drawing/2014/main" id="{AF89D33B-3624-665E-C10F-FB1A65763F4D}"/>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562778" y="537592"/>
            <a:ext cx="3011696" cy="603097"/>
          </a:xfrm>
          <a:prstGeom prst="rect">
            <a:avLst/>
          </a:prstGeom>
        </p:spPr>
      </p:pic>
      <p:cxnSp>
        <p:nvCxnSpPr>
          <p:cNvPr id="9" name="Straight Connector 8">
            <a:extLst>
              <a:ext uri="{FF2B5EF4-FFF2-40B4-BE49-F238E27FC236}">
                <a16:creationId xmlns:a16="http://schemas.microsoft.com/office/drawing/2014/main" id="{3AB1AC19-F676-8956-7C46-D72411C324A2}"/>
              </a:ext>
            </a:extLst>
          </p:cNvPr>
          <p:cNvCxnSpPr>
            <a:cxnSpLocks/>
          </p:cNvCxnSpPr>
          <p:nvPr userDrawn="1"/>
        </p:nvCxnSpPr>
        <p:spPr>
          <a:xfrm>
            <a:off x="8566785" y="3525209"/>
            <a:ext cx="0" cy="144843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982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D1BB78B-72A3-2C83-3AD2-11848F84166B}"/>
              </a:ext>
            </a:extLst>
          </p:cNvPr>
          <p:cNvPicPr>
            <a:picLocks noChangeAspect="1"/>
          </p:cNvPicPr>
          <p:nvPr userDrawn="1"/>
        </p:nvPicPr>
        <p:blipFill rotWithShape="1">
          <a:blip r:embed="rId7" cstate="email">
            <a:extLst>
              <a:ext uri="{28A0092B-C50C-407E-A947-70E740481C1C}">
                <a14:useLocalDpi xmlns:a14="http://schemas.microsoft.com/office/drawing/2010/main"/>
              </a:ext>
            </a:extLst>
          </a:blip>
          <a:srcRect/>
          <a:stretch/>
        </p:blipFill>
        <p:spPr>
          <a:xfrm flipH="1">
            <a:off x="0" y="0"/>
            <a:ext cx="12192000" cy="691980"/>
          </a:xfrm>
          <a:prstGeom prst="rect">
            <a:avLst/>
          </a:prstGeom>
        </p:spPr>
      </p:pic>
      <p:sp>
        <p:nvSpPr>
          <p:cNvPr id="3" name="Rectangle 2">
            <a:extLst>
              <a:ext uri="{FF2B5EF4-FFF2-40B4-BE49-F238E27FC236}">
                <a16:creationId xmlns:a16="http://schemas.microsoft.com/office/drawing/2014/main" id="{AE7DFBAA-036E-452F-5C2D-2AB26B9FC3CE}"/>
              </a:ext>
            </a:extLst>
          </p:cNvPr>
          <p:cNvSpPr/>
          <p:nvPr userDrawn="1"/>
        </p:nvSpPr>
        <p:spPr>
          <a:xfrm>
            <a:off x="300038" y="6701757"/>
            <a:ext cx="6137782" cy="104644"/>
          </a:xfrm>
          <a:prstGeom prst="rect">
            <a:avLst/>
          </a:prstGeom>
        </p:spPr>
        <p:txBody>
          <a:bodyPr wrap="square" lIns="0" tIns="0" rIns="0" bIns="0" anchor="ctr">
            <a:spAutoFit/>
          </a:bodyPr>
          <a:lstStyle/>
          <a:p>
            <a:r>
              <a:rPr lang="en-US" sz="680" baseline="0">
                <a:solidFill>
                  <a:schemeClr val="tx1">
                    <a:lumMod val="65000"/>
                    <a:lumOff val="35000"/>
                  </a:schemeClr>
                </a:solidFill>
                <a:latin typeface="Helvetica" panose="020B0604020202020204" pitchFamily="2" charset="0"/>
              </a:rPr>
              <a:t>AI-Powered Procurement &amp; Supply Chain Transformation: Helping Leading Enterprises Worldwide Achieve Extraordinary Results</a:t>
            </a:r>
          </a:p>
        </p:txBody>
      </p:sp>
      <p:sp>
        <p:nvSpPr>
          <p:cNvPr id="4" name="Slide Number Placeholder 3">
            <a:extLst>
              <a:ext uri="{FF2B5EF4-FFF2-40B4-BE49-F238E27FC236}">
                <a16:creationId xmlns:a16="http://schemas.microsoft.com/office/drawing/2014/main" id="{DAD58C99-BFB6-5868-9BDF-1CB82DC64D4E}"/>
              </a:ext>
            </a:extLst>
          </p:cNvPr>
          <p:cNvSpPr txBox="1">
            <a:spLocks/>
          </p:cNvSpPr>
          <p:nvPr userDrawn="1"/>
        </p:nvSpPr>
        <p:spPr>
          <a:xfrm>
            <a:off x="5917900" y="6631522"/>
            <a:ext cx="321275" cy="226477"/>
          </a:xfrm>
          <a:prstGeom prst="rect">
            <a:avLst/>
          </a:prstGeom>
          <a:noFill/>
        </p:spPr>
        <p:txBody>
          <a:bodyPr lIns="36000" rIns="36000" anchor="ctr"/>
          <a:lstStyle>
            <a:defPPr>
              <a:defRPr lang="en-US"/>
            </a:defPPr>
            <a:lvl1pPr marL="0" algn="ctr" defTabSz="914400" rtl="0" eaLnBrk="1" latinLnBrk="0" hangingPunct="1">
              <a:defRPr sz="1050" kern="1200">
                <a:solidFill>
                  <a:schemeClr val="bg1"/>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EFE1FBF-D7EB-4254-B6E2-36850C68ADCD}" type="slidenum">
              <a:rPr kumimoji="0" lang="en-US" sz="800" b="1" i="0" u="none" strike="noStrike" kern="1200" cap="none" spc="0" normalizeH="0" baseline="0" noProof="0" smtClean="0">
                <a:ln>
                  <a:noFill/>
                </a:ln>
                <a:solidFill>
                  <a:sysClr val="windowText" lastClr="000000"/>
                </a:solidFill>
                <a:effectLst/>
                <a:uLnTx/>
                <a:uFillTx/>
                <a:latin typeface="Calibri Light" panose="020F0302020204030204"/>
                <a:ea typeface="+mn-ea"/>
                <a:cs typeface="Arial" panose="020B0604020202020204" pitchFamily="34" charset="0"/>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ysClr val="windowText" lastClr="000000"/>
              </a:solidFill>
              <a:effectLst/>
              <a:uLnTx/>
              <a:uFillTx/>
              <a:latin typeface="Calibri Light" panose="020F0302020204030204"/>
              <a:ea typeface="+mn-ea"/>
              <a:cs typeface="Arial" panose="020B0604020202020204" pitchFamily="34" charset="0"/>
            </a:endParaRPr>
          </a:p>
        </p:txBody>
      </p:sp>
      <p:sp>
        <p:nvSpPr>
          <p:cNvPr id="5" name="Rectangle 4">
            <a:extLst>
              <a:ext uri="{FF2B5EF4-FFF2-40B4-BE49-F238E27FC236}">
                <a16:creationId xmlns:a16="http://schemas.microsoft.com/office/drawing/2014/main" id="{7EE4B855-DF6F-931E-E1FD-8247D1F82A3D}"/>
              </a:ext>
            </a:extLst>
          </p:cNvPr>
          <p:cNvSpPr/>
          <p:nvPr userDrawn="1"/>
        </p:nvSpPr>
        <p:spPr>
          <a:xfrm>
            <a:off x="10057829" y="6697428"/>
            <a:ext cx="1796693" cy="104644"/>
          </a:xfrm>
          <a:prstGeom prst="rect">
            <a:avLst/>
          </a:prstGeom>
        </p:spPr>
        <p:txBody>
          <a:bodyPr wrap="square" lIns="0" tIns="0" rIns="0" bIns="0" anchor="ctr">
            <a:spAutoFit/>
          </a:bodyPr>
          <a:lstStyle/>
          <a:p>
            <a:pPr algn="r"/>
            <a:r>
              <a:rPr lang="en-US" sz="680" kern="1200" baseline="0" dirty="0">
                <a:solidFill>
                  <a:schemeClr val="tx1">
                    <a:lumMod val="65000"/>
                    <a:lumOff val="35000"/>
                  </a:schemeClr>
                </a:solidFill>
                <a:latin typeface="Helvetica" panose="020B0604020202020204" pitchFamily="2" charset="0"/>
                <a:ea typeface="+mn-ea"/>
                <a:cs typeface="+mn-cs"/>
              </a:rPr>
              <a:t>Copyright © 2025 GEP. All rights reserved.</a:t>
            </a:r>
          </a:p>
        </p:txBody>
      </p:sp>
      <p:pic>
        <p:nvPicPr>
          <p:cNvPr id="6" name="Graphic 5">
            <a:extLst>
              <a:ext uri="{FF2B5EF4-FFF2-40B4-BE49-F238E27FC236}">
                <a16:creationId xmlns:a16="http://schemas.microsoft.com/office/drawing/2014/main" id="{08407BE5-1722-C6C2-C209-BDC066F6E61B}"/>
              </a:ext>
            </a:extLst>
          </p:cNvPr>
          <p:cNvPicPr>
            <a:picLocks noChangeAspect="1"/>
          </p:cNvPicPr>
          <p:nvPr userDrawn="1"/>
        </p:nvPicPr>
        <p:blipFill rotWithShape="1">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rcRect r="36008"/>
          <a:stretch/>
        </p:blipFill>
        <p:spPr>
          <a:xfrm>
            <a:off x="10665229" y="196043"/>
            <a:ext cx="1238747" cy="313201"/>
          </a:xfrm>
          <a:prstGeom prst="rect">
            <a:avLst/>
          </a:prstGeom>
        </p:spPr>
      </p:pic>
      <p:cxnSp>
        <p:nvCxnSpPr>
          <p:cNvPr id="7" name="Straight Connector 6">
            <a:extLst>
              <a:ext uri="{FF2B5EF4-FFF2-40B4-BE49-F238E27FC236}">
                <a16:creationId xmlns:a16="http://schemas.microsoft.com/office/drawing/2014/main" id="{9C2A8D26-D2C1-BD72-DD29-B67128526509}"/>
              </a:ext>
            </a:extLst>
          </p:cNvPr>
          <p:cNvCxnSpPr>
            <a:cxnSpLocks/>
          </p:cNvCxnSpPr>
          <p:nvPr userDrawn="1"/>
        </p:nvCxnSpPr>
        <p:spPr>
          <a:xfrm>
            <a:off x="-6" y="6581822"/>
            <a:ext cx="12192006" cy="14995"/>
          </a:xfrm>
          <a:prstGeom prst="line">
            <a:avLst/>
          </a:prstGeom>
          <a:ln w="6350">
            <a:solidFill>
              <a:schemeClr val="bg2">
                <a:lumMod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96495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l" defTabSz="914400" rtl="0" eaLnBrk="1" latinLnBrk="0" hangingPunct="1">
        <a:lnSpc>
          <a:spcPct val="90000"/>
        </a:lnSpc>
        <a:spcBef>
          <a:spcPct val="0"/>
        </a:spcBef>
        <a:buNone/>
        <a:defRPr sz="2400" b="1" kern="1200">
          <a:solidFill>
            <a:srgbClr val="016AAA"/>
          </a:solidFill>
          <a:latin typeface="Helvetica" panose="020B0604020202020204"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1.xml"/><Relationship Id="rId6" Type="http://schemas.openxmlformats.org/officeDocument/2006/relationships/image" Target="../media/image32.png"/><Relationship Id="rId11" Type="http://schemas.openxmlformats.org/officeDocument/2006/relationships/image" Target="../media/image37.svg"/><Relationship Id="rId5" Type="http://schemas.openxmlformats.org/officeDocument/2006/relationships/image" Target="../media/image31.sv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B1B61682-CA37-51D6-A4F5-7F5F79173B02}"/>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17EF2570-1F13-D0E3-4AA9-4CA7314AA55A}"/>
              </a:ext>
            </a:extLst>
          </p:cNvPr>
          <p:cNvSpPr>
            <a:spLocks noGrp="1"/>
          </p:cNvSpPr>
          <p:nvPr>
            <p:ph type="title"/>
          </p:nvPr>
        </p:nvSpPr>
        <p:spPr/>
        <p:txBody>
          <a:bodyPr/>
          <a:lstStyle/>
          <a:p>
            <a:r>
              <a:rPr lang="en-US" sz="1800" dirty="0"/>
              <a:t>Title</a:t>
            </a:r>
            <a:endParaRPr lang="es-MX" sz="1800" dirty="0"/>
          </a:p>
        </p:txBody>
      </p:sp>
      <p:sp>
        <p:nvSpPr>
          <p:cNvPr id="61" name="Rectangle: Rounded Corners 60">
            <a:extLst>
              <a:ext uri="{FF2B5EF4-FFF2-40B4-BE49-F238E27FC236}">
                <a16:creationId xmlns:a16="http://schemas.microsoft.com/office/drawing/2014/main" id="{658F406B-1E5A-0406-E74C-EC6CAA3B87FF}"/>
              </a:ext>
            </a:extLst>
          </p:cNvPr>
          <p:cNvSpPr/>
          <p:nvPr/>
        </p:nvSpPr>
        <p:spPr>
          <a:xfrm>
            <a:off x="517072" y="4948715"/>
            <a:ext cx="3490434" cy="1299685"/>
          </a:xfrm>
          <a:prstGeom prst="roundRect">
            <a:avLst>
              <a:gd name="adj" fmla="val 7817"/>
            </a:avLst>
          </a:prstGeom>
          <a:solidFill>
            <a:srgbClr val="FFFFFF"/>
          </a:solidFill>
          <a:ln w="6350" cap="flat" cmpd="sng" algn="ctr">
            <a:solidFill>
              <a:srgbClr val="9A8DC8"/>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3" name="Straight Connector 62">
            <a:extLst>
              <a:ext uri="{FF2B5EF4-FFF2-40B4-BE49-F238E27FC236}">
                <a16:creationId xmlns:a16="http://schemas.microsoft.com/office/drawing/2014/main" id="{BDA10097-7028-EE6E-1CFA-1F65984A5567}"/>
              </a:ext>
            </a:extLst>
          </p:cNvPr>
          <p:cNvCxnSpPr>
            <a:cxnSpLocks/>
          </p:cNvCxnSpPr>
          <p:nvPr/>
        </p:nvCxnSpPr>
        <p:spPr>
          <a:xfrm>
            <a:off x="4009887" y="5174576"/>
            <a:ext cx="0" cy="847963"/>
          </a:xfrm>
          <a:prstGeom prst="line">
            <a:avLst/>
          </a:prstGeom>
          <a:ln w="28575">
            <a:solidFill>
              <a:srgbClr val="6754AC"/>
            </a:solidFill>
          </a:ln>
        </p:spPr>
        <p:style>
          <a:lnRef idx="1">
            <a:schemeClr val="accent1"/>
          </a:lnRef>
          <a:fillRef idx="0">
            <a:schemeClr val="accent1"/>
          </a:fillRef>
          <a:effectRef idx="0">
            <a:schemeClr val="accent1"/>
          </a:effectRef>
          <a:fontRef idx="minor">
            <a:schemeClr val="tx1"/>
          </a:fontRef>
        </p:style>
      </p:cxnSp>
      <p:sp>
        <p:nvSpPr>
          <p:cNvPr id="71" name="Freeform: Shape 70">
            <a:extLst>
              <a:ext uri="{FF2B5EF4-FFF2-40B4-BE49-F238E27FC236}">
                <a16:creationId xmlns:a16="http://schemas.microsoft.com/office/drawing/2014/main" id="{2F400DE2-294F-A864-5625-EE0A3226C33B}"/>
              </a:ext>
            </a:extLst>
          </p:cNvPr>
          <p:cNvSpPr/>
          <p:nvPr/>
        </p:nvSpPr>
        <p:spPr bwMode="auto">
          <a:xfrm flipH="1" flipV="1">
            <a:off x="4007336" y="5338762"/>
            <a:ext cx="845652"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C"/>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2" name="Rectangle: Rounded Corners 71">
            <a:extLst>
              <a:ext uri="{FF2B5EF4-FFF2-40B4-BE49-F238E27FC236}">
                <a16:creationId xmlns:a16="http://schemas.microsoft.com/office/drawing/2014/main" id="{6B283A9A-A689-BD56-7A41-71179D7CBA28}"/>
              </a:ext>
            </a:extLst>
          </p:cNvPr>
          <p:cNvSpPr/>
          <p:nvPr/>
        </p:nvSpPr>
        <p:spPr>
          <a:xfrm>
            <a:off x="517072" y="2819025"/>
            <a:ext cx="3490434" cy="1299685"/>
          </a:xfrm>
          <a:prstGeom prst="roundRect">
            <a:avLst>
              <a:gd name="adj" fmla="val 7817"/>
            </a:avLst>
          </a:prstGeom>
          <a:solidFill>
            <a:srgbClr val="FFFFFF"/>
          </a:solidFill>
          <a:ln w="6350" cap="flat" cmpd="sng" algn="ctr">
            <a:solidFill>
              <a:srgbClr val="60A6D8"/>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3" name="Straight Connector 72">
            <a:extLst>
              <a:ext uri="{FF2B5EF4-FFF2-40B4-BE49-F238E27FC236}">
                <a16:creationId xmlns:a16="http://schemas.microsoft.com/office/drawing/2014/main" id="{C5C20D78-8EC1-AB3A-33B6-E4504A343D00}"/>
              </a:ext>
            </a:extLst>
          </p:cNvPr>
          <p:cNvCxnSpPr>
            <a:cxnSpLocks/>
          </p:cNvCxnSpPr>
          <p:nvPr/>
        </p:nvCxnSpPr>
        <p:spPr>
          <a:xfrm>
            <a:off x="4009887" y="3044886"/>
            <a:ext cx="0" cy="847963"/>
          </a:xfrm>
          <a:prstGeom prst="line">
            <a:avLst/>
          </a:prstGeom>
          <a:ln w="28575">
            <a:solidFill>
              <a:srgbClr val="2181C5"/>
            </a:solidFill>
          </a:ln>
        </p:spPr>
        <p:style>
          <a:lnRef idx="1">
            <a:schemeClr val="accent1"/>
          </a:lnRef>
          <a:fillRef idx="0">
            <a:schemeClr val="accent1"/>
          </a:fillRef>
          <a:effectRef idx="0">
            <a:schemeClr val="accent1"/>
          </a:effectRef>
          <a:fontRef idx="minor">
            <a:schemeClr val="tx1"/>
          </a:fontRef>
        </p:style>
      </p:cxnSp>
      <p:sp>
        <p:nvSpPr>
          <p:cNvPr id="74" name="Freeform: Shape 73">
            <a:extLst>
              <a:ext uri="{FF2B5EF4-FFF2-40B4-BE49-F238E27FC236}">
                <a16:creationId xmlns:a16="http://schemas.microsoft.com/office/drawing/2014/main" id="{77F2F750-BC6C-C798-0A89-92B2DF7BBF49}"/>
              </a:ext>
            </a:extLst>
          </p:cNvPr>
          <p:cNvSpPr/>
          <p:nvPr/>
        </p:nvSpPr>
        <p:spPr bwMode="auto">
          <a:xfrm flipH="1">
            <a:off x="4007336"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181C5"/>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3" name="Rectangle: Rounded Corners 102">
            <a:extLst>
              <a:ext uri="{FF2B5EF4-FFF2-40B4-BE49-F238E27FC236}">
                <a16:creationId xmlns:a16="http://schemas.microsoft.com/office/drawing/2014/main" id="{B23D833E-E063-A804-56B9-E32C47C72BEF}"/>
              </a:ext>
            </a:extLst>
          </p:cNvPr>
          <p:cNvSpPr/>
          <p:nvPr/>
        </p:nvSpPr>
        <p:spPr>
          <a:xfrm flipH="1">
            <a:off x="8184494" y="4948715"/>
            <a:ext cx="3490434" cy="1299685"/>
          </a:xfrm>
          <a:prstGeom prst="roundRect">
            <a:avLst>
              <a:gd name="adj" fmla="val 7817"/>
            </a:avLst>
          </a:prstGeom>
          <a:solidFill>
            <a:srgbClr val="FFFFFF"/>
          </a:solidFill>
          <a:ln w="6350" cap="flat" cmpd="sng" algn="ctr">
            <a:solidFill>
              <a:srgbClr val="7E68A4"/>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4" name="Straight Connector 103">
            <a:extLst>
              <a:ext uri="{FF2B5EF4-FFF2-40B4-BE49-F238E27FC236}">
                <a16:creationId xmlns:a16="http://schemas.microsoft.com/office/drawing/2014/main" id="{4586D14E-4370-BFFA-5A00-7FC410D18FD1}"/>
              </a:ext>
            </a:extLst>
          </p:cNvPr>
          <p:cNvCxnSpPr>
            <a:cxnSpLocks/>
          </p:cNvCxnSpPr>
          <p:nvPr/>
        </p:nvCxnSpPr>
        <p:spPr>
          <a:xfrm flipH="1">
            <a:off x="8182113" y="5174576"/>
            <a:ext cx="0" cy="847963"/>
          </a:xfrm>
          <a:prstGeom prst="line">
            <a:avLst/>
          </a:prstGeom>
          <a:ln w="28575">
            <a:solidFill>
              <a:srgbClr val="4B2C7F"/>
            </a:solidFill>
          </a:ln>
        </p:spPr>
        <p:style>
          <a:lnRef idx="1">
            <a:schemeClr val="accent1"/>
          </a:lnRef>
          <a:fillRef idx="0">
            <a:schemeClr val="accent1"/>
          </a:fillRef>
          <a:effectRef idx="0">
            <a:schemeClr val="accent1"/>
          </a:effectRef>
          <a:fontRef idx="minor">
            <a:schemeClr val="tx1"/>
          </a:fontRef>
        </p:style>
      </p:cxnSp>
      <p:sp>
        <p:nvSpPr>
          <p:cNvPr id="109" name="Rectangle: Rounded Corners 108">
            <a:extLst>
              <a:ext uri="{FF2B5EF4-FFF2-40B4-BE49-F238E27FC236}">
                <a16:creationId xmlns:a16="http://schemas.microsoft.com/office/drawing/2014/main" id="{91D5B2D5-BE25-2F98-A064-880C42FB0E60}"/>
              </a:ext>
            </a:extLst>
          </p:cNvPr>
          <p:cNvSpPr/>
          <p:nvPr/>
        </p:nvSpPr>
        <p:spPr>
          <a:xfrm flipH="1">
            <a:off x="8184494" y="2819025"/>
            <a:ext cx="3490434" cy="1299685"/>
          </a:xfrm>
          <a:prstGeom prst="roundRect">
            <a:avLst>
              <a:gd name="adj" fmla="val 7817"/>
            </a:avLst>
          </a:prstGeom>
          <a:solidFill>
            <a:srgbClr val="FFFFFF"/>
          </a:solidFill>
          <a:ln w="6350" cap="flat" cmpd="sng" algn="ctr">
            <a:solidFill>
              <a:srgbClr val="B898D0"/>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0" name="Straight Connector 109">
            <a:extLst>
              <a:ext uri="{FF2B5EF4-FFF2-40B4-BE49-F238E27FC236}">
                <a16:creationId xmlns:a16="http://schemas.microsoft.com/office/drawing/2014/main" id="{5CE64F6D-C43C-D117-9B93-41109F446089}"/>
              </a:ext>
            </a:extLst>
          </p:cNvPr>
          <p:cNvCxnSpPr>
            <a:cxnSpLocks/>
          </p:cNvCxnSpPr>
          <p:nvPr/>
        </p:nvCxnSpPr>
        <p:spPr>
          <a:xfrm flipH="1">
            <a:off x="8182113" y="3044886"/>
            <a:ext cx="0" cy="847963"/>
          </a:xfrm>
          <a:prstGeom prst="line">
            <a:avLst/>
          </a:prstGeom>
          <a:ln w="28575">
            <a:solidFill>
              <a:srgbClr val="4969A2"/>
            </a:solidFill>
          </a:ln>
        </p:spPr>
        <p:style>
          <a:lnRef idx="1">
            <a:schemeClr val="accent1"/>
          </a:lnRef>
          <a:fillRef idx="0">
            <a:schemeClr val="accent1"/>
          </a:fillRef>
          <a:effectRef idx="0">
            <a:schemeClr val="accent1"/>
          </a:effectRef>
          <a:fontRef idx="minor">
            <a:schemeClr val="tx1"/>
          </a:fontRef>
        </p:style>
      </p:cxnSp>
      <p:sp>
        <p:nvSpPr>
          <p:cNvPr id="111" name="Freeform: Shape 110">
            <a:extLst>
              <a:ext uri="{FF2B5EF4-FFF2-40B4-BE49-F238E27FC236}">
                <a16:creationId xmlns:a16="http://schemas.microsoft.com/office/drawing/2014/main" id="{E18CBBD5-D6C8-132A-D6FC-3541C035DAF6}"/>
              </a:ext>
            </a:extLst>
          </p:cNvPr>
          <p:cNvSpPr/>
          <p:nvPr/>
        </p:nvSpPr>
        <p:spPr bwMode="auto">
          <a:xfrm>
            <a:off x="7708900"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9A2"/>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2" name="Freeform: Shape 111">
            <a:extLst>
              <a:ext uri="{FF2B5EF4-FFF2-40B4-BE49-F238E27FC236}">
                <a16:creationId xmlns:a16="http://schemas.microsoft.com/office/drawing/2014/main" id="{375457DF-52F1-B3B1-2894-B090DC3048C6}"/>
              </a:ext>
            </a:extLst>
          </p:cNvPr>
          <p:cNvSpPr/>
          <p:nvPr/>
        </p:nvSpPr>
        <p:spPr bwMode="auto">
          <a:xfrm flipV="1">
            <a:off x="7334079" y="5338762"/>
            <a:ext cx="845652"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7F"/>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13" name="Rectangle: Rounded Corners 112">
            <a:extLst>
              <a:ext uri="{FF2B5EF4-FFF2-40B4-BE49-F238E27FC236}">
                <a16:creationId xmlns:a16="http://schemas.microsoft.com/office/drawing/2014/main" id="{A52F70C6-79DB-A67F-D44E-A668AC2F0E12}"/>
              </a:ext>
            </a:extLst>
          </p:cNvPr>
          <p:cNvSpPr/>
          <p:nvPr/>
        </p:nvSpPr>
        <p:spPr>
          <a:xfrm>
            <a:off x="4350783" y="1008428"/>
            <a:ext cx="3490434" cy="1299685"/>
          </a:xfrm>
          <a:prstGeom prst="roundRect">
            <a:avLst>
              <a:gd name="adj" fmla="val 7817"/>
            </a:avLst>
          </a:prstGeom>
          <a:solidFill>
            <a:srgbClr val="FFFFFF"/>
          </a:solidFill>
          <a:ln w="6350" cap="flat" cmpd="sng" algn="ctr">
            <a:solidFill>
              <a:srgbClr val="7D95BE"/>
            </a:solidFill>
            <a:prstDash val="solid"/>
            <a:miter lim="800000"/>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15" name="Straight Connector 114">
            <a:extLst>
              <a:ext uri="{FF2B5EF4-FFF2-40B4-BE49-F238E27FC236}">
                <a16:creationId xmlns:a16="http://schemas.microsoft.com/office/drawing/2014/main" id="{8D6695BB-819E-E843-EB47-CCC96F82A039}"/>
              </a:ext>
            </a:extLst>
          </p:cNvPr>
          <p:cNvCxnSpPr/>
          <p:nvPr/>
        </p:nvCxnSpPr>
        <p:spPr>
          <a:xfrm>
            <a:off x="5670804" y="2310494"/>
            <a:ext cx="850392" cy="0"/>
          </a:xfrm>
          <a:prstGeom prst="line">
            <a:avLst/>
          </a:prstGeom>
          <a:ln w="28575">
            <a:solidFill>
              <a:srgbClr val="8D62B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6A4DD3D1-226D-4013-B6B6-D9CCC2C6FFF6}"/>
              </a:ext>
            </a:extLst>
          </p:cNvPr>
          <p:cNvCxnSpPr>
            <a:cxnSpLocks/>
          </p:cNvCxnSpPr>
          <p:nvPr/>
        </p:nvCxnSpPr>
        <p:spPr>
          <a:xfrm flipV="1">
            <a:off x="6096000" y="2308113"/>
            <a:ext cx="0" cy="224727"/>
          </a:xfrm>
          <a:prstGeom prst="line">
            <a:avLst/>
          </a:prstGeom>
          <a:ln>
            <a:solidFill>
              <a:srgbClr val="8D62B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F95ED578-B6E0-F31A-BD86-E12919C3F34A}"/>
              </a:ext>
            </a:extLst>
          </p:cNvPr>
          <p:cNvSpPr/>
          <p:nvPr/>
        </p:nvSpPr>
        <p:spPr>
          <a:xfrm>
            <a:off x="4703557" y="2930542"/>
            <a:ext cx="2784886" cy="2784886"/>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3" name="Group 142">
            <a:extLst>
              <a:ext uri="{FF2B5EF4-FFF2-40B4-BE49-F238E27FC236}">
                <a16:creationId xmlns:a16="http://schemas.microsoft.com/office/drawing/2014/main" id="{37207544-7B1D-E001-4980-47F2220A868C}"/>
              </a:ext>
            </a:extLst>
          </p:cNvPr>
          <p:cNvGrpSpPr/>
          <p:nvPr/>
        </p:nvGrpSpPr>
        <p:grpSpPr>
          <a:xfrm>
            <a:off x="4372914" y="2532840"/>
            <a:ext cx="3446172" cy="3322706"/>
            <a:chOff x="4372914" y="2532840"/>
            <a:chExt cx="3446172" cy="3322706"/>
          </a:xfrm>
        </p:grpSpPr>
        <p:sp>
          <p:nvSpPr>
            <p:cNvPr id="5" name="Freeform: Shape 4">
              <a:extLst>
                <a:ext uri="{FF2B5EF4-FFF2-40B4-BE49-F238E27FC236}">
                  <a16:creationId xmlns:a16="http://schemas.microsoft.com/office/drawing/2014/main" id="{3D0DF090-8524-1233-3DAA-11F0DF4ADBF8}"/>
                </a:ext>
              </a:extLst>
            </p:cNvPr>
            <p:cNvSpPr/>
            <p:nvPr/>
          </p:nvSpPr>
          <p:spPr>
            <a:xfrm>
              <a:off x="5492250" y="2931499"/>
              <a:ext cx="1207584" cy="677262"/>
            </a:xfrm>
            <a:custGeom>
              <a:avLst/>
              <a:gdLst>
                <a:gd name="connsiteX0" fmla="*/ 403192 w 806384"/>
                <a:gd name="connsiteY0" fmla="*/ 0 h 452253"/>
                <a:gd name="connsiteX1" fmla="*/ 0 w 806384"/>
                <a:gd name="connsiteY1" fmla="*/ 92029 h 452253"/>
                <a:gd name="connsiteX2" fmla="*/ 403192 w 806384"/>
                <a:gd name="connsiteY2" fmla="*/ 452254 h 452253"/>
                <a:gd name="connsiteX3" fmla="*/ 806385 w 806384"/>
                <a:gd name="connsiteY3" fmla="*/ 92029 h 452253"/>
                <a:gd name="connsiteX4" fmla="*/ 403192 w 806384"/>
                <a:gd name="connsiteY4" fmla="*/ 0 h 452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6384" h="452253">
                  <a:moveTo>
                    <a:pt x="403192" y="0"/>
                  </a:moveTo>
                  <a:cubicBezTo>
                    <a:pt x="258694" y="0"/>
                    <a:pt x="121917" y="33066"/>
                    <a:pt x="0" y="92029"/>
                  </a:cubicBezTo>
                  <a:cubicBezTo>
                    <a:pt x="22627" y="294692"/>
                    <a:pt x="194496" y="452254"/>
                    <a:pt x="403192" y="452254"/>
                  </a:cubicBezTo>
                  <a:cubicBezTo>
                    <a:pt x="611889" y="452254"/>
                    <a:pt x="783758" y="294677"/>
                    <a:pt x="806385" y="92029"/>
                  </a:cubicBezTo>
                  <a:cubicBezTo>
                    <a:pt x="684468" y="33066"/>
                    <a:pt x="547691" y="0"/>
                    <a:pt x="403192" y="0"/>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411B2419-7ACA-93C4-A1F1-A16E877F9409}"/>
                </a:ext>
              </a:extLst>
            </p:cNvPr>
            <p:cNvSpPr/>
            <p:nvPr/>
          </p:nvSpPr>
          <p:spPr>
            <a:xfrm>
              <a:off x="4706658" y="3359221"/>
              <a:ext cx="742342" cy="1160895"/>
            </a:xfrm>
            <a:custGeom>
              <a:avLst/>
              <a:gdLst>
                <a:gd name="connsiteX0" fmla="*/ 45627 w 495711"/>
                <a:gd name="connsiteY0" fmla="*/ 355021 h 775207"/>
                <a:gd name="connsiteX1" fmla="*/ 8554 w 495711"/>
                <a:gd name="connsiteY1" fmla="*/ 766902 h 775207"/>
                <a:gd name="connsiteX2" fmla="*/ 475745 w 495711"/>
                <a:gd name="connsiteY2" fmla="*/ 494761 h 775207"/>
                <a:gd name="connsiteX3" fmla="*/ 257746 w 495711"/>
                <a:gd name="connsiteY3" fmla="*/ 0 h 775207"/>
                <a:gd name="connsiteX4" fmla="*/ 45642 w 495711"/>
                <a:gd name="connsiteY4" fmla="*/ 355021 h 7752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711" h="775207">
                  <a:moveTo>
                    <a:pt x="45627" y="355021"/>
                  </a:moveTo>
                  <a:cubicBezTo>
                    <a:pt x="971" y="492443"/>
                    <a:pt x="-9851" y="632750"/>
                    <a:pt x="8554" y="766902"/>
                  </a:cubicBezTo>
                  <a:cubicBezTo>
                    <a:pt x="208285" y="808012"/>
                    <a:pt x="411256" y="693248"/>
                    <a:pt x="475745" y="494761"/>
                  </a:cubicBezTo>
                  <a:cubicBezTo>
                    <a:pt x="540234" y="296288"/>
                    <a:pt x="443493" y="84138"/>
                    <a:pt x="257746" y="0"/>
                  </a:cubicBezTo>
                  <a:cubicBezTo>
                    <a:pt x="163998" y="97724"/>
                    <a:pt x="90283" y="217584"/>
                    <a:pt x="45642" y="355021"/>
                  </a:cubicBezTo>
                  <a:close/>
                </a:path>
              </a:pathLst>
            </a:custGeom>
            <a:solidFill>
              <a:srgbClr val="2082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0" name="Freeform: Shape 9">
              <a:extLst>
                <a:ext uri="{FF2B5EF4-FFF2-40B4-BE49-F238E27FC236}">
                  <a16:creationId xmlns:a16="http://schemas.microsoft.com/office/drawing/2014/main" id="{AD7500B4-4622-AE5E-81CD-9CBC1E6E153A}"/>
                </a:ext>
              </a:extLst>
            </p:cNvPr>
            <p:cNvSpPr/>
            <p:nvPr/>
          </p:nvSpPr>
          <p:spPr>
            <a:xfrm>
              <a:off x="4872250" y="4779678"/>
              <a:ext cx="1056047" cy="907380"/>
            </a:xfrm>
            <a:custGeom>
              <a:avLst/>
              <a:gdLst>
                <a:gd name="connsiteX0" fmla="*/ 272111 w 705193"/>
                <a:gd name="connsiteY0" fmla="*/ 443382 h 605918"/>
                <a:gd name="connsiteX1" fmla="*/ 652384 w 705193"/>
                <a:gd name="connsiteY1" fmla="*/ 605918 h 605918"/>
                <a:gd name="connsiteX2" fmla="*/ 537928 w 705193"/>
                <a:gd name="connsiteY2" fmla="*/ 77508 h 605918"/>
                <a:gd name="connsiteX3" fmla="*/ 0 w 705193"/>
                <a:gd name="connsiteY3" fmla="*/ 131943 h 605918"/>
                <a:gd name="connsiteX4" fmla="*/ 272095 w 705193"/>
                <a:gd name="connsiteY4" fmla="*/ 443382 h 605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193" h="605918">
                  <a:moveTo>
                    <a:pt x="272111" y="443382"/>
                  </a:moveTo>
                  <a:cubicBezTo>
                    <a:pt x="389008" y="528319"/>
                    <a:pt x="519092" y="581955"/>
                    <a:pt x="652384" y="605918"/>
                  </a:cubicBezTo>
                  <a:cubicBezTo>
                    <a:pt x="753194" y="428661"/>
                    <a:pt x="706773" y="200178"/>
                    <a:pt x="537928" y="77508"/>
                  </a:cubicBezTo>
                  <a:cubicBezTo>
                    <a:pt x="369083" y="-45161"/>
                    <a:pt x="137437" y="-18696"/>
                    <a:pt x="0" y="131943"/>
                  </a:cubicBezTo>
                  <a:cubicBezTo>
                    <a:pt x="63983" y="251296"/>
                    <a:pt x="155198" y="358446"/>
                    <a:pt x="272095" y="443382"/>
                  </a:cubicBezTo>
                  <a:close/>
                </a:path>
              </a:pathLst>
            </a:custGeom>
            <a:solidFill>
              <a:srgbClr val="6754A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 name="Freeform: Shape 11">
              <a:extLst>
                <a:ext uri="{FF2B5EF4-FFF2-40B4-BE49-F238E27FC236}">
                  <a16:creationId xmlns:a16="http://schemas.microsoft.com/office/drawing/2014/main" id="{B261571B-D831-A5DB-23E7-5045918EC5A6}"/>
                </a:ext>
              </a:extLst>
            </p:cNvPr>
            <p:cNvSpPr/>
            <p:nvPr/>
          </p:nvSpPr>
          <p:spPr>
            <a:xfrm>
              <a:off x="6263751" y="4779642"/>
              <a:ext cx="1056038" cy="907367"/>
            </a:xfrm>
            <a:custGeom>
              <a:avLst/>
              <a:gdLst>
                <a:gd name="connsiteX0" fmla="*/ 433091 w 705186"/>
                <a:gd name="connsiteY0" fmla="*/ 443375 h 605910"/>
                <a:gd name="connsiteX1" fmla="*/ 705186 w 705186"/>
                <a:gd name="connsiteY1" fmla="*/ 131950 h 605910"/>
                <a:gd name="connsiteX2" fmla="*/ 167258 w 705186"/>
                <a:gd name="connsiteY2" fmla="*/ 77501 h 605910"/>
                <a:gd name="connsiteX3" fmla="*/ 52817 w 705186"/>
                <a:gd name="connsiteY3" fmla="*/ 605910 h 605910"/>
                <a:gd name="connsiteX4" fmla="*/ 433091 w 705186"/>
                <a:gd name="connsiteY4" fmla="*/ 443375 h 605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186" h="605910">
                  <a:moveTo>
                    <a:pt x="433091" y="443375"/>
                  </a:moveTo>
                  <a:cubicBezTo>
                    <a:pt x="549988" y="358438"/>
                    <a:pt x="641203" y="251304"/>
                    <a:pt x="705186" y="131950"/>
                  </a:cubicBezTo>
                  <a:cubicBezTo>
                    <a:pt x="567765" y="-18704"/>
                    <a:pt x="336103" y="-45153"/>
                    <a:pt x="167258" y="77501"/>
                  </a:cubicBezTo>
                  <a:cubicBezTo>
                    <a:pt x="-1571" y="200170"/>
                    <a:pt x="-48008" y="428669"/>
                    <a:pt x="52817" y="605910"/>
                  </a:cubicBezTo>
                  <a:cubicBezTo>
                    <a:pt x="186109" y="581948"/>
                    <a:pt x="316193" y="528312"/>
                    <a:pt x="433091" y="443375"/>
                  </a:cubicBezTo>
                  <a:close/>
                </a:path>
              </a:pathLst>
            </a:custGeom>
            <a:solidFill>
              <a:srgbClr val="4B2C8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4" name="Freeform: Shape 13">
              <a:extLst>
                <a:ext uri="{FF2B5EF4-FFF2-40B4-BE49-F238E27FC236}">
                  <a16:creationId xmlns:a16="http://schemas.microsoft.com/office/drawing/2014/main" id="{5EF15540-1B4F-7CBD-5AB4-31E1535A77A5}"/>
                </a:ext>
              </a:extLst>
            </p:cNvPr>
            <p:cNvSpPr/>
            <p:nvPr/>
          </p:nvSpPr>
          <p:spPr>
            <a:xfrm>
              <a:off x="6743061" y="3359245"/>
              <a:ext cx="742342" cy="1160886"/>
            </a:xfrm>
            <a:custGeom>
              <a:avLst/>
              <a:gdLst>
                <a:gd name="connsiteX0" fmla="*/ 450069 w 495711"/>
                <a:gd name="connsiteY0" fmla="*/ 355021 h 775201"/>
                <a:gd name="connsiteX1" fmla="*/ 237965 w 495711"/>
                <a:gd name="connsiteY1" fmla="*/ 0 h 775201"/>
                <a:gd name="connsiteX2" fmla="*/ 19966 w 495711"/>
                <a:gd name="connsiteY2" fmla="*/ 494761 h 775201"/>
                <a:gd name="connsiteX3" fmla="*/ 487157 w 495711"/>
                <a:gd name="connsiteY3" fmla="*/ 766902 h 775201"/>
                <a:gd name="connsiteX4" fmla="*/ 450084 w 495711"/>
                <a:gd name="connsiteY4" fmla="*/ 355006 h 7752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711" h="775201">
                  <a:moveTo>
                    <a:pt x="450069" y="355021"/>
                  </a:moveTo>
                  <a:cubicBezTo>
                    <a:pt x="405413" y="217600"/>
                    <a:pt x="331698" y="97724"/>
                    <a:pt x="237965" y="0"/>
                  </a:cubicBezTo>
                  <a:cubicBezTo>
                    <a:pt x="52219" y="84138"/>
                    <a:pt x="-44523" y="296288"/>
                    <a:pt x="19966" y="494761"/>
                  </a:cubicBezTo>
                  <a:cubicBezTo>
                    <a:pt x="84456" y="693233"/>
                    <a:pt x="287426" y="807996"/>
                    <a:pt x="487157" y="766902"/>
                  </a:cubicBezTo>
                  <a:cubicBezTo>
                    <a:pt x="505563" y="632735"/>
                    <a:pt x="494740" y="492443"/>
                    <a:pt x="450084" y="355006"/>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21" name="Freeform: Shape 20">
              <a:extLst>
                <a:ext uri="{FF2B5EF4-FFF2-40B4-BE49-F238E27FC236}">
                  <a16:creationId xmlns:a16="http://schemas.microsoft.com/office/drawing/2014/main" id="{103C4135-36E3-4142-9312-9918BDC140C3}"/>
                </a:ext>
              </a:extLst>
            </p:cNvPr>
            <p:cNvSpPr/>
            <p:nvPr/>
          </p:nvSpPr>
          <p:spPr>
            <a:xfrm rot="16425600">
              <a:off x="5627759" y="2532840"/>
              <a:ext cx="936641" cy="936642"/>
            </a:xfrm>
            <a:custGeom>
              <a:avLst/>
              <a:gdLst>
                <a:gd name="connsiteX0" fmla="*/ 625458 w 625458"/>
                <a:gd name="connsiteY0" fmla="*/ 312729 h 625458"/>
                <a:gd name="connsiteX1" fmla="*/ 312729 w 625458"/>
                <a:gd name="connsiteY1" fmla="*/ 625458 h 625458"/>
                <a:gd name="connsiteX2" fmla="*/ 0 w 625458"/>
                <a:gd name="connsiteY2" fmla="*/ 312729 h 625458"/>
                <a:gd name="connsiteX3" fmla="*/ 312729 w 625458"/>
                <a:gd name="connsiteY3" fmla="*/ 0 h 625458"/>
                <a:gd name="connsiteX4" fmla="*/ 625458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8" y="312729"/>
                  </a:moveTo>
                  <a:cubicBezTo>
                    <a:pt x="625458" y="485445"/>
                    <a:pt x="485445" y="625458"/>
                    <a:pt x="312729" y="625458"/>
                  </a:cubicBezTo>
                  <a:cubicBezTo>
                    <a:pt x="140014" y="625458"/>
                    <a:pt x="0" y="485445"/>
                    <a:pt x="0" y="312729"/>
                  </a:cubicBezTo>
                  <a:cubicBezTo>
                    <a:pt x="0" y="140014"/>
                    <a:pt x="140014" y="0"/>
                    <a:pt x="312729" y="0"/>
                  </a:cubicBezTo>
                  <a:cubicBezTo>
                    <a:pt x="485445" y="0"/>
                    <a:pt x="625458" y="140014"/>
                    <a:pt x="625458"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2" name="Freeform: Shape 21">
              <a:extLst>
                <a:ext uri="{FF2B5EF4-FFF2-40B4-BE49-F238E27FC236}">
                  <a16:creationId xmlns:a16="http://schemas.microsoft.com/office/drawing/2014/main" id="{DDA54CC9-2A16-9E89-1133-B46F0875873B}"/>
                </a:ext>
              </a:extLst>
            </p:cNvPr>
            <p:cNvSpPr/>
            <p:nvPr/>
          </p:nvSpPr>
          <p:spPr>
            <a:xfrm rot="16422000">
              <a:off x="6882444" y="3444065"/>
              <a:ext cx="936641" cy="936642"/>
            </a:xfrm>
            <a:custGeom>
              <a:avLst/>
              <a:gdLst>
                <a:gd name="connsiteX0" fmla="*/ 625459 w 625458"/>
                <a:gd name="connsiteY0" fmla="*/ 312729 h 625458"/>
                <a:gd name="connsiteX1" fmla="*/ 312730 w 625458"/>
                <a:gd name="connsiteY1" fmla="*/ 625459 h 625458"/>
                <a:gd name="connsiteX2" fmla="*/ 0 w 625458"/>
                <a:gd name="connsiteY2" fmla="*/ 312729 h 625458"/>
                <a:gd name="connsiteX3" fmla="*/ 312730 w 625458"/>
                <a:gd name="connsiteY3" fmla="*/ 0 h 625458"/>
                <a:gd name="connsiteX4" fmla="*/ 625459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3" name="Freeform: Shape 22">
              <a:extLst>
                <a:ext uri="{FF2B5EF4-FFF2-40B4-BE49-F238E27FC236}">
                  <a16:creationId xmlns:a16="http://schemas.microsoft.com/office/drawing/2014/main" id="{495F4C89-FF28-F55B-81A0-5577FCB706E5}"/>
                </a:ext>
              </a:extLst>
            </p:cNvPr>
            <p:cNvSpPr/>
            <p:nvPr/>
          </p:nvSpPr>
          <p:spPr>
            <a:xfrm rot="16422600">
              <a:off x="6403016" y="4918905"/>
              <a:ext cx="936641" cy="936642"/>
            </a:xfrm>
            <a:custGeom>
              <a:avLst/>
              <a:gdLst>
                <a:gd name="connsiteX0" fmla="*/ 625459 w 625458"/>
                <a:gd name="connsiteY0" fmla="*/ 312729 h 625458"/>
                <a:gd name="connsiteX1" fmla="*/ 312729 w 625458"/>
                <a:gd name="connsiteY1" fmla="*/ 625458 h 625458"/>
                <a:gd name="connsiteX2" fmla="*/ 0 w 625458"/>
                <a:gd name="connsiteY2" fmla="*/ 312729 h 625458"/>
                <a:gd name="connsiteX3" fmla="*/ 312729 w 625458"/>
                <a:gd name="connsiteY3" fmla="*/ 0 h 625458"/>
                <a:gd name="connsiteX4" fmla="*/ 625459 w 625458"/>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8" h="625458">
                  <a:moveTo>
                    <a:pt x="625459" y="312729"/>
                  </a:moveTo>
                  <a:cubicBezTo>
                    <a:pt x="625459" y="485445"/>
                    <a:pt x="485445" y="625458"/>
                    <a:pt x="312729" y="625458"/>
                  </a:cubicBezTo>
                  <a:cubicBezTo>
                    <a:pt x="140014" y="625458"/>
                    <a:pt x="0" y="485445"/>
                    <a:pt x="0" y="312729"/>
                  </a:cubicBezTo>
                  <a:cubicBezTo>
                    <a:pt x="0" y="140013"/>
                    <a:pt x="140014" y="0"/>
                    <a:pt x="312729" y="0"/>
                  </a:cubicBezTo>
                  <a:cubicBezTo>
                    <a:pt x="485445" y="0"/>
                    <a:pt x="625459" y="140013"/>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4" name="Freeform: Shape 23">
              <a:extLst>
                <a:ext uri="{FF2B5EF4-FFF2-40B4-BE49-F238E27FC236}">
                  <a16:creationId xmlns:a16="http://schemas.microsoft.com/office/drawing/2014/main" id="{53284A9A-A8CE-0791-8D42-6D44FBEC7A70}"/>
                </a:ext>
              </a:extLst>
            </p:cNvPr>
            <p:cNvSpPr/>
            <p:nvPr/>
          </p:nvSpPr>
          <p:spPr>
            <a:xfrm rot="16419000">
              <a:off x="4852316" y="4918770"/>
              <a:ext cx="936643" cy="936642"/>
            </a:xfrm>
            <a:custGeom>
              <a:avLst/>
              <a:gdLst>
                <a:gd name="connsiteX0" fmla="*/ 625459 w 625459"/>
                <a:gd name="connsiteY0" fmla="*/ 312729 h 625458"/>
                <a:gd name="connsiteX1" fmla="*/ 312730 w 625459"/>
                <a:gd name="connsiteY1" fmla="*/ 625459 h 625458"/>
                <a:gd name="connsiteX2" fmla="*/ 0 w 625459"/>
                <a:gd name="connsiteY2" fmla="*/ 312729 h 625458"/>
                <a:gd name="connsiteX3" fmla="*/ 312730 w 625459"/>
                <a:gd name="connsiteY3" fmla="*/ 0 h 625458"/>
                <a:gd name="connsiteX4" fmla="*/ 625459 w 625459"/>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9"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sp>
          <p:nvSpPr>
            <p:cNvPr id="25" name="Freeform: Shape 24">
              <a:extLst>
                <a:ext uri="{FF2B5EF4-FFF2-40B4-BE49-F238E27FC236}">
                  <a16:creationId xmlns:a16="http://schemas.microsoft.com/office/drawing/2014/main" id="{6129718E-F604-122A-3258-92299BBF8069}"/>
                </a:ext>
              </a:extLst>
            </p:cNvPr>
            <p:cNvSpPr/>
            <p:nvPr/>
          </p:nvSpPr>
          <p:spPr>
            <a:xfrm rot="16437000">
              <a:off x="4372913" y="3444172"/>
              <a:ext cx="936643" cy="936642"/>
            </a:xfrm>
            <a:custGeom>
              <a:avLst/>
              <a:gdLst>
                <a:gd name="connsiteX0" fmla="*/ 625459 w 625459"/>
                <a:gd name="connsiteY0" fmla="*/ 312729 h 625458"/>
                <a:gd name="connsiteX1" fmla="*/ 312730 w 625459"/>
                <a:gd name="connsiteY1" fmla="*/ 625459 h 625458"/>
                <a:gd name="connsiteX2" fmla="*/ 0 w 625459"/>
                <a:gd name="connsiteY2" fmla="*/ 312729 h 625458"/>
                <a:gd name="connsiteX3" fmla="*/ 312730 w 625459"/>
                <a:gd name="connsiteY3" fmla="*/ 0 h 625458"/>
                <a:gd name="connsiteX4" fmla="*/ 625459 w 625459"/>
                <a:gd name="connsiteY4" fmla="*/ 312729 h 6254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459" h="625458">
                  <a:moveTo>
                    <a:pt x="625459" y="312729"/>
                  </a:moveTo>
                  <a:cubicBezTo>
                    <a:pt x="625459" y="485445"/>
                    <a:pt x="485445" y="625459"/>
                    <a:pt x="312730" y="625459"/>
                  </a:cubicBezTo>
                  <a:cubicBezTo>
                    <a:pt x="140014" y="625459"/>
                    <a:pt x="0" y="485445"/>
                    <a:pt x="0" y="312729"/>
                  </a:cubicBezTo>
                  <a:cubicBezTo>
                    <a:pt x="0" y="140014"/>
                    <a:pt x="140014" y="0"/>
                    <a:pt x="312730" y="0"/>
                  </a:cubicBezTo>
                  <a:cubicBezTo>
                    <a:pt x="485445" y="0"/>
                    <a:pt x="625459" y="140014"/>
                    <a:pt x="625459" y="312729"/>
                  </a:cubicBezTo>
                  <a:close/>
                </a:path>
              </a:pathLst>
            </a:custGeom>
            <a:solidFill>
              <a:srgbClr val="FFFFFF"/>
            </a:solidFill>
            <a:ln w="1531" cap="flat">
              <a:noFill/>
              <a:prstDash val="solid"/>
              <a:miter/>
            </a:ln>
            <a:effectLst>
              <a:outerShdw blurRad="190500" dist="38100" dir="5400000" rotWithShape="0">
                <a:srgbClr val="43515C">
                  <a:alpha val="20000"/>
                </a:srgbClr>
              </a:outerShdw>
            </a:effectLst>
          </p:spPr>
          <p:txBody>
            <a:bodyPr rtlCol="0" anchor="ctr"/>
            <a:lstStyle/>
            <a:p>
              <a:pPr algn="ctr"/>
              <a:endParaRPr lang="en-IN"/>
            </a:p>
          </p:txBody>
        </p:sp>
        <p:pic>
          <p:nvPicPr>
            <p:cNvPr id="130" name="Graphic 129">
              <a:extLst>
                <a:ext uri="{FF2B5EF4-FFF2-40B4-BE49-F238E27FC236}">
                  <a16:creationId xmlns:a16="http://schemas.microsoft.com/office/drawing/2014/main" id="{00A05717-3272-C5CB-C316-57E4BC95C57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38983" y="2744065"/>
              <a:ext cx="514192" cy="514192"/>
            </a:xfrm>
            <a:prstGeom prst="rect">
              <a:avLst/>
            </a:prstGeom>
          </p:spPr>
        </p:pic>
        <p:pic>
          <p:nvPicPr>
            <p:cNvPr id="131" name="Graphic 130">
              <a:extLst>
                <a:ext uri="{FF2B5EF4-FFF2-40B4-BE49-F238E27FC236}">
                  <a16:creationId xmlns:a16="http://schemas.microsoft.com/office/drawing/2014/main" id="{B5BF153B-AECC-2BFB-F53F-85969D1B73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84138" y="3655397"/>
              <a:ext cx="514192" cy="514192"/>
            </a:xfrm>
            <a:prstGeom prst="rect">
              <a:avLst/>
            </a:prstGeom>
          </p:spPr>
        </p:pic>
        <p:pic>
          <p:nvPicPr>
            <p:cNvPr id="132" name="Graphic 131">
              <a:extLst>
                <a:ext uri="{FF2B5EF4-FFF2-40B4-BE49-F238E27FC236}">
                  <a16:creationId xmlns:a16="http://schemas.microsoft.com/office/drawing/2014/main" id="{64D7F04C-2F3A-1923-6236-0327075E94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93668" y="3655397"/>
              <a:ext cx="514192" cy="514192"/>
            </a:xfrm>
            <a:prstGeom prst="rect">
              <a:avLst/>
            </a:prstGeom>
          </p:spPr>
        </p:pic>
        <p:pic>
          <p:nvPicPr>
            <p:cNvPr id="133" name="Graphic 132">
              <a:extLst>
                <a:ext uri="{FF2B5EF4-FFF2-40B4-BE49-F238E27FC236}">
                  <a16:creationId xmlns:a16="http://schemas.microsoft.com/office/drawing/2014/main" id="{FDC887DB-DDB3-A089-D515-34262C9FFAD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240" y="5130130"/>
              <a:ext cx="514192" cy="514192"/>
            </a:xfrm>
            <a:prstGeom prst="rect">
              <a:avLst/>
            </a:prstGeom>
          </p:spPr>
        </p:pic>
        <p:pic>
          <p:nvPicPr>
            <p:cNvPr id="134" name="Graphic 133">
              <a:extLst>
                <a:ext uri="{FF2B5EF4-FFF2-40B4-BE49-F238E27FC236}">
                  <a16:creationId xmlns:a16="http://schemas.microsoft.com/office/drawing/2014/main" id="{6804E236-0155-6B73-66B3-9093766CAB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63541" y="5129995"/>
              <a:ext cx="514192" cy="514192"/>
            </a:xfrm>
            <a:prstGeom prst="rect">
              <a:avLst/>
            </a:prstGeom>
          </p:spPr>
        </p:pic>
      </p:grpSp>
      <p:sp>
        <p:nvSpPr>
          <p:cNvPr id="135" name="TextBox 134">
            <a:extLst>
              <a:ext uri="{FF2B5EF4-FFF2-40B4-BE49-F238E27FC236}">
                <a16:creationId xmlns:a16="http://schemas.microsoft.com/office/drawing/2014/main" id="{8E9C6C2E-8D92-B844-B529-8A5BE63AD05B}"/>
              </a:ext>
            </a:extLst>
          </p:cNvPr>
          <p:cNvSpPr txBox="1"/>
          <p:nvPr/>
        </p:nvSpPr>
        <p:spPr>
          <a:xfrm>
            <a:off x="4396381" y="1146452"/>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6" name="TextBox 135">
            <a:extLst>
              <a:ext uri="{FF2B5EF4-FFF2-40B4-BE49-F238E27FC236}">
                <a16:creationId xmlns:a16="http://schemas.microsoft.com/office/drawing/2014/main" id="{E96C9AB9-E07D-557D-7A8F-77C1C4CA6CEE}"/>
              </a:ext>
            </a:extLst>
          </p:cNvPr>
          <p:cNvSpPr txBox="1"/>
          <p:nvPr/>
        </p:nvSpPr>
        <p:spPr>
          <a:xfrm>
            <a:off x="54763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7" name="TextBox 136">
            <a:extLst>
              <a:ext uri="{FF2B5EF4-FFF2-40B4-BE49-F238E27FC236}">
                <a16:creationId xmlns:a16="http://schemas.microsoft.com/office/drawing/2014/main" id="{8B9B9202-239F-1A56-57F9-8F3C785283C9}"/>
              </a:ext>
            </a:extLst>
          </p:cNvPr>
          <p:cNvSpPr txBox="1"/>
          <p:nvPr/>
        </p:nvSpPr>
        <p:spPr>
          <a:xfrm>
            <a:off x="54763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8" name="TextBox 137">
            <a:extLst>
              <a:ext uri="{FF2B5EF4-FFF2-40B4-BE49-F238E27FC236}">
                <a16:creationId xmlns:a16="http://schemas.microsoft.com/office/drawing/2014/main" id="{DE00CC0B-A3D9-F78B-5369-AAC992FCC054}"/>
              </a:ext>
            </a:extLst>
          </p:cNvPr>
          <p:cNvSpPr txBox="1"/>
          <p:nvPr/>
        </p:nvSpPr>
        <p:spPr>
          <a:xfrm>
            <a:off x="823496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9" name="TextBox 138">
            <a:extLst>
              <a:ext uri="{FF2B5EF4-FFF2-40B4-BE49-F238E27FC236}">
                <a16:creationId xmlns:a16="http://schemas.microsoft.com/office/drawing/2014/main" id="{C0AE5C2E-9C18-614F-143A-BD6C2CC21689}"/>
              </a:ext>
            </a:extLst>
          </p:cNvPr>
          <p:cNvSpPr txBox="1"/>
          <p:nvPr/>
        </p:nvSpPr>
        <p:spPr>
          <a:xfrm>
            <a:off x="823496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grpSp>
        <p:nvGrpSpPr>
          <p:cNvPr id="125" name="Group 124">
            <a:extLst>
              <a:ext uri="{FF2B5EF4-FFF2-40B4-BE49-F238E27FC236}">
                <a16:creationId xmlns:a16="http://schemas.microsoft.com/office/drawing/2014/main" id="{34829BD3-6CE3-F40D-0CA1-4E3D951A62C4}"/>
              </a:ext>
            </a:extLst>
          </p:cNvPr>
          <p:cNvGrpSpPr/>
          <p:nvPr/>
        </p:nvGrpSpPr>
        <p:grpSpPr>
          <a:xfrm>
            <a:off x="5678096" y="3883230"/>
            <a:ext cx="835808" cy="836790"/>
            <a:chOff x="4867690" y="5483009"/>
            <a:chExt cx="642535" cy="643293"/>
          </a:xfrm>
        </p:grpSpPr>
        <p:sp>
          <p:nvSpPr>
            <p:cNvPr id="126" name="Freeform: Shape 125">
              <a:extLst>
                <a:ext uri="{FF2B5EF4-FFF2-40B4-BE49-F238E27FC236}">
                  <a16:creationId xmlns:a16="http://schemas.microsoft.com/office/drawing/2014/main" id="{2B94B36F-21FF-C99A-AFEA-72C7F4A20592}"/>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27" name="Freeform: Shape 126">
              <a:extLst>
                <a:ext uri="{FF2B5EF4-FFF2-40B4-BE49-F238E27FC236}">
                  <a16:creationId xmlns:a16="http://schemas.microsoft.com/office/drawing/2014/main" id="{EF73BD12-B57A-3D90-53C7-6763106B0794}"/>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8" name="Freeform: Shape 127">
              <a:extLst>
                <a:ext uri="{FF2B5EF4-FFF2-40B4-BE49-F238E27FC236}">
                  <a16:creationId xmlns:a16="http://schemas.microsoft.com/office/drawing/2014/main" id="{9532386E-DD31-5919-7A27-D3FC084CA323}"/>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spTree>
    <p:extLst>
      <p:ext uri="{BB962C8B-B14F-4D97-AF65-F5344CB8AC3E}">
        <p14:creationId xmlns:p14="http://schemas.microsoft.com/office/powerpoint/2010/main" val="21934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C8D9B-BC6E-767A-395E-CE2132365F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BDC16B4-8964-6888-CC00-34C83F28803A}"/>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D09FD0CB-77C6-9FB7-CEB4-83BA1DACF59B}"/>
              </a:ext>
            </a:extLst>
          </p:cNvPr>
          <p:cNvSpPr>
            <a:spLocks noGrp="1"/>
          </p:cNvSpPr>
          <p:nvPr>
            <p:ph type="title"/>
          </p:nvPr>
        </p:nvSpPr>
        <p:spPr/>
        <p:txBody>
          <a:bodyPr/>
          <a:lstStyle/>
          <a:p>
            <a:r>
              <a:rPr lang="en-US" sz="1800" dirty="0"/>
              <a:t>Title</a:t>
            </a:r>
            <a:endParaRPr lang="es-MX" sz="1800" dirty="0"/>
          </a:p>
        </p:txBody>
      </p:sp>
      <p:sp>
        <p:nvSpPr>
          <p:cNvPr id="15" name="Freeform: Shape 14">
            <a:extLst>
              <a:ext uri="{FF2B5EF4-FFF2-40B4-BE49-F238E27FC236}">
                <a16:creationId xmlns:a16="http://schemas.microsoft.com/office/drawing/2014/main" id="{A3DE9D16-0E4E-7D32-C0BB-4EEE79FB8AF2}"/>
              </a:ext>
            </a:extLst>
          </p:cNvPr>
          <p:cNvSpPr/>
          <p:nvPr/>
        </p:nvSpPr>
        <p:spPr>
          <a:xfrm>
            <a:off x="6492950" y="2684724"/>
            <a:ext cx="292984" cy="47254"/>
          </a:xfrm>
          <a:custGeom>
            <a:avLst/>
            <a:gdLst>
              <a:gd name="connsiteX0" fmla="*/ 135397 w 147273"/>
              <a:gd name="connsiteY0" fmla="*/ 23754 h 23753"/>
              <a:gd name="connsiteX1" fmla="*/ 11877 w 147273"/>
              <a:gd name="connsiteY1" fmla="*/ 23754 h 23753"/>
              <a:gd name="connsiteX2" fmla="*/ 0 w 147273"/>
              <a:gd name="connsiteY2" fmla="*/ 11877 h 23753"/>
              <a:gd name="connsiteX3" fmla="*/ 11877 w 147273"/>
              <a:gd name="connsiteY3" fmla="*/ 0 h 23753"/>
              <a:gd name="connsiteX4" fmla="*/ 135397 w 147273"/>
              <a:gd name="connsiteY4" fmla="*/ 0 h 23753"/>
              <a:gd name="connsiteX5" fmla="*/ 147274 w 147273"/>
              <a:gd name="connsiteY5" fmla="*/ 11877 h 23753"/>
              <a:gd name="connsiteX6" fmla="*/ 135397 w 147273"/>
              <a:gd name="connsiteY6" fmla="*/ 23754 h 23753"/>
              <a:gd name="connsiteX7" fmla="*/ 135397 w 147273"/>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7273" h="23753">
                <a:moveTo>
                  <a:pt x="135397" y="23754"/>
                </a:moveTo>
                <a:lnTo>
                  <a:pt x="11877" y="23754"/>
                </a:lnTo>
                <a:cubicBezTo>
                  <a:pt x="5321" y="23754"/>
                  <a:pt x="0" y="18433"/>
                  <a:pt x="0" y="11877"/>
                </a:cubicBezTo>
                <a:cubicBezTo>
                  <a:pt x="0" y="5321"/>
                  <a:pt x="5321" y="0"/>
                  <a:pt x="11877" y="0"/>
                </a:cubicBezTo>
                <a:lnTo>
                  <a:pt x="135397" y="0"/>
                </a:lnTo>
                <a:cubicBezTo>
                  <a:pt x="141953" y="0"/>
                  <a:pt x="147274" y="5321"/>
                  <a:pt x="147274" y="11877"/>
                </a:cubicBezTo>
                <a:cubicBezTo>
                  <a:pt x="147274" y="18433"/>
                  <a:pt x="141953" y="23754"/>
                  <a:pt x="135397" y="23754"/>
                </a:cubicBezTo>
                <a:lnTo>
                  <a:pt x="135397" y="23754"/>
                </a:lnTo>
                <a:close/>
              </a:path>
            </a:pathLst>
          </a:custGeom>
          <a:solidFill>
            <a:srgbClr val="4B2C80"/>
          </a:solidFill>
          <a:ln w="0"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03FA5B2A-428D-2063-E8B8-A93C578B3AED}"/>
              </a:ext>
            </a:extLst>
          </p:cNvPr>
          <p:cNvSpPr/>
          <p:nvPr/>
        </p:nvSpPr>
        <p:spPr>
          <a:xfrm>
            <a:off x="5755760" y="2684724"/>
            <a:ext cx="311887" cy="47254"/>
          </a:xfrm>
          <a:custGeom>
            <a:avLst/>
            <a:gdLst>
              <a:gd name="connsiteX0" fmla="*/ 144899 w 156775"/>
              <a:gd name="connsiteY0" fmla="*/ 23754 h 23753"/>
              <a:gd name="connsiteX1" fmla="*/ 11877 w 156775"/>
              <a:gd name="connsiteY1" fmla="*/ 23754 h 23753"/>
              <a:gd name="connsiteX2" fmla="*/ 0 w 156775"/>
              <a:gd name="connsiteY2" fmla="*/ 11877 h 23753"/>
              <a:gd name="connsiteX3" fmla="*/ 11877 w 156775"/>
              <a:gd name="connsiteY3" fmla="*/ 0 h 23753"/>
              <a:gd name="connsiteX4" fmla="*/ 144899 w 156775"/>
              <a:gd name="connsiteY4" fmla="*/ 0 h 23753"/>
              <a:gd name="connsiteX5" fmla="*/ 156776 w 156775"/>
              <a:gd name="connsiteY5" fmla="*/ 11877 h 23753"/>
              <a:gd name="connsiteX6" fmla="*/ 144899 w 156775"/>
              <a:gd name="connsiteY6" fmla="*/ 23754 h 23753"/>
              <a:gd name="connsiteX7" fmla="*/ 144899 w 156775"/>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75" h="23753">
                <a:moveTo>
                  <a:pt x="144899" y="23754"/>
                </a:moveTo>
                <a:lnTo>
                  <a:pt x="11877" y="23754"/>
                </a:lnTo>
                <a:cubicBezTo>
                  <a:pt x="5321" y="23754"/>
                  <a:pt x="0" y="18433"/>
                  <a:pt x="0" y="11877"/>
                </a:cubicBezTo>
                <a:cubicBezTo>
                  <a:pt x="0" y="5321"/>
                  <a:pt x="5321" y="0"/>
                  <a:pt x="11877" y="0"/>
                </a:cubicBezTo>
                <a:lnTo>
                  <a:pt x="144899" y="0"/>
                </a:lnTo>
                <a:cubicBezTo>
                  <a:pt x="151455" y="0"/>
                  <a:pt x="156776" y="5321"/>
                  <a:pt x="156776" y="11877"/>
                </a:cubicBezTo>
                <a:cubicBezTo>
                  <a:pt x="156776" y="18433"/>
                  <a:pt x="151455" y="23754"/>
                  <a:pt x="144899" y="23754"/>
                </a:cubicBezTo>
                <a:lnTo>
                  <a:pt x="144899" y="23754"/>
                </a:lnTo>
                <a:close/>
              </a:path>
            </a:pathLst>
          </a:custGeom>
          <a:solidFill>
            <a:srgbClr val="4B2C80"/>
          </a:solidFill>
          <a:ln w="0"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9479C8C5-E704-55E4-E9D7-A861B3F09182}"/>
              </a:ext>
            </a:extLst>
          </p:cNvPr>
          <p:cNvSpPr/>
          <p:nvPr/>
        </p:nvSpPr>
        <p:spPr>
          <a:xfrm>
            <a:off x="5401341" y="2684724"/>
            <a:ext cx="297711" cy="47254"/>
          </a:xfrm>
          <a:custGeom>
            <a:avLst/>
            <a:gdLst>
              <a:gd name="connsiteX0" fmla="*/ 137772 w 149649"/>
              <a:gd name="connsiteY0" fmla="*/ 23754 h 23753"/>
              <a:gd name="connsiteX1" fmla="*/ 11877 w 149649"/>
              <a:gd name="connsiteY1" fmla="*/ 23754 h 23753"/>
              <a:gd name="connsiteX2" fmla="*/ 0 w 149649"/>
              <a:gd name="connsiteY2" fmla="*/ 11877 h 23753"/>
              <a:gd name="connsiteX3" fmla="*/ 11877 w 149649"/>
              <a:gd name="connsiteY3" fmla="*/ 0 h 23753"/>
              <a:gd name="connsiteX4" fmla="*/ 137772 w 149649"/>
              <a:gd name="connsiteY4" fmla="*/ 0 h 23753"/>
              <a:gd name="connsiteX5" fmla="*/ 149649 w 149649"/>
              <a:gd name="connsiteY5" fmla="*/ 11877 h 23753"/>
              <a:gd name="connsiteX6" fmla="*/ 137772 w 149649"/>
              <a:gd name="connsiteY6" fmla="*/ 23754 h 23753"/>
              <a:gd name="connsiteX7" fmla="*/ 137772 w 149649"/>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9649" h="23753">
                <a:moveTo>
                  <a:pt x="137772" y="23754"/>
                </a:moveTo>
                <a:lnTo>
                  <a:pt x="11877" y="23754"/>
                </a:lnTo>
                <a:cubicBezTo>
                  <a:pt x="5321" y="23754"/>
                  <a:pt x="0" y="18433"/>
                  <a:pt x="0" y="11877"/>
                </a:cubicBezTo>
                <a:cubicBezTo>
                  <a:pt x="0" y="5321"/>
                  <a:pt x="5321" y="0"/>
                  <a:pt x="11877" y="0"/>
                </a:cubicBezTo>
                <a:lnTo>
                  <a:pt x="137772" y="0"/>
                </a:lnTo>
                <a:cubicBezTo>
                  <a:pt x="144329" y="0"/>
                  <a:pt x="149649" y="5321"/>
                  <a:pt x="149649" y="11877"/>
                </a:cubicBezTo>
                <a:cubicBezTo>
                  <a:pt x="149649" y="18433"/>
                  <a:pt x="144329" y="23754"/>
                  <a:pt x="137772" y="23754"/>
                </a:cubicBezTo>
                <a:lnTo>
                  <a:pt x="137772" y="23754"/>
                </a:lnTo>
                <a:close/>
              </a:path>
            </a:pathLst>
          </a:custGeom>
          <a:solidFill>
            <a:srgbClr val="4B2C80"/>
          </a:solidFill>
          <a:ln w="0"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ED027C06-E6D1-F37A-E376-E307828F97C3}"/>
              </a:ext>
            </a:extLst>
          </p:cNvPr>
          <p:cNvSpPr/>
          <p:nvPr/>
        </p:nvSpPr>
        <p:spPr>
          <a:xfrm>
            <a:off x="3376428" y="1971162"/>
            <a:ext cx="5439144" cy="760818"/>
          </a:xfrm>
          <a:custGeom>
            <a:avLst/>
            <a:gdLst>
              <a:gd name="connsiteX0" fmla="*/ 2649055 w 2734070"/>
              <a:gd name="connsiteY0" fmla="*/ 382437 h 382437"/>
              <a:gd name="connsiteX1" fmla="*/ 1754223 w 2734070"/>
              <a:gd name="connsiteY1" fmla="*/ 382437 h 382437"/>
              <a:gd name="connsiteX2" fmla="*/ 1742346 w 2734070"/>
              <a:gd name="connsiteY2" fmla="*/ 370560 h 382437"/>
              <a:gd name="connsiteX3" fmla="*/ 1754223 w 2734070"/>
              <a:gd name="connsiteY3" fmla="*/ 358683 h 382437"/>
              <a:gd name="connsiteX4" fmla="*/ 2649055 w 2734070"/>
              <a:gd name="connsiteY4" fmla="*/ 358683 h 382437"/>
              <a:gd name="connsiteX5" fmla="*/ 2710317 w 2734070"/>
              <a:gd name="connsiteY5" fmla="*/ 297422 h 382437"/>
              <a:gd name="connsiteX6" fmla="*/ 2710317 w 2734070"/>
              <a:gd name="connsiteY6" fmla="*/ 85015 h 382437"/>
              <a:gd name="connsiteX7" fmla="*/ 2649055 w 2734070"/>
              <a:gd name="connsiteY7" fmla="*/ 23754 h 382437"/>
              <a:gd name="connsiteX8" fmla="*/ 85015 w 2734070"/>
              <a:gd name="connsiteY8" fmla="*/ 23754 h 382437"/>
              <a:gd name="connsiteX9" fmla="*/ 23754 w 2734070"/>
              <a:gd name="connsiteY9" fmla="*/ 85015 h 382437"/>
              <a:gd name="connsiteX10" fmla="*/ 23754 w 2734070"/>
              <a:gd name="connsiteY10" fmla="*/ 297422 h 382437"/>
              <a:gd name="connsiteX11" fmla="*/ 85015 w 2734070"/>
              <a:gd name="connsiteY11" fmla="*/ 358683 h 382437"/>
              <a:gd name="connsiteX12" fmla="*/ 977472 w 2734070"/>
              <a:gd name="connsiteY12" fmla="*/ 358683 h 382437"/>
              <a:gd name="connsiteX13" fmla="*/ 989349 w 2734070"/>
              <a:gd name="connsiteY13" fmla="*/ 370560 h 382437"/>
              <a:gd name="connsiteX14" fmla="*/ 977472 w 2734070"/>
              <a:gd name="connsiteY14" fmla="*/ 382437 h 382437"/>
              <a:gd name="connsiteX15" fmla="*/ 85015 w 2734070"/>
              <a:gd name="connsiteY15" fmla="*/ 382437 h 382437"/>
              <a:gd name="connsiteX16" fmla="*/ 0 w 2734070"/>
              <a:gd name="connsiteY16" fmla="*/ 297422 h 382437"/>
              <a:gd name="connsiteX17" fmla="*/ 0 w 2734070"/>
              <a:gd name="connsiteY17" fmla="*/ 85015 h 382437"/>
              <a:gd name="connsiteX18" fmla="*/ 85015 w 2734070"/>
              <a:gd name="connsiteY18" fmla="*/ 0 h 382437"/>
              <a:gd name="connsiteX19" fmla="*/ 2649055 w 2734070"/>
              <a:gd name="connsiteY19" fmla="*/ 0 h 382437"/>
              <a:gd name="connsiteX20" fmla="*/ 2734071 w 2734070"/>
              <a:gd name="connsiteY20" fmla="*/ 85015 h 382437"/>
              <a:gd name="connsiteX21" fmla="*/ 2734071 w 2734070"/>
              <a:gd name="connsiteY21" fmla="*/ 297422 h 382437"/>
              <a:gd name="connsiteX22" fmla="*/ 2649055 w 2734070"/>
              <a:gd name="connsiteY22" fmla="*/ 382437 h 382437"/>
              <a:gd name="connsiteX23" fmla="*/ 2649055 w 2734070"/>
              <a:gd name="connsiteY23" fmla="*/ 382437 h 382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34070" h="382437">
                <a:moveTo>
                  <a:pt x="2649055" y="382437"/>
                </a:moveTo>
                <a:lnTo>
                  <a:pt x="1754223" y="382437"/>
                </a:lnTo>
                <a:cubicBezTo>
                  <a:pt x="1747667" y="382437"/>
                  <a:pt x="1742346" y="377116"/>
                  <a:pt x="1742346" y="370560"/>
                </a:cubicBezTo>
                <a:cubicBezTo>
                  <a:pt x="1742346" y="364004"/>
                  <a:pt x="1747667" y="358683"/>
                  <a:pt x="1754223" y="358683"/>
                </a:cubicBezTo>
                <a:lnTo>
                  <a:pt x="2649055" y="358683"/>
                </a:lnTo>
                <a:cubicBezTo>
                  <a:pt x="2682834" y="358683"/>
                  <a:pt x="2710317" y="331200"/>
                  <a:pt x="2710317" y="297422"/>
                </a:cubicBezTo>
                <a:lnTo>
                  <a:pt x="2710317" y="85015"/>
                </a:lnTo>
                <a:cubicBezTo>
                  <a:pt x="2710317" y="51237"/>
                  <a:pt x="2682834" y="23754"/>
                  <a:pt x="2649055" y="23754"/>
                </a:cubicBezTo>
                <a:lnTo>
                  <a:pt x="85015" y="23754"/>
                </a:lnTo>
                <a:cubicBezTo>
                  <a:pt x="51237" y="23754"/>
                  <a:pt x="23754" y="51237"/>
                  <a:pt x="23754" y="85015"/>
                </a:cubicBezTo>
                <a:lnTo>
                  <a:pt x="23754" y="297422"/>
                </a:lnTo>
                <a:cubicBezTo>
                  <a:pt x="23754" y="331200"/>
                  <a:pt x="51237" y="358683"/>
                  <a:pt x="85015" y="358683"/>
                </a:cubicBezTo>
                <a:lnTo>
                  <a:pt x="977472" y="358683"/>
                </a:lnTo>
                <a:cubicBezTo>
                  <a:pt x="984028" y="358683"/>
                  <a:pt x="989349" y="364004"/>
                  <a:pt x="989349" y="370560"/>
                </a:cubicBezTo>
                <a:cubicBezTo>
                  <a:pt x="989349" y="377116"/>
                  <a:pt x="984028" y="382437"/>
                  <a:pt x="977472" y="382437"/>
                </a:cubicBezTo>
                <a:lnTo>
                  <a:pt x="85015" y="382437"/>
                </a:lnTo>
                <a:cubicBezTo>
                  <a:pt x="38149" y="382437"/>
                  <a:pt x="0" y="344288"/>
                  <a:pt x="0" y="297422"/>
                </a:cubicBezTo>
                <a:lnTo>
                  <a:pt x="0" y="85015"/>
                </a:lnTo>
                <a:cubicBezTo>
                  <a:pt x="0" y="38149"/>
                  <a:pt x="38125" y="0"/>
                  <a:pt x="85015" y="0"/>
                </a:cubicBezTo>
                <a:lnTo>
                  <a:pt x="2649055" y="0"/>
                </a:lnTo>
                <a:cubicBezTo>
                  <a:pt x="2695922" y="0"/>
                  <a:pt x="2734071" y="38149"/>
                  <a:pt x="2734071" y="85015"/>
                </a:cubicBezTo>
                <a:lnTo>
                  <a:pt x="2734071" y="297422"/>
                </a:lnTo>
                <a:cubicBezTo>
                  <a:pt x="2734071" y="344288"/>
                  <a:pt x="2695922" y="382437"/>
                  <a:pt x="2649055" y="382437"/>
                </a:cubicBezTo>
                <a:lnTo>
                  <a:pt x="2649055" y="382437"/>
                </a:lnTo>
                <a:close/>
              </a:path>
            </a:pathLst>
          </a:custGeom>
          <a:solidFill>
            <a:srgbClr val="4B2C80"/>
          </a:solidFill>
          <a:ln w="0"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EF679E61-4A12-00B7-A72E-728E3958E9E7}"/>
              </a:ext>
            </a:extLst>
          </p:cNvPr>
          <p:cNvSpPr/>
          <p:nvPr/>
        </p:nvSpPr>
        <p:spPr>
          <a:xfrm>
            <a:off x="6124355" y="2684724"/>
            <a:ext cx="311887" cy="47254"/>
          </a:xfrm>
          <a:custGeom>
            <a:avLst/>
            <a:gdLst>
              <a:gd name="connsiteX0" fmla="*/ 144899 w 156775"/>
              <a:gd name="connsiteY0" fmla="*/ 23754 h 23753"/>
              <a:gd name="connsiteX1" fmla="*/ 11877 w 156775"/>
              <a:gd name="connsiteY1" fmla="*/ 23754 h 23753"/>
              <a:gd name="connsiteX2" fmla="*/ 0 w 156775"/>
              <a:gd name="connsiteY2" fmla="*/ 11877 h 23753"/>
              <a:gd name="connsiteX3" fmla="*/ 11877 w 156775"/>
              <a:gd name="connsiteY3" fmla="*/ 0 h 23753"/>
              <a:gd name="connsiteX4" fmla="*/ 144899 w 156775"/>
              <a:gd name="connsiteY4" fmla="*/ 0 h 23753"/>
              <a:gd name="connsiteX5" fmla="*/ 156776 w 156775"/>
              <a:gd name="connsiteY5" fmla="*/ 11877 h 23753"/>
              <a:gd name="connsiteX6" fmla="*/ 144899 w 156775"/>
              <a:gd name="connsiteY6" fmla="*/ 23754 h 23753"/>
              <a:gd name="connsiteX7" fmla="*/ 144899 w 156775"/>
              <a:gd name="connsiteY7" fmla="*/ 23754 h 23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6775" h="23753">
                <a:moveTo>
                  <a:pt x="144899" y="23754"/>
                </a:moveTo>
                <a:lnTo>
                  <a:pt x="11877" y="23754"/>
                </a:lnTo>
                <a:cubicBezTo>
                  <a:pt x="5321" y="23754"/>
                  <a:pt x="0" y="18433"/>
                  <a:pt x="0" y="11877"/>
                </a:cubicBezTo>
                <a:cubicBezTo>
                  <a:pt x="0" y="5321"/>
                  <a:pt x="5321" y="0"/>
                  <a:pt x="11877" y="0"/>
                </a:cubicBezTo>
                <a:lnTo>
                  <a:pt x="144899" y="0"/>
                </a:lnTo>
                <a:cubicBezTo>
                  <a:pt x="151455" y="0"/>
                  <a:pt x="156776" y="5321"/>
                  <a:pt x="156776" y="11877"/>
                </a:cubicBezTo>
                <a:cubicBezTo>
                  <a:pt x="156776" y="18433"/>
                  <a:pt x="151455" y="23754"/>
                  <a:pt x="144899" y="23754"/>
                </a:cubicBezTo>
                <a:lnTo>
                  <a:pt x="144899" y="23754"/>
                </a:lnTo>
                <a:close/>
              </a:path>
            </a:pathLst>
          </a:custGeom>
          <a:solidFill>
            <a:srgbClr val="4B2C80"/>
          </a:solidFill>
          <a:ln w="0"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D8BCFC8D-73E9-6B8F-66F1-ACB877732C5A}"/>
              </a:ext>
            </a:extLst>
          </p:cNvPr>
          <p:cNvSpPr/>
          <p:nvPr/>
        </p:nvSpPr>
        <p:spPr>
          <a:xfrm>
            <a:off x="5245396" y="2632741"/>
            <a:ext cx="1701209" cy="1833522"/>
          </a:xfrm>
          <a:custGeom>
            <a:avLst/>
            <a:gdLst>
              <a:gd name="connsiteX0" fmla="*/ 427570 w 855139"/>
              <a:gd name="connsiteY0" fmla="*/ 479828 h 921649"/>
              <a:gd name="connsiteX1" fmla="*/ 441822 w 855139"/>
              <a:gd name="connsiteY1" fmla="*/ 494080 h 921649"/>
              <a:gd name="connsiteX2" fmla="*/ 427570 w 855139"/>
              <a:gd name="connsiteY2" fmla="*/ 508333 h 921649"/>
              <a:gd name="connsiteX3" fmla="*/ 413317 w 855139"/>
              <a:gd name="connsiteY3" fmla="*/ 494080 h 921649"/>
              <a:gd name="connsiteX4" fmla="*/ 427570 w 855139"/>
              <a:gd name="connsiteY4" fmla="*/ 479828 h 921649"/>
              <a:gd name="connsiteX5" fmla="*/ 427570 w 855139"/>
              <a:gd name="connsiteY5" fmla="*/ 479828 h 921649"/>
              <a:gd name="connsiteX6" fmla="*/ 427570 w 855139"/>
              <a:gd name="connsiteY6" fmla="*/ 23754 h 921649"/>
              <a:gd name="connsiteX7" fmla="*/ 441822 w 855139"/>
              <a:gd name="connsiteY7" fmla="*/ 38006 h 921649"/>
              <a:gd name="connsiteX8" fmla="*/ 427570 w 855139"/>
              <a:gd name="connsiteY8" fmla="*/ 52258 h 921649"/>
              <a:gd name="connsiteX9" fmla="*/ 413317 w 855139"/>
              <a:gd name="connsiteY9" fmla="*/ 38006 h 921649"/>
              <a:gd name="connsiteX10" fmla="*/ 427570 w 855139"/>
              <a:gd name="connsiteY10" fmla="*/ 23754 h 921649"/>
              <a:gd name="connsiteX11" fmla="*/ 427570 w 855139"/>
              <a:gd name="connsiteY11" fmla="*/ 23754 h 921649"/>
              <a:gd name="connsiteX12" fmla="*/ 11877 w 855139"/>
              <a:gd name="connsiteY12" fmla="*/ 921650 h 921649"/>
              <a:gd name="connsiteX13" fmla="*/ 23754 w 855139"/>
              <a:gd name="connsiteY13" fmla="*/ 909773 h 921649"/>
              <a:gd name="connsiteX14" fmla="*/ 23754 w 855139"/>
              <a:gd name="connsiteY14" fmla="*/ 622066 h 921649"/>
              <a:gd name="connsiteX15" fmla="*/ 139863 w 855139"/>
              <a:gd name="connsiteY15" fmla="*/ 505957 h 921649"/>
              <a:gd name="connsiteX16" fmla="*/ 391488 w 855139"/>
              <a:gd name="connsiteY16" fmla="*/ 505957 h 921649"/>
              <a:gd name="connsiteX17" fmla="*/ 427570 w 855139"/>
              <a:gd name="connsiteY17" fmla="*/ 532086 h 921649"/>
              <a:gd name="connsiteX18" fmla="*/ 463652 w 855139"/>
              <a:gd name="connsiteY18" fmla="*/ 505957 h 921649"/>
              <a:gd name="connsiteX19" fmla="*/ 715277 w 855139"/>
              <a:gd name="connsiteY19" fmla="*/ 505957 h 921649"/>
              <a:gd name="connsiteX20" fmla="*/ 831385 w 855139"/>
              <a:gd name="connsiteY20" fmla="*/ 622066 h 921649"/>
              <a:gd name="connsiteX21" fmla="*/ 831385 w 855139"/>
              <a:gd name="connsiteY21" fmla="*/ 909773 h 921649"/>
              <a:gd name="connsiteX22" fmla="*/ 843262 w 855139"/>
              <a:gd name="connsiteY22" fmla="*/ 921650 h 921649"/>
              <a:gd name="connsiteX23" fmla="*/ 855139 w 855139"/>
              <a:gd name="connsiteY23" fmla="*/ 909773 h 921649"/>
              <a:gd name="connsiteX24" fmla="*/ 855139 w 855139"/>
              <a:gd name="connsiteY24" fmla="*/ 622066 h 921649"/>
              <a:gd name="connsiteX25" fmla="*/ 715277 w 855139"/>
              <a:gd name="connsiteY25" fmla="*/ 482203 h 921649"/>
              <a:gd name="connsiteX26" fmla="*/ 463652 w 855139"/>
              <a:gd name="connsiteY26" fmla="*/ 482203 h 921649"/>
              <a:gd name="connsiteX27" fmla="*/ 439447 w 855139"/>
              <a:gd name="connsiteY27" fmla="*/ 457998 h 921649"/>
              <a:gd name="connsiteX28" fmla="*/ 439447 w 855139"/>
              <a:gd name="connsiteY28" fmla="*/ 74088 h 921649"/>
              <a:gd name="connsiteX29" fmla="*/ 465576 w 855139"/>
              <a:gd name="connsiteY29" fmla="*/ 38006 h 921649"/>
              <a:gd name="connsiteX30" fmla="*/ 427570 w 855139"/>
              <a:gd name="connsiteY30" fmla="*/ 0 h 921649"/>
              <a:gd name="connsiteX31" fmla="*/ 389563 w 855139"/>
              <a:gd name="connsiteY31" fmla="*/ 38006 h 921649"/>
              <a:gd name="connsiteX32" fmla="*/ 415693 w 855139"/>
              <a:gd name="connsiteY32" fmla="*/ 74088 h 921649"/>
              <a:gd name="connsiteX33" fmla="*/ 415693 w 855139"/>
              <a:gd name="connsiteY33" fmla="*/ 457998 h 921649"/>
              <a:gd name="connsiteX34" fmla="*/ 391488 w 855139"/>
              <a:gd name="connsiteY34" fmla="*/ 482203 h 921649"/>
              <a:gd name="connsiteX35" fmla="*/ 139863 w 855139"/>
              <a:gd name="connsiteY35" fmla="*/ 482203 h 921649"/>
              <a:gd name="connsiteX36" fmla="*/ 0 w 855139"/>
              <a:gd name="connsiteY36" fmla="*/ 622066 h 921649"/>
              <a:gd name="connsiteX37" fmla="*/ 0 w 855139"/>
              <a:gd name="connsiteY37" fmla="*/ 909773 h 921649"/>
              <a:gd name="connsiteX38" fmla="*/ 11877 w 855139"/>
              <a:gd name="connsiteY38" fmla="*/ 921650 h 921649"/>
              <a:gd name="connsiteX39" fmla="*/ 11877 w 855139"/>
              <a:gd name="connsiteY39" fmla="*/ 921650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855139" h="921649">
                <a:moveTo>
                  <a:pt x="427570" y="479828"/>
                </a:moveTo>
                <a:cubicBezTo>
                  <a:pt x="435432" y="479828"/>
                  <a:pt x="441822" y="486218"/>
                  <a:pt x="441822" y="494080"/>
                </a:cubicBezTo>
                <a:cubicBezTo>
                  <a:pt x="441822" y="501943"/>
                  <a:pt x="435432" y="508333"/>
                  <a:pt x="427570" y="508333"/>
                </a:cubicBezTo>
                <a:cubicBezTo>
                  <a:pt x="419707" y="508333"/>
                  <a:pt x="413317" y="501943"/>
                  <a:pt x="413317" y="494080"/>
                </a:cubicBezTo>
                <a:cubicBezTo>
                  <a:pt x="413317" y="486218"/>
                  <a:pt x="419707" y="479828"/>
                  <a:pt x="427570" y="479828"/>
                </a:cubicBezTo>
                <a:lnTo>
                  <a:pt x="427570" y="479828"/>
                </a:lnTo>
                <a:close/>
                <a:moveTo>
                  <a:pt x="427570" y="23754"/>
                </a:moveTo>
                <a:cubicBezTo>
                  <a:pt x="435432" y="23754"/>
                  <a:pt x="441822" y="30144"/>
                  <a:pt x="441822" y="38006"/>
                </a:cubicBezTo>
                <a:cubicBezTo>
                  <a:pt x="441822" y="45869"/>
                  <a:pt x="435432" y="52258"/>
                  <a:pt x="427570" y="52258"/>
                </a:cubicBezTo>
                <a:cubicBezTo>
                  <a:pt x="419707" y="52258"/>
                  <a:pt x="413317" y="45869"/>
                  <a:pt x="413317" y="38006"/>
                </a:cubicBezTo>
                <a:cubicBezTo>
                  <a:pt x="413317" y="30144"/>
                  <a:pt x="419707" y="23754"/>
                  <a:pt x="427570" y="23754"/>
                </a:cubicBezTo>
                <a:lnTo>
                  <a:pt x="427570" y="23754"/>
                </a:lnTo>
                <a:close/>
                <a:moveTo>
                  <a:pt x="11877" y="921650"/>
                </a:move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382" y="482203"/>
                  <a:pt x="715277" y="482203"/>
                </a:cubicBezTo>
                <a:lnTo>
                  <a:pt x="463652" y="482203"/>
                </a:lnTo>
                <a:cubicBezTo>
                  <a:pt x="459875" y="470801"/>
                  <a:pt x="450849" y="461775"/>
                  <a:pt x="439447" y="457998"/>
                </a:cubicBezTo>
                <a:lnTo>
                  <a:pt x="439447" y="74088"/>
                </a:lnTo>
                <a:cubicBezTo>
                  <a:pt x="454602" y="69076"/>
                  <a:pt x="465576" y="54824"/>
                  <a:pt x="465576" y="38006"/>
                </a:cubicBezTo>
                <a:cubicBezTo>
                  <a:pt x="465576" y="17055"/>
                  <a:pt x="448520" y="0"/>
                  <a:pt x="427570" y="0"/>
                </a:cubicBezTo>
                <a:cubicBezTo>
                  <a:pt x="406619" y="0"/>
                  <a:pt x="389563" y="17055"/>
                  <a:pt x="389563" y="38006"/>
                </a:cubicBezTo>
                <a:cubicBezTo>
                  <a:pt x="389563" y="54800"/>
                  <a:pt x="400538" y="69076"/>
                  <a:pt x="415693" y="74088"/>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lnTo>
                  <a:pt x="11877" y="921650"/>
                </a:lnTo>
                <a:close/>
              </a:path>
            </a:pathLst>
          </a:custGeom>
          <a:solidFill>
            <a:srgbClr val="4A2D7E"/>
          </a:solidFill>
          <a:ln w="0"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D1C8ADE8-891C-431F-DE17-66A935F20BC7}"/>
              </a:ext>
            </a:extLst>
          </p:cNvPr>
          <p:cNvSpPr/>
          <p:nvPr/>
        </p:nvSpPr>
        <p:spPr>
          <a:xfrm>
            <a:off x="5193416"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2" y="0"/>
                  <a:pt x="869392" y="0"/>
                </a:cubicBezTo>
                <a:cubicBezTo>
                  <a:pt x="848441" y="0"/>
                  <a:pt x="831385" y="17055"/>
                  <a:pt x="831385" y="38006"/>
                </a:cubicBezTo>
                <a:cubicBezTo>
                  <a:pt x="831385" y="54824"/>
                  <a:pt x="842360" y="69076"/>
                  <a:pt x="857515" y="74088"/>
                </a:cubicBezTo>
                <a:lnTo>
                  <a:pt x="857515" y="228322"/>
                </a:lnTo>
                <a:cubicBezTo>
                  <a:pt x="857515" y="292339"/>
                  <a:pt x="805422"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lnTo>
                  <a:pt x="907398" y="38006"/>
                </a:lnTo>
                <a:close/>
              </a:path>
            </a:pathLst>
          </a:custGeom>
          <a:solidFill>
            <a:srgbClr val="4A2D7E"/>
          </a:solidFill>
          <a:ln w="0"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754229EF-DCA8-20D7-552C-44F33491FCFF}"/>
              </a:ext>
            </a:extLst>
          </p:cNvPr>
          <p:cNvSpPr/>
          <p:nvPr/>
        </p:nvSpPr>
        <p:spPr>
          <a:xfrm>
            <a:off x="7282123"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2" y="0"/>
                  <a:pt x="869392" y="0"/>
                </a:cubicBezTo>
                <a:cubicBezTo>
                  <a:pt x="848441" y="0"/>
                  <a:pt x="831385" y="17055"/>
                  <a:pt x="831385" y="38006"/>
                </a:cubicBezTo>
                <a:cubicBezTo>
                  <a:pt x="831385" y="54824"/>
                  <a:pt x="842360" y="69076"/>
                  <a:pt x="857515" y="74088"/>
                </a:cubicBezTo>
                <a:lnTo>
                  <a:pt x="857515" y="228322"/>
                </a:lnTo>
                <a:cubicBezTo>
                  <a:pt x="857515" y="292339"/>
                  <a:pt x="805422"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lnTo>
                  <a:pt x="907398" y="38006"/>
                </a:lnTo>
                <a:close/>
              </a:path>
            </a:pathLst>
          </a:custGeom>
          <a:solidFill>
            <a:srgbClr val="6653AC"/>
          </a:solidFill>
          <a:ln w="0"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42BD87F1-637D-B665-89D4-CD24F95C97F1}"/>
              </a:ext>
            </a:extLst>
          </p:cNvPr>
          <p:cNvSpPr/>
          <p:nvPr/>
        </p:nvSpPr>
        <p:spPr>
          <a:xfrm>
            <a:off x="6388986" y="2632741"/>
            <a:ext cx="2646325" cy="1833522"/>
          </a:xfrm>
          <a:custGeom>
            <a:avLst/>
            <a:gdLst>
              <a:gd name="connsiteX0" fmla="*/ 38006 w 1330216"/>
              <a:gd name="connsiteY0" fmla="*/ 23754 h 921649"/>
              <a:gd name="connsiteX1" fmla="*/ 52259 w 1330216"/>
              <a:gd name="connsiteY1" fmla="*/ 38006 h 921649"/>
              <a:gd name="connsiteX2" fmla="*/ 38006 w 1330216"/>
              <a:gd name="connsiteY2" fmla="*/ 52258 h 921649"/>
              <a:gd name="connsiteX3" fmla="*/ 23754 w 1330216"/>
              <a:gd name="connsiteY3" fmla="*/ 38006 h 921649"/>
              <a:gd name="connsiteX4" fmla="*/ 38006 w 1330216"/>
              <a:gd name="connsiteY4" fmla="*/ 23754 h 921649"/>
              <a:gd name="connsiteX5" fmla="*/ 38006 w 1330216"/>
              <a:gd name="connsiteY5" fmla="*/ 23754 h 921649"/>
              <a:gd name="connsiteX6" fmla="*/ 902647 w 1330216"/>
              <a:gd name="connsiteY6" fmla="*/ 508333 h 921649"/>
              <a:gd name="connsiteX7" fmla="*/ 888395 w 1330216"/>
              <a:gd name="connsiteY7" fmla="*/ 494080 h 921649"/>
              <a:gd name="connsiteX8" fmla="*/ 902647 w 1330216"/>
              <a:gd name="connsiteY8" fmla="*/ 479828 h 921649"/>
              <a:gd name="connsiteX9" fmla="*/ 916899 w 1330216"/>
              <a:gd name="connsiteY9" fmla="*/ 494080 h 921649"/>
              <a:gd name="connsiteX10" fmla="*/ 902647 w 1330216"/>
              <a:gd name="connsiteY10" fmla="*/ 508333 h 921649"/>
              <a:gd name="connsiteX11" fmla="*/ 902647 w 1330216"/>
              <a:gd name="connsiteY11" fmla="*/ 508333 h 921649"/>
              <a:gd name="connsiteX12" fmla="*/ 890770 w 1330216"/>
              <a:gd name="connsiteY12" fmla="*/ 409611 h 921649"/>
              <a:gd name="connsiteX13" fmla="*/ 890770 w 1330216"/>
              <a:gd name="connsiteY13" fmla="*/ 457998 h 921649"/>
              <a:gd name="connsiteX14" fmla="*/ 866565 w 1330216"/>
              <a:gd name="connsiteY14" fmla="*/ 482203 h 921649"/>
              <a:gd name="connsiteX15" fmla="*/ 614940 w 1330216"/>
              <a:gd name="connsiteY15" fmla="*/ 482203 h 921649"/>
              <a:gd name="connsiteX16" fmla="*/ 475077 w 1330216"/>
              <a:gd name="connsiteY16" fmla="*/ 622066 h 921649"/>
              <a:gd name="connsiteX17" fmla="*/ 475077 w 1330216"/>
              <a:gd name="connsiteY17" fmla="*/ 909773 h 921649"/>
              <a:gd name="connsiteX18" fmla="*/ 486954 w 1330216"/>
              <a:gd name="connsiteY18" fmla="*/ 921650 h 921649"/>
              <a:gd name="connsiteX19" fmla="*/ 498831 w 1330216"/>
              <a:gd name="connsiteY19" fmla="*/ 909773 h 921649"/>
              <a:gd name="connsiteX20" fmla="*/ 498831 w 1330216"/>
              <a:gd name="connsiteY20" fmla="*/ 622066 h 921649"/>
              <a:gd name="connsiteX21" fmla="*/ 614940 w 1330216"/>
              <a:gd name="connsiteY21" fmla="*/ 505957 h 921649"/>
              <a:gd name="connsiteX22" fmla="*/ 866565 w 1330216"/>
              <a:gd name="connsiteY22" fmla="*/ 505957 h 921649"/>
              <a:gd name="connsiteX23" fmla="*/ 902647 w 1330216"/>
              <a:gd name="connsiteY23" fmla="*/ 532086 h 921649"/>
              <a:gd name="connsiteX24" fmla="*/ 938729 w 1330216"/>
              <a:gd name="connsiteY24" fmla="*/ 505957 h 921649"/>
              <a:gd name="connsiteX25" fmla="*/ 1190354 w 1330216"/>
              <a:gd name="connsiteY25" fmla="*/ 505957 h 921649"/>
              <a:gd name="connsiteX26" fmla="*/ 1306463 w 1330216"/>
              <a:gd name="connsiteY26" fmla="*/ 622066 h 921649"/>
              <a:gd name="connsiteX27" fmla="*/ 1306463 w 1330216"/>
              <a:gd name="connsiteY27" fmla="*/ 909773 h 921649"/>
              <a:gd name="connsiteX28" fmla="*/ 1318340 w 1330216"/>
              <a:gd name="connsiteY28" fmla="*/ 921650 h 921649"/>
              <a:gd name="connsiteX29" fmla="*/ 1330217 w 1330216"/>
              <a:gd name="connsiteY29" fmla="*/ 909773 h 921649"/>
              <a:gd name="connsiteX30" fmla="*/ 1330217 w 1330216"/>
              <a:gd name="connsiteY30" fmla="*/ 622066 h 921649"/>
              <a:gd name="connsiteX31" fmla="*/ 1190354 w 1330216"/>
              <a:gd name="connsiteY31" fmla="*/ 482203 h 921649"/>
              <a:gd name="connsiteX32" fmla="*/ 938729 w 1330216"/>
              <a:gd name="connsiteY32" fmla="*/ 482203 h 921649"/>
              <a:gd name="connsiteX33" fmla="*/ 914524 w 1330216"/>
              <a:gd name="connsiteY33" fmla="*/ 457998 h 921649"/>
              <a:gd name="connsiteX34" fmla="*/ 914524 w 1330216"/>
              <a:gd name="connsiteY34" fmla="*/ 409611 h 921649"/>
              <a:gd name="connsiteX35" fmla="*/ 836611 w 1330216"/>
              <a:gd name="connsiteY35" fmla="*/ 331723 h 921649"/>
              <a:gd name="connsiteX36" fmla="*/ 104042 w 1330216"/>
              <a:gd name="connsiteY36" fmla="*/ 331723 h 921649"/>
              <a:gd name="connsiteX37" fmla="*/ 49883 w 1330216"/>
              <a:gd name="connsiteY37" fmla="*/ 277564 h 921649"/>
              <a:gd name="connsiteX38" fmla="*/ 49883 w 1330216"/>
              <a:gd name="connsiteY38" fmla="*/ 74088 h 921649"/>
              <a:gd name="connsiteX39" fmla="*/ 76012 w 1330216"/>
              <a:gd name="connsiteY39" fmla="*/ 38006 h 921649"/>
              <a:gd name="connsiteX40" fmla="*/ 38006 w 1330216"/>
              <a:gd name="connsiteY40" fmla="*/ 0 h 921649"/>
              <a:gd name="connsiteX41" fmla="*/ 0 w 1330216"/>
              <a:gd name="connsiteY41" fmla="*/ 38006 h 921649"/>
              <a:gd name="connsiteX42" fmla="*/ 26129 w 1330216"/>
              <a:gd name="connsiteY42" fmla="*/ 74088 h 921649"/>
              <a:gd name="connsiteX43" fmla="*/ 26129 w 1330216"/>
              <a:gd name="connsiteY43" fmla="*/ 277564 h 921649"/>
              <a:gd name="connsiteX44" fmla="*/ 104042 w 1330216"/>
              <a:gd name="connsiteY44" fmla="*/ 355476 h 921649"/>
              <a:gd name="connsiteX45" fmla="*/ 836611 w 1330216"/>
              <a:gd name="connsiteY45" fmla="*/ 355476 h 921649"/>
              <a:gd name="connsiteX46" fmla="*/ 890770 w 1330216"/>
              <a:gd name="connsiteY46" fmla="*/ 409611 h 921649"/>
              <a:gd name="connsiteX47" fmla="*/ 890770 w 1330216"/>
              <a:gd name="connsiteY47" fmla="*/ 409611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30216" h="921649">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2647" y="508333"/>
                </a:moveTo>
                <a:cubicBezTo>
                  <a:pt x="894784" y="508333"/>
                  <a:pt x="888395" y="501943"/>
                  <a:pt x="888395" y="494080"/>
                </a:cubicBezTo>
                <a:cubicBezTo>
                  <a:pt x="888395" y="486218"/>
                  <a:pt x="894784" y="479828"/>
                  <a:pt x="902647" y="479828"/>
                </a:cubicBezTo>
                <a:cubicBezTo>
                  <a:pt x="910510" y="479828"/>
                  <a:pt x="916899" y="486218"/>
                  <a:pt x="916899" y="494080"/>
                </a:cubicBezTo>
                <a:cubicBezTo>
                  <a:pt x="916899" y="501943"/>
                  <a:pt x="910510" y="508333"/>
                  <a:pt x="902647" y="508333"/>
                </a:cubicBezTo>
                <a:lnTo>
                  <a:pt x="902647" y="508333"/>
                </a:lnTo>
                <a:close/>
                <a:moveTo>
                  <a:pt x="890770" y="409611"/>
                </a:moveTo>
                <a:lnTo>
                  <a:pt x="890770" y="457998"/>
                </a:lnTo>
                <a:cubicBezTo>
                  <a:pt x="879368" y="461775"/>
                  <a:pt x="870342" y="470801"/>
                  <a:pt x="866565" y="482203"/>
                </a:cubicBezTo>
                <a:lnTo>
                  <a:pt x="614940" y="482203"/>
                </a:lnTo>
                <a:cubicBezTo>
                  <a:pt x="537835" y="482203"/>
                  <a:pt x="475077" y="544961"/>
                  <a:pt x="475077" y="622066"/>
                </a:cubicBezTo>
                <a:lnTo>
                  <a:pt x="475077" y="909773"/>
                </a:lnTo>
                <a:cubicBezTo>
                  <a:pt x="475077" y="916329"/>
                  <a:pt x="480398" y="921650"/>
                  <a:pt x="486954" y="921650"/>
                </a:cubicBezTo>
                <a:cubicBezTo>
                  <a:pt x="493510" y="921650"/>
                  <a:pt x="498831" y="916329"/>
                  <a:pt x="498831" y="909773"/>
                </a:cubicBezTo>
                <a:lnTo>
                  <a:pt x="498831" y="622066"/>
                </a:lnTo>
                <a:cubicBezTo>
                  <a:pt x="498831" y="558049"/>
                  <a:pt x="550924" y="505957"/>
                  <a:pt x="614940" y="505957"/>
                </a:cubicBezTo>
                <a:lnTo>
                  <a:pt x="866565" y="505957"/>
                </a:lnTo>
                <a:cubicBezTo>
                  <a:pt x="871577" y="521112"/>
                  <a:pt x="885829" y="532086"/>
                  <a:pt x="902647" y="532086"/>
                </a:cubicBezTo>
                <a:cubicBezTo>
                  <a:pt x="919465" y="532086"/>
                  <a:pt x="933717" y="521112"/>
                  <a:pt x="938729" y="505957"/>
                </a:cubicBezTo>
                <a:lnTo>
                  <a:pt x="1190354" y="505957"/>
                </a:lnTo>
                <a:cubicBezTo>
                  <a:pt x="1254371" y="505957"/>
                  <a:pt x="1306463" y="558049"/>
                  <a:pt x="1306463" y="622066"/>
                </a:cubicBezTo>
                <a:lnTo>
                  <a:pt x="1306463" y="909773"/>
                </a:lnTo>
                <a:cubicBezTo>
                  <a:pt x="1306463" y="916329"/>
                  <a:pt x="1311784" y="921650"/>
                  <a:pt x="1318340" y="921650"/>
                </a:cubicBezTo>
                <a:cubicBezTo>
                  <a:pt x="1324896" y="921650"/>
                  <a:pt x="1330217" y="916329"/>
                  <a:pt x="1330217" y="909773"/>
                </a:cubicBezTo>
                <a:lnTo>
                  <a:pt x="1330217" y="622066"/>
                </a:lnTo>
                <a:cubicBezTo>
                  <a:pt x="1330217" y="544937"/>
                  <a:pt x="1267459" y="482203"/>
                  <a:pt x="1190354" y="482203"/>
                </a:cubicBezTo>
                <a:lnTo>
                  <a:pt x="938729" y="482203"/>
                </a:lnTo>
                <a:cubicBezTo>
                  <a:pt x="934952" y="470801"/>
                  <a:pt x="925926" y="461775"/>
                  <a:pt x="914524" y="457998"/>
                </a:cubicBezTo>
                <a:lnTo>
                  <a:pt x="914524" y="409611"/>
                </a:lnTo>
                <a:cubicBezTo>
                  <a:pt x="914524" y="366664"/>
                  <a:pt x="879582" y="331723"/>
                  <a:pt x="836611" y="331723"/>
                </a:cubicBezTo>
                <a:lnTo>
                  <a:pt x="104042" y="331723"/>
                </a:lnTo>
                <a:cubicBezTo>
                  <a:pt x="74183" y="331723"/>
                  <a:pt x="49883" y="307422"/>
                  <a:pt x="49883" y="277564"/>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00"/>
                  <a:pt x="10974" y="69076"/>
                  <a:pt x="26129" y="74088"/>
                </a:cubicBezTo>
                <a:lnTo>
                  <a:pt x="26129" y="277564"/>
                </a:lnTo>
                <a:cubicBezTo>
                  <a:pt x="26129" y="320535"/>
                  <a:pt x="61071" y="355476"/>
                  <a:pt x="104042" y="355476"/>
                </a:cubicBezTo>
                <a:lnTo>
                  <a:pt x="836611" y="355476"/>
                </a:lnTo>
                <a:cubicBezTo>
                  <a:pt x="866470" y="355476"/>
                  <a:pt x="890770" y="379753"/>
                  <a:pt x="890770" y="409611"/>
                </a:cubicBezTo>
                <a:lnTo>
                  <a:pt x="890770" y="409611"/>
                </a:lnTo>
                <a:close/>
              </a:path>
            </a:pathLst>
          </a:custGeom>
          <a:solidFill>
            <a:srgbClr val="6654AC"/>
          </a:solidFill>
          <a:ln w="0"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10E5352E-F3AD-2010-4F58-7F576ECFEE7A}"/>
              </a:ext>
            </a:extLst>
          </p:cNvPr>
          <p:cNvSpPr/>
          <p:nvPr/>
        </p:nvSpPr>
        <p:spPr>
          <a:xfrm>
            <a:off x="1016001"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869392 w 907397"/>
              <a:gd name="connsiteY12" fmla="*/ 0 h 368184"/>
              <a:gd name="connsiteX13" fmla="*/ 831385 w 907397"/>
              <a:gd name="connsiteY13" fmla="*/ 38006 h 368184"/>
              <a:gd name="connsiteX14" fmla="*/ 857515 w 907397"/>
              <a:gd name="connsiteY14" fmla="*/ 74088 h 368184"/>
              <a:gd name="connsiteX15" fmla="*/ 857515 w 907397"/>
              <a:gd name="connsiteY15" fmla="*/ 228322 h 368184"/>
              <a:gd name="connsiteX16" fmla="*/ 741406 w 907397"/>
              <a:gd name="connsiteY16" fmla="*/ 344431 h 368184"/>
              <a:gd name="connsiteX17" fmla="*/ 165992 w 907397"/>
              <a:gd name="connsiteY17" fmla="*/ 344431 h 368184"/>
              <a:gd name="connsiteX18" fmla="*/ 49883 w 907397"/>
              <a:gd name="connsiteY18" fmla="*/ 228322 h 368184"/>
              <a:gd name="connsiteX19" fmla="*/ 49883 w 907397"/>
              <a:gd name="connsiteY19" fmla="*/ 74088 h 368184"/>
              <a:gd name="connsiteX20" fmla="*/ 76012 w 907397"/>
              <a:gd name="connsiteY20" fmla="*/ 38006 h 368184"/>
              <a:gd name="connsiteX21" fmla="*/ 38006 w 907397"/>
              <a:gd name="connsiteY21" fmla="*/ 0 h 368184"/>
              <a:gd name="connsiteX22" fmla="*/ 0 w 907397"/>
              <a:gd name="connsiteY22" fmla="*/ 38006 h 368184"/>
              <a:gd name="connsiteX23" fmla="*/ 26129 w 907397"/>
              <a:gd name="connsiteY23" fmla="*/ 74088 h 368184"/>
              <a:gd name="connsiteX24" fmla="*/ 26129 w 907397"/>
              <a:gd name="connsiteY24" fmla="*/ 228322 h 368184"/>
              <a:gd name="connsiteX25" fmla="*/ 165992 w 907397"/>
              <a:gd name="connsiteY25" fmla="*/ 368185 h 368184"/>
              <a:gd name="connsiteX26" fmla="*/ 741406 w 907397"/>
              <a:gd name="connsiteY26" fmla="*/ 368185 h 368184"/>
              <a:gd name="connsiteX27" fmla="*/ 881269 w 907397"/>
              <a:gd name="connsiteY27" fmla="*/ 228322 h 368184"/>
              <a:gd name="connsiteX28" fmla="*/ 881269 w 907397"/>
              <a:gd name="connsiteY28" fmla="*/ 74088 h 368184"/>
              <a:gd name="connsiteX29" fmla="*/ 907398 w 907397"/>
              <a:gd name="connsiteY29" fmla="*/ 38006 h 368184"/>
              <a:gd name="connsiteX30" fmla="*/ 869392 w 907397"/>
              <a:gd name="connsiteY30" fmla="*/ 0 h 368184"/>
              <a:gd name="connsiteX31" fmla="*/ 869392 w 907397"/>
              <a:gd name="connsiteY31" fmla="*/ 0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869392" y="0"/>
                </a:move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cubicBezTo>
                  <a:pt x="907398" y="17055"/>
                  <a:pt x="890343" y="0"/>
                  <a:pt x="869392" y="0"/>
                </a:cubicBezTo>
                <a:lnTo>
                  <a:pt x="869392" y="0"/>
                </a:lnTo>
                <a:close/>
              </a:path>
            </a:pathLst>
          </a:custGeom>
          <a:solidFill>
            <a:srgbClr val="9164B5"/>
          </a:solidFill>
          <a:ln w="0" cap="flat">
            <a:noFill/>
            <a:prstDash val="solid"/>
            <a:miter/>
          </a:ln>
        </p:spPr>
        <p:txBody>
          <a:bodyPr rtlCol="0" anchor="ctr"/>
          <a:lstStyle/>
          <a:p>
            <a:endParaRPr lang="en-IN"/>
          </a:p>
        </p:txBody>
      </p:sp>
      <p:sp>
        <p:nvSpPr>
          <p:cNvPr id="56" name="Freeform: Shape 55">
            <a:extLst>
              <a:ext uri="{FF2B5EF4-FFF2-40B4-BE49-F238E27FC236}">
                <a16:creationId xmlns:a16="http://schemas.microsoft.com/office/drawing/2014/main" id="{61D0344C-2A85-789D-9981-0A21BC427F0E}"/>
              </a:ext>
            </a:extLst>
          </p:cNvPr>
          <p:cNvSpPr/>
          <p:nvPr/>
        </p:nvSpPr>
        <p:spPr>
          <a:xfrm>
            <a:off x="1067982" y="2632741"/>
            <a:ext cx="4380613" cy="1833522"/>
          </a:xfrm>
          <a:custGeom>
            <a:avLst/>
            <a:gdLst>
              <a:gd name="connsiteX0" fmla="*/ 2163978 w 2201983"/>
              <a:gd name="connsiteY0" fmla="*/ 52258 h 921649"/>
              <a:gd name="connsiteX1" fmla="*/ 2149725 w 2201983"/>
              <a:gd name="connsiteY1" fmla="*/ 38006 h 921649"/>
              <a:gd name="connsiteX2" fmla="*/ 2163978 w 2201983"/>
              <a:gd name="connsiteY2" fmla="*/ 23754 h 921649"/>
              <a:gd name="connsiteX3" fmla="*/ 2178230 w 2201983"/>
              <a:gd name="connsiteY3" fmla="*/ 38006 h 921649"/>
              <a:gd name="connsiteX4" fmla="*/ 2163978 w 2201983"/>
              <a:gd name="connsiteY4" fmla="*/ 52258 h 921649"/>
              <a:gd name="connsiteX5" fmla="*/ 2163978 w 2201983"/>
              <a:gd name="connsiteY5" fmla="*/ 52258 h 921649"/>
              <a:gd name="connsiteX6" fmla="*/ 427570 w 2201983"/>
              <a:gd name="connsiteY6" fmla="*/ 508333 h 921649"/>
              <a:gd name="connsiteX7" fmla="*/ 413317 w 2201983"/>
              <a:gd name="connsiteY7" fmla="*/ 494080 h 921649"/>
              <a:gd name="connsiteX8" fmla="*/ 427570 w 2201983"/>
              <a:gd name="connsiteY8" fmla="*/ 479828 h 921649"/>
              <a:gd name="connsiteX9" fmla="*/ 441822 w 2201983"/>
              <a:gd name="connsiteY9" fmla="*/ 494080 h 921649"/>
              <a:gd name="connsiteX10" fmla="*/ 427570 w 2201983"/>
              <a:gd name="connsiteY10" fmla="*/ 508333 h 921649"/>
              <a:gd name="connsiteX11" fmla="*/ 427570 w 2201983"/>
              <a:gd name="connsiteY11" fmla="*/ 508333 h 921649"/>
              <a:gd name="connsiteX12" fmla="*/ 2201984 w 2201983"/>
              <a:gd name="connsiteY12" fmla="*/ 38006 h 921649"/>
              <a:gd name="connsiteX13" fmla="*/ 2163978 w 2201983"/>
              <a:gd name="connsiteY13" fmla="*/ 0 h 921649"/>
              <a:gd name="connsiteX14" fmla="*/ 2125971 w 2201983"/>
              <a:gd name="connsiteY14" fmla="*/ 38006 h 921649"/>
              <a:gd name="connsiteX15" fmla="*/ 2152101 w 2201983"/>
              <a:gd name="connsiteY15" fmla="*/ 74088 h 921649"/>
              <a:gd name="connsiteX16" fmla="*/ 2152101 w 2201983"/>
              <a:gd name="connsiteY16" fmla="*/ 135112 h 921649"/>
              <a:gd name="connsiteX17" fmla="*/ 2103595 w 2201983"/>
              <a:gd name="connsiteY17" fmla="*/ 183594 h 921649"/>
              <a:gd name="connsiteX18" fmla="*/ 487952 w 2201983"/>
              <a:gd name="connsiteY18" fmla="*/ 183594 h 921649"/>
              <a:gd name="connsiteX19" fmla="*/ 415693 w 2201983"/>
              <a:gd name="connsiteY19" fmla="*/ 255853 h 921649"/>
              <a:gd name="connsiteX20" fmla="*/ 415693 w 2201983"/>
              <a:gd name="connsiteY20" fmla="*/ 457998 h 921649"/>
              <a:gd name="connsiteX21" fmla="*/ 391488 w 2201983"/>
              <a:gd name="connsiteY21" fmla="*/ 482203 h 921649"/>
              <a:gd name="connsiteX22" fmla="*/ 139863 w 2201983"/>
              <a:gd name="connsiteY22" fmla="*/ 482203 h 921649"/>
              <a:gd name="connsiteX23" fmla="*/ 0 w 2201983"/>
              <a:gd name="connsiteY23" fmla="*/ 622066 h 921649"/>
              <a:gd name="connsiteX24" fmla="*/ 0 w 2201983"/>
              <a:gd name="connsiteY24" fmla="*/ 909773 h 921649"/>
              <a:gd name="connsiteX25" fmla="*/ 11877 w 2201983"/>
              <a:gd name="connsiteY25" fmla="*/ 921650 h 921649"/>
              <a:gd name="connsiteX26" fmla="*/ 23754 w 2201983"/>
              <a:gd name="connsiteY26" fmla="*/ 909773 h 921649"/>
              <a:gd name="connsiteX27" fmla="*/ 23754 w 2201983"/>
              <a:gd name="connsiteY27" fmla="*/ 622066 h 921649"/>
              <a:gd name="connsiteX28" fmla="*/ 139863 w 2201983"/>
              <a:gd name="connsiteY28" fmla="*/ 505957 h 921649"/>
              <a:gd name="connsiteX29" fmla="*/ 391488 w 2201983"/>
              <a:gd name="connsiteY29" fmla="*/ 505957 h 921649"/>
              <a:gd name="connsiteX30" fmla="*/ 427570 w 2201983"/>
              <a:gd name="connsiteY30" fmla="*/ 532086 h 921649"/>
              <a:gd name="connsiteX31" fmla="*/ 463652 w 2201983"/>
              <a:gd name="connsiteY31" fmla="*/ 505957 h 921649"/>
              <a:gd name="connsiteX32" fmla="*/ 715277 w 2201983"/>
              <a:gd name="connsiteY32" fmla="*/ 505957 h 921649"/>
              <a:gd name="connsiteX33" fmla="*/ 831385 w 2201983"/>
              <a:gd name="connsiteY33" fmla="*/ 622066 h 921649"/>
              <a:gd name="connsiteX34" fmla="*/ 831385 w 2201983"/>
              <a:gd name="connsiteY34" fmla="*/ 909773 h 921649"/>
              <a:gd name="connsiteX35" fmla="*/ 843262 w 2201983"/>
              <a:gd name="connsiteY35" fmla="*/ 921650 h 921649"/>
              <a:gd name="connsiteX36" fmla="*/ 855139 w 2201983"/>
              <a:gd name="connsiteY36" fmla="*/ 909773 h 921649"/>
              <a:gd name="connsiteX37" fmla="*/ 855139 w 2201983"/>
              <a:gd name="connsiteY37" fmla="*/ 622066 h 921649"/>
              <a:gd name="connsiteX38" fmla="*/ 715277 w 2201983"/>
              <a:gd name="connsiteY38" fmla="*/ 482203 h 921649"/>
              <a:gd name="connsiteX39" fmla="*/ 463652 w 2201983"/>
              <a:gd name="connsiteY39" fmla="*/ 482203 h 921649"/>
              <a:gd name="connsiteX40" fmla="*/ 439447 w 2201983"/>
              <a:gd name="connsiteY40" fmla="*/ 457998 h 921649"/>
              <a:gd name="connsiteX41" fmla="*/ 439447 w 2201983"/>
              <a:gd name="connsiteY41" fmla="*/ 255853 h 921649"/>
              <a:gd name="connsiteX42" fmla="*/ 487952 w 2201983"/>
              <a:gd name="connsiteY42" fmla="*/ 207347 h 921649"/>
              <a:gd name="connsiteX43" fmla="*/ 2103595 w 2201983"/>
              <a:gd name="connsiteY43" fmla="*/ 207347 h 921649"/>
              <a:gd name="connsiteX44" fmla="*/ 2175855 w 2201983"/>
              <a:gd name="connsiteY44" fmla="*/ 135112 h 921649"/>
              <a:gd name="connsiteX45" fmla="*/ 2175855 w 2201983"/>
              <a:gd name="connsiteY45" fmla="*/ 74088 h 921649"/>
              <a:gd name="connsiteX46" fmla="*/ 2201984 w 2201983"/>
              <a:gd name="connsiteY46" fmla="*/ 38006 h 921649"/>
              <a:gd name="connsiteX47" fmla="*/ 2201984 w 2201983"/>
              <a:gd name="connsiteY47" fmla="*/ 38006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01983" h="921649">
                <a:moveTo>
                  <a:pt x="2163978" y="52258"/>
                </a:moveTo>
                <a:cubicBezTo>
                  <a:pt x="2156115" y="52258"/>
                  <a:pt x="2149725" y="45869"/>
                  <a:pt x="2149725" y="38006"/>
                </a:cubicBezTo>
                <a:cubicBezTo>
                  <a:pt x="2149725" y="30144"/>
                  <a:pt x="2156115" y="23754"/>
                  <a:pt x="2163978" y="23754"/>
                </a:cubicBezTo>
                <a:cubicBezTo>
                  <a:pt x="2171840" y="23754"/>
                  <a:pt x="2178230" y="30144"/>
                  <a:pt x="2178230" y="38006"/>
                </a:cubicBezTo>
                <a:cubicBezTo>
                  <a:pt x="2178230" y="45869"/>
                  <a:pt x="2171840" y="52258"/>
                  <a:pt x="2163978" y="52258"/>
                </a:cubicBezTo>
                <a:lnTo>
                  <a:pt x="2163978" y="52258"/>
                </a:lnTo>
                <a:close/>
                <a:moveTo>
                  <a:pt x="427570" y="508333"/>
                </a:moveTo>
                <a:cubicBezTo>
                  <a:pt x="419707" y="508333"/>
                  <a:pt x="413317" y="501943"/>
                  <a:pt x="413317" y="494080"/>
                </a:cubicBezTo>
                <a:cubicBezTo>
                  <a:pt x="413317" y="486218"/>
                  <a:pt x="419707" y="479828"/>
                  <a:pt x="427570" y="479828"/>
                </a:cubicBezTo>
                <a:cubicBezTo>
                  <a:pt x="435432" y="479828"/>
                  <a:pt x="441822" y="486218"/>
                  <a:pt x="441822" y="494080"/>
                </a:cubicBezTo>
                <a:cubicBezTo>
                  <a:pt x="441822" y="501943"/>
                  <a:pt x="435432" y="508333"/>
                  <a:pt x="427570" y="508333"/>
                </a:cubicBezTo>
                <a:lnTo>
                  <a:pt x="427570" y="508333"/>
                </a:lnTo>
                <a:close/>
                <a:moveTo>
                  <a:pt x="2201984" y="38006"/>
                </a:moveTo>
                <a:cubicBezTo>
                  <a:pt x="2201984" y="17055"/>
                  <a:pt x="2184929" y="0"/>
                  <a:pt x="2163978" y="0"/>
                </a:cubicBezTo>
                <a:cubicBezTo>
                  <a:pt x="2143027" y="0"/>
                  <a:pt x="2125971" y="17055"/>
                  <a:pt x="2125971" y="38006"/>
                </a:cubicBezTo>
                <a:cubicBezTo>
                  <a:pt x="2125971" y="54800"/>
                  <a:pt x="2136946" y="69076"/>
                  <a:pt x="2152101" y="74088"/>
                </a:cubicBezTo>
                <a:lnTo>
                  <a:pt x="2152101" y="135112"/>
                </a:lnTo>
                <a:cubicBezTo>
                  <a:pt x="2152101" y="161835"/>
                  <a:pt x="2130342" y="183594"/>
                  <a:pt x="2103595" y="183594"/>
                </a:cubicBezTo>
                <a:lnTo>
                  <a:pt x="487952" y="183594"/>
                </a:lnTo>
                <a:cubicBezTo>
                  <a:pt x="448117" y="183594"/>
                  <a:pt x="415693" y="216018"/>
                  <a:pt x="415693" y="255853"/>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382" y="482203"/>
                  <a:pt x="715277" y="482203"/>
                </a:cubicBezTo>
                <a:lnTo>
                  <a:pt x="463652" y="482203"/>
                </a:lnTo>
                <a:cubicBezTo>
                  <a:pt x="459875" y="470801"/>
                  <a:pt x="450848" y="461775"/>
                  <a:pt x="439447" y="457998"/>
                </a:cubicBezTo>
                <a:lnTo>
                  <a:pt x="439447" y="255853"/>
                </a:lnTo>
                <a:cubicBezTo>
                  <a:pt x="439447" y="229106"/>
                  <a:pt x="461205" y="207347"/>
                  <a:pt x="487952" y="207347"/>
                </a:cubicBezTo>
                <a:lnTo>
                  <a:pt x="2103595" y="207347"/>
                </a:lnTo>
                <a:cubicBezTo>
                  <a:pt x="2143431" y="207347"/>
                  <a:pt x="2175855" y="174947"/>
                  <a:pt x="2175855" y="135112"/>
                </a:cubicBezTo>
                <a:lnTo>
                  <a:pt x="2175855" y="74088"/>
                </a:lnTo>
                <a:cubicBezTo>
                  <a:pt x="2191010" y="69076"/>
                  <a:pt x="2201984" y="54824"/>
                  <a:pt x="2201984" y="38006"/>
                </a:cubicBezTo>
                <a:lnTo>
                  <a:pt x="2201984" y="38006"/>
                </a:lnTo>
                <a:close/>
              </a:path>
            </a:pathLst>
          </a:custGeom>
          <a:solidFill>
            <a:srgbClr val="9164B5"/>
          </a:solidFill>
          <a:ln w="0"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08C004F8-99E9-958D-0FE7-A07F29DDB9B6}"/>
              </a:ext>
            </a:extLst>
          </p:cNvPr>
          <p:cNvSpPr/>
          <p:nvPr/>
        </p:nvSpPr>
        <p:spPr>
          <a:xfrm>
            <a:off x="3104708"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869392 w 907397"/>
              <a:gd name="connsiteY12" fmla="*/ 0 h 368184"/>
              <a:gd name="connsiteX13" fmla="*/ 831385 w 907397"/>
              <a:gd name="connsiteY13" fmla="*/ 38006 h 368184"/>
              <a:gd name="connsiteX14" fmla="*/ 857515 w 907397"/>
              <a:gd name="connsiteY14" fmla="*/ 74088 h 368184"/>
              <a:gd name="connsiteX15" fmla="*/ 857515 w 907397"/>
              <a:gd name="connsiteY15" fmla="*/ 228322 h 368184"/>
              <a:gd name="connsiteX16" fmla="*/ 741406 w 907397"/>
              <a:gd name="connsiteY16" fmla="*/ 344431 h 368184"/>
              <a:gd name="connsiteX17" fmla="*/ 165992 w 907397"/>
              <a:gd name="connsiteY17" fmla="*/ 344431 h 368184"/>
              <a:gd name="connsiteX18" fmla="*/ 49883 w 907397"/>
              <a:gd name="connsiteY18" fmla="*/ 228322 h 368184"/>
              <a:gd name="connsiteX19" fmla="*/ 49883 w 907397"/>
              <a:gd name="connsiteY19" fmla="*/ 74088 h 368184"/>
              <a:gd name="connsiteX20" fmla="*/ 76012 w 907397"/>
              <a:gd name="connsiteY20" fmla="*/ 38006 h 368184"/>
              <a:gd name="connsiteX21" fmla="*/ 38006 w 907397"/>
              <a:gd name="connsiteY21" fmla="*/ 0 h 368184"/>
              <a:gd name="connsiteX22" fmla="*/ 0 w 907397"/>
              <a:gd name="connsiteY22" fmla="*/ 38006 h 368184"/>
              <a:gd name="connsiteX23" fmla="*/ 26129 w 907397"/>
              <a:gd name="connsiteY23" fmla="*/ 74088 h 368184"/>
              <a:gd name="connsiteX24" fmla="*/ 26129 w 907397"/>
              <a:gd name="connsiteY24" fmla="*/ 228322 h 368184"/>
              <a:gd name="connsiteX25" fmla="*/ 165992 w 907397"/>
              <a:gd name="connsiteY25" fmla="*/ 368185 h 368184"/>
              <a:gd name="connsiteX26" fmla="*/ 741406 w 907397"/>
              <a:gd name="connsiteY26" fmla="*/ 368185 h 368184"/>
              <a:gd name="connsiteX27" fmla="*/ 881269 w 907397"/>
              <a:gd name="connsiteY27" fmla="*/ 228322 h 368184"/>
              <a:gd name="connsiteX28" fmla="*/ 881269 w 907397"/>
              <a:gd name="connsiteY28" fmla="*/ 74088 h 368184"/>
              <a:gd name="connsiteX29" fmla="*/ 907398 w 907397"/>
              <a:gd name="connsiteY29" fmla="*/ 38006 h 368184"/>
              <a:gd name="connsiteX30" fmla="*/ 869392 w 907397"/>
              <a:gd name="connsiteY30" fmla="*/ 0 h 368184"/>
              <a:gd name="connsiteX31" fmla="*/ 869392 w 907397"/>
              <a:gd name="connsiteY31" fmla="*/ 0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869392" y="0"/>
                </a:move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4" y="69076"/>
                  <a:pt x="907398" y="54824"/>
                  <a:pt x="907398" y="38006"/>
                </a:cubicBezTo>
                <a:cubicBezTo>
                  <a:pt x="907398" y="17055"/>
                  <a:pt x="890343" y="0"/>
                  <a:pt x="869392" y="0"/>
                </a:cubicBezTo>
                <a:lnTo>
                  <a:pt x="869392" y="0"/>
                </a:lnTo>
                <a:close/>
              </a:path>
            </a:pathLst>
          </a:custGeom>
          <a:solidFill>
            <a:srgbClr val="496AA2"/>
          </a:solidFill>
          <a:ln w="0"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AC08C041-C9E0-D5A0-BD39-64FB66FFB797}"/>
              </a:ext>
            </a:extLst>
          </p:cNvPr>
          <p:cNvSpPr/>
          <p:nvPr/>
        </p:nvSpPr>
        <p:spPr>
          <a:xfrm>
            <a:off x="3156689" y="2632741"/>
            <a:ext cx="2646325" cy="1833522"/>
          </a:xfrm>
          <a:custGeom>
            <a:avLst/>
            <a:gdLst>
              <a:gd name="connsiteX0" fmla="*/ 1292211 w 1330216"/>
              <a:gd name="connsiteY0" fmla="*/ 52258 h 921649"/>
              <a:gd name="connsiteX1" fmla="*/ 1277958 w 1330216"/>
              <a:gd name="connsiteY1" fmla="*/ 38006 h 921649"/>
              <a:gd name="connsiteX2" fmla="*/ 1292211 w 1330216"/>
              <a:gd name="connsiteY2" fmla="*/ 23754 h 921649"/>
              <a:gd name="connsiteX3" fmla="*/ 1306463 w 1330216"/>
              <a:gd name="connsiteY3" fmla="*/ 38006 h 921649"/>
              <a:gd name="connsiteX4" fmla="*/ 1292211 w 1330216"/>
              <a:gd name="connsiteY4" fmla="*/ 52258 h 921649"/>
              <a:gd name="connsiteX5" fmla="*/ 1292211 w 1330216"/>
              <a:gd name="connsiteY5" fmla="*/ 52258 h 921649"/>
              <a:gd name="connsiteX6" fmla="*/ 427570 w 1330216"/>
              <a:gd name="connsiteY6" fmla="*/ 508333 h 921649"/>
              <a:gd name="connsiteX7" fmla="*/ 413317 w 1330216"/>
              <a:gd name="connsiteY7" fmla="*/ 494080 h 921649"/>
              <a:gd name="connsiteX8" fmla="*/ 427570 w 1330216"/>
              <a:gd name="connsiteY8" fmla="*/ 479828 h 921649"/>
              <a:gd name="connsiteX9" fmla="*/ 441822 w 1330216"/>
              <a:gd name="connsiteY9" fmla="*/ 494080 h 921649"/>
              <a:gd name="connsiteX10" fmla="*/ 427570 w 1330216"/>
              <a:gd name="connsiteY10" fmla="*/ 508333 h 921649"/>
              <a:gd name="connsiteX11" fmla="*/ 427570 w 1330216"/>
              <a:gd name="connsiteY11" fmla="*/ 508333 h 921649"/>
              <a:gd name="connsiteX12" fmla="*/ 1330217 w 1330216"/>
              <a:gd name="connsiteY12" fmla="*/ 38006 h 921649"/>
              <a:gd name="connsiteX13" fmla="*/ 1292211 w 1330216"/>
              <a:gd name="connsiteY13" fmla="*/ 0 h 921649"/>
              <a:gd name="connsiteX14" fmla="*/ 1254204 w 1330216"/>
              <a:gd name="connsiteY14" fmla="*/ 38006 h 921649"/>
              <a:gd name="connsiteX15" fmla="*/ 1280334 w 1330216"/>
              <a:gd name="connsiteY15" fmla="*/ 74088 h 921649"/>
              <a:gd name="connsiteX16" fmla="*/ 1280334 w 1330216"/>
              <a:gd name="connsiteY16" fmla="*/ 277564 h 921649"/>
              <a:gd name="connsiteX17" fmla="*/ 1226175 w 1330216"/>
              <a:gd name="connsiteY17" fmla="*/ 331723 h 921649"/>
              <a:gd name="connsiteX18" fmla="*/ 493605 w 1330216"/>
              <a:gd name="connsiteY18" fmla="*/ 331723 h 921649"/>
              <a:gd name="connsiteX19" fmla="*/ 415693 w 1330216"/>
              <a:gd name="connsiteY19" fmla="*/ 409611 h 921649"/>
              <a:gd name="connsiteX20" fmla="*/ 415693 w 1330216"/>
              <a:gd name="connsiteY20" fmla="*/ 457998 h 921649"/>
              <a:gd name="connsiteX21" fmla="*/ 391488 w 1330216"/>
              <a:gd name="connsiteY21" fmla="*/ 482203 h 921649"/>
              <a:gd name="connsiteX22" fmla="*/ 139863 w 1330216"/>
              <a:gd name="connsiteY22" fmla="*/ 482203 h 921649"/>
              <a:gd name="connsiteX23" fmla="*/ 0 w 1330216"/>
              <a:gd name="connsiteY23" fmla="*/ 622066 h 921649"/>
              <a:gd name="connsiteX24" fmla="*/ 0 w 1330216"/>
              <a:gd name="connsiteY24" fmla="*/ 909773 h 921649"/>
              <a:gd name="connsiteX25" fmla="*/ 11877 w 1330216"/>
              <a:gd name="connsiteY25" fmla="*/ 921650 h 921649"/>
              <a:gd name="connsiteX26" fmla="*/ 23754 w 1330216"/>
              <a:gd name="connsiteY26" fmla="*/ 909773 h 921649"/>
              <a:gd name="connsiteX27" fmla="*/ 23754 w 1330216"/>
              <a:gd name="connsiteY27" fmla="*/ 622066 h 921649"/>
              <a:gd name="connsiteX28" fmla="*/ 139863 w 1330216"/>
              <a:gd name="connsiteY28" fmla="*/ 505957 h 921649"/>
              <a:gd name="connsiteX29" fmla="*/ 391488 w 1330216"/>
              <a:gd name="connsiteY29" fmla="*/ 505957 h 921649"/>
              <a:gd name="connsiteX30" fmla="*/ 427570 w 1330216"/>
              <a:gd name="connsiteY30" fmla="*/ 532086 h 921649"/>
              <a:gd name="connsiteX31" fmla="*/ 463652 w 1330216"/>
              <a:gd name="connsiteY31" fmla="*/ 505957 h 921649"/>
              <a:gd name="connsiteX32" fmla="*/ 715277 w 1330216"/>
              <a:gd name="connsiteY32" fmla="*/ 505957 h 921649"/>
              <a:gd name="connsiteX33" fmla="*/ 831385 w 1330216"/>
              <a:gd name="connsiteY33" fmla="*/ 622066 h 921649"/>
              <a:gd name="connsiteX34" fmla="*/ 831385 w 1330216"/>
              <a:gd name="connsiteY34" fmla="*/ 909773 h 921649"/>
              <a:gd name="connsiteX35" fmla="*/ 843262 w 1330216"/>
              <a:gd name="connsiteY35" fmla="*/ 921650 h 921649"/>
              <a:gd name="connsiteX36" fmla="*/ 855139 w 1330216"/>
              <a:gd name="connsiteY36" fmla="*/ 909773 h 921649"/>
              <a:gd name="connsiteX37" fmla="*/ 855139 w 1330216"/>
              <a:gd name="connsiteY37" fmla="*/ 622066 h 921649"/>
              <a:gd name="connsiteX38" fmla="*/ 715277 w 1330216"/>
              <a:gd name="connsiteY38" fmla="*/ 482203 h 921649"/>
              <a:gd name="connsiteX39" fmla="*/ 463652 w 1330216"/>
              <a:gd name="connsiteY39" fmla="*/ 482203 h 921649"/>
              <a:gd name="connsiteX40" fmla="*/ 439447 w 1330216"/>
              <a:gd name="connsiteY40" fmla="*/ 457998 h 921649"/>
              <a:gd name="connsiteX41" fmla="*/ 439447 w 1330216"/>
              <a:gd name="connsiteY41" fmla="*/ 409611 h 921649"/>
              <a:gd name="connsiteX42" fmla="*/ 493605 w 1330216"/>
              <a:gd name="connsiteY42" fmla="*/ 355476 h 921649"/>
              <a:gd name="connsiteX43" fmla="*/ 1226175 w 1330216"/>
              <a:gd name="connsiteY43" fmla="*/ 355476 h 921649"/>
              <a:gd name="connsiteX44" fmla="*/ 1304088 w 1330216"/>
              <a:gd name="connsiteY44" fmla="*/ 277564 h 921649"/>
              <a:gd name="connsiteX45" fmla="*/ 1304088 w 1330216"/>
              <a:gd name="connsiteY45" fmla="*/ 74088 h 921649"/>
              <a:gd name="connsiteX46" fmla="*/ 1330217 w 1330216"/>
              <a:gd name="connsiteY46" fmla="*/ 38006 h 921649"/>
              <a:gd name="connsiteX47" fmla="*/ 1330217 w 1330216"/>
              <a:gd name="connsiteY47" fmla="*/ 38006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330216" h="921649">
                <a:moveTo>
                  <a:pt x="1292211" y="52258"/>
                </a:moveTo>
                <a:cubicBezTo>
                  <a:pt x="1284348" y="52258"/>
                  <a:pt x="1277958" y="45869"/>
                  <a:pt x="1277958" y="38006"/>
                </a:cubicBezTo>
                <a:cubicBezTo>
                  <a:pt x="1277958" y="30144"/>
                  <a:pt x="1284348" y="23754"/>
                  <a:pt x="1292211" y="23754"/>
                </a:cubicBezTo>
                <a:cubicBezTo>
                  <a:pt x="1300073" y="23754"/>
                  <a:pt x="1306463" y="30144"/>
                  <a:pt x="1306463" y="38006"/>
                </a:cubicBezTo>
                <a:cubicBezTo>
                  <a:pt x="1306463" y="45869"/>
                  <a:pt x="1300073" y="52258"/>
                  <a:pt x="1292211" y="52258"/>
                </a:cubicBezTo>
                <a:lnTo>
                  <a:pt x="1292211" y="52258"/>
                </a:lnTo>
                <a:close/>
                <a:moveTo>
                  <a:pt x="427570" y="508333"/>
                </a:moveTo>
                <a:cubicBezTo>
                  <a:pt x="419707" y="508333"/>
                  <a:pt x="413317" y="501943"/>
                  <a:pt x="413317" y="494080"/>
                </a:cubicBezTo>
                <a:cubicBezTo>
                  <a:pt x="413317" y="486218"/>
                  <a:pt x="419707" y="479828"/>
                  <a:pt x="427570" y="479828"/>
                </a:cubicBezTo>
                <a:cubicBezTo>
                  <a:pt x="435432" y="479828"/>
                  <a:pt x="441822" y="486218"/>
                  <a:pt x="441822" y="494080"/>
                </a:cubicBezTo>
                <a:cubicBezTo>
                  <a:pt x="441822" y="501943"/>
                  <a:pt x="435432" y="508333"/>
                  <a:pt x="427570" y="508333"/>
                </a:cubicBezTo>
                <a:lnTo>
                  <a:pt x="427570" y="508333"/>
                </a:lnTo>
                <a:close/>
                <a:moveTo>
                  <a:pt x="1330217" y="38006"/>
                </a:moveTo>
                <a:cubicBezTo>
                  <a:pt x="1330217" y="17055"/>
                  <a:pt x="1313162" y="0"/>
                  <a:pt x="1292211" y="0"/>
                </a:cubicBezTo>
                <a:cubicBezTo>
                  <a:pt x="1271260" y="0"/>
                  <a:pt x="1254204" y="17055"/>
                  <a:pt x="1254204" y="38006"/>
                </a:cubicBezTo>
                <a:cubicBezTo>
                  <a:pt x="1254204" y="54800"/>
                  <a:pt x="1265179" y="69076"/>
                  <a:pt x="1280334" y="74088"/>
                </a:cubicBezTo>
                <a:lnTo>
                  <a:pt x="1280334" y="277564"/>
                </a:lnTo>
                <a:cubicBezTo>
                  <a:pt x="1280334" y="307422"/>
                  <a:pt x="1256033" y="331723"/>
                  <a:pt x="1226175" y="331723"/>
                </a:cubicBezTo>
                <a:lnTo>
                  <a:pt x="493605" y="331723"/>
                </a:lnTo>
                <a:cubicBezTo>
                  <a:pt x="450635" y="331723"/>
                  <a:pt x="415693" y="366664"/>
                  <a:pt x="415693" y="409611"/>
                </a:cubicBezTo>
                <a:lnTo>
                  <a:pt x="415693" y="457998"/>
                </a:lnTo>
                <a:cubicBezTo>
                  <a:pt x="404291" y="461775"/>
                  <a:pt x="395264" y="470801"/>
                  <a:pt x="391488" y="482203"/>
                </a:cubicBezTo>
                <a:lnTo>
                  <a:pt x="139863" y="482203"/>
                </a:lnTo>
                <a:cubicBezTo>
                  <a:pt x="62734" y="482203"/>
                  <a:pt x="0" y="544961"/>
                  <a:pt x="0" y="622066"/>
                </a:cubicBezTo>
                <a:lnTo>
                  <a:pt x="0" y="909773"/>
                </a:lnTo>
                <a:cubicBezTo>
                  <a:pt x="0" y="916329"/>
                  <a:pt x="5321" y="921650"/>
                  <a:pt x="11877" y="921650"/>
                </a:cubicBezTo>
                <a:cubicBezTo>
                  <a:pt x="18433" y="921650"/>
                  <a:pt x="23754" y="916329"/>
                  <a:pt x="23754" y="909773"/>
                </a:cubicBezTo>
                <a:lnTo>
                  <a:pt x="23754" y="622066"/>
                </a:lnTo>
                <a:cubicBezTo>
                  <a:pt x="23754" y="558049"/>
                  <a:pt x="75846" y="505957"/>
                  <a:pt x="139863" y="505957"/>
                </a:cubicBezTo>
                <a:lnTo>
                  <a:pt x="391488" y="505957"/>
                </a:lnTo>
                <a:cubicBezTo>
                  <a:pt x="396500" y="521112"/>
                  <a:pt x="410752" y="532086"/>
                  <a:pt x="427570" y="532086"/>
                </a:cubicBezTo>
                <a:cubicBezTo>
                  <a:pt x="444387" y="532086"/>
                  <a:pt x="458640" y="521112"/>
                  <a:pt x="463652" y="505957"/>
                </a:cubicBezTo>
                <a:lnTo>
                  <a:pt x="715277" y="505957"/>
                </a:lnTo>
                <a:cubicBezTo>
                  <a:pt x="779293" y="505957"/>
                  <a:pt x="831385" y="558049"/>
                  <a:pt x="831385" y="622066"/>
                </a:cubicBezTo>
                <a:lnTo>
                  <a:pt x="831385" y="909773"/>
                </a:lnTo>
                <a:cubicBezTo>
                  <a:pt x="831385" y="916329"/>
                  <a:pt x="836706" y="921650"/>
                  <a:pt x="843262" y="921650"/>
                </a:cubicBezTo>
                <a:cubicBezTo>
                  <a:pt x="849818" y="921650"/>
                  <a:pt x="855139" y="916329"/>
                  <a:pt x="855139" y="909773"/>
                </a:cubicBezTo>
                <a:lnTo>
                  <a:pt x="855139" y="622066"/>
                </a:lnTo>
                <a:cubicBezTo>
                  <a:pt x="855139" y="544937"/>
                  <a:pt x="792405" y="482203"/>
                  <a:pt x="715277" y="482203"/>
                </a:cubicBezTo>
                <a:lnTo>
                  <a:pt x="463652" y="482203"/>
                </a:lnTo>
                <a:cubicBezTo>
                  <a:pt x="459875" y="470801"/>
                  <a:pt x="450848" y="461775"/>
                  <a:pt x="439447" y="457998"/>
                </a:cubicBezTo>
                <a:lnTo>
                  <a:pt x="439447" y="409611"/>
                </a:lnTo>
                <a:cubicBezTo>
                  <a:pt x="439447" y="379753"/>
                  <a:pt x="463747" y="355476"/>
                  <a:pt x="493605" y="355476"/>
                </a:cubicBezTo>
                <a:lnTo>
                  <a:pt x="1226175" y="355476"/>
                </a:lnTo>
                <a:cubicBezTo>
                  <a:pt x="1269146" y="355476"/>
                  <a:pt x="1304088" y="320535"/>
                  <a:pt x="1304088" y="277564"/>
                </a:cubicBezTo>
                <a:lnTo>
                  <a:pt x="1304088" y="74088"/>
                </a:lnTo>
                <a:cubicBezTo>
                  <a:pt x="1319242" y="69076"/>
                  <a:pt x="1330217" y="54824"/>
                  <a:pt x="1330217" y="38006"/>
                </a:cubicBezTo>
                <a:lnTo>
                  <a:pt x="1330217" y="38006"/>
                </a:lnTo>
                <a:close/>
              </a:path>
            </a:pathLst>
          </a:custGeom>
          <a:solidFill>
            <a:srgbClr val="496AA2"/>
          </a:solidFill>
          <a:ln w="0" cap="flat">
            <a:noFill/>
            <a:prstDash val="solid"/>
            <a:miter/>
          </a:ln>
        </p:spPr>
        <p:txBody>
          <a:bodyPr rtlCol="0" anchor="ctr"/>
          <a:lstStyle/>
          <a:p>
            <a:endParaRPr lang="en-IN"/>
          </a:p>
        </p:txBody>
      </p:sp>
      <p:sp>
        <p:nvSpPr>
          <p:cNvPr id="64" name="Freeform: Shape 63">
            <a:extLst>
              <a:ext uri="{FF2B5EF4-FFF2-40B4-BE49-F238E27FC236}">
                <a16:creationId xmlns:a16="http://schemas.microsoft.com/office/drawing/2014/main" id="{2BA2B4CA-F932-27CA-2332-2529155598B1}"/>
              </a:ext>
            </a:extLst>
          </p:cNvPr>
          <p:cNvSpPr/>
          <p:nvPr/>
        </p:nvSpPr>
        <p:spPr>
          <a:xfrm>
            <a:off x="9370830" y="4560777"/>
            <a:ext cx="1805171" cy="732463"/>
          </a:xfrm>
          <a:custGeom>
            <a:avLst/>
            <a:gdLst>
              <a:gd name="connsiteX0" fmla="*/ 869392 w 907397"/>
              <a:gd name="connsiteY0" fmla="*/ 52258 h 368184"/>
              <a:gd name="connsiteX1" fmla="*/ 855139 w 907397"/>
              <a:gd name="connsiteY1" fmla="*/ 38006 h 368184"/>
              <a:gd name="connsiteX2" fmla="*/ 869392 w 907397"/>
              <a:gd name="connsiteY2" fmla="*/ 23754 h 368184"/>
              <a:gd name="connsiteX3" fmla="*/ 883644 w 907397"/>
              <a:gd name="connsiteY3" fmla="*/ 38006 h 368184"/>
              <a:gd name="connsiteX4" fmla="*/ 869392 w 907397"/>
              <a:gd name="connsiteY4" fmla="*/ 52258 h 368184"/>
              <a:gd name="connsiteX5" fmla="*/ 869392 w 907397"/>
              <a:gd name="connsiteY5" fmla="*/ 52258 h 368184"/>
              <a:gd name="connsiteX6" fmla="*/ 38006 w 907397"/>
              <a:gd name="connsiteY6" fmla="*/ 23754 h 368184"/>
              <a:gd name="connsiteX7" fmla="*/ 52259 w 907397"/>
              <a:gd name="connsiteY7" fmla="*/ 38006 h 368184"/>
              <a:gd name="connsiteX8" fmla="*/ 38006 w 907397"/>
              <a:gd name="connsiteY8" fmla="*/ 52258 h 368184"/>
              <a:gd name="connsiteX9" fmla="*/ 23754 w 907397"/>
              <a:gd name="connsiteY9" fmla="*/ 38006 h 368184"/>
              <a:gd name="connsiteX10" fmla="*/ 38006 w 907397"/>
              <a:gd name="connsiteY10" fmla="*/ 23754 h 368184"/>
              <a:gd name="connsiteX11" fmla="*/ 38006 w 907397"/>
              <a:gd name="connsiteY11" fmla="*/ 23754 h 368184"/>
              <a:gd name="connsiteX12" fmla="*/ 907398 w 907397"/>
              <a:gd name="connsiteY12" fmla="*/ 38006 h 368184"/>
              <a:gd name="connsiteX13" fmla="*/ 869392 w 907397"/>
              <a:gd name="connsiteY13" fmla="*/ 0 h 368184"/>
              <a:gd name="connsiteX14" fmla="*/ 831385 w 907397"/>
              <a:gd name="connsiteY14" fmla="*/ 38006 h 368184"/>
              <a:gd name="connsiteX15" fmla="*/ 857515 w 907397"/>
              <a:gd name="connsiteY15" fmla="*/ 74088 h 368184"/>
              <a:gd name="connsiteX16" fmla="*/ 857515 w 907397"/>
              <a:gd name="connsiteY16" fmla="*/ 228322 h 368184"/>
              <a:gd name="connsiteX17" fmla="*/ 741406 w 907397"/>
              <a:gd name="connsiteY17" fmla="*/ 344431 h 368184"/>
              <a:gd name="connsiteX18" fmla="*/ 165992 w 907397"/>
              <a:gd name="connsiteY18" fmla="*/ 344431 h 368184"/>
              <a:gd name="connsiteX19" fmla="*/ 49883 w 907397"/>
              <a:gd name="connsiteY19" fmla="*/ 228322 h 368184"/>
              <a:gd name="connsiteX20" fmla="*/ 49883 w 907397"/>
              <a:gd name="connsiteY20" fmla="*/ 74088 h 368184"/>
              <a:gd name="connsiteX21" fmla="*/ 76012 w 907397"/>
              <a:gd name="connsiteY21" fmla="*/ 38006 h 368184"/>
              <a:gd name="connsiteX22" fmla="*/ 38006 w 907397"/>
              <a:gd name="connsiteY22" fmla="*/ 0 h 368184"/>
              <a:gd name="connsiteX23" fmla="*/ 0 w 907397"/>
              <a:gd name="connsiteY23" fmla="*/ 38006 h 368184"/>
              <a:gd name="connsiteX24" fmla="*/ 26129 w 907397"/>
              <a:gd name="connsiteY24" fmla="*/ 74088 h 368184"/>
              <a:gd name="connsiteX25" fmla="*/ 26129 w 907397"/>
              <a:gd name="connsiteY25" fmla="*/ 228322 h 368184"/>
              <a:gd name="connsiteX26" fmla="*/ 165992 w 907397"/>
              <a:gd name="connsiteY26" fmla="*/ 368185 h 368184"/>
              <a:gd name="connsiteX27" fmla="*/ 741406 w 907397"/>
              <a:gd name="connsiteY27" fmla="*/ 368185 h 368184"/>
              <a:gd name="connsiteX28" fmla="*/ 881269 w 907397"/>
              <a:gd name="connsiteY28" fmla="*/ 228322 h 368184"/>
              <a:gd name="connsiteX29" fmla="*/ 881269 w 907397"/>
              <a:gd name="connsiteY29" fmla="*/ 74088 h 368184"/>
              <a:gd name="connsiteX30" fmla="*/ 907398 w 907397"/>
              <a:gd name="connsiteY30" fmla="*/ 38006 h 368184"/>
              <a:gd name="connsiteX31" fmla="*/ 907398 w 907397"/>
              <a:gd name="connsiteY31" fmla="*/ 38006 h 368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07397" h="368184">
                <a:moveTo>
                  <a:pt x="869392" y="52258"/>
                </a:moveTo>
                <a:cubicBezTo>
                  <a:pt x="861529" y="52258"/>
                  <a:pt x="855139" y="45869"/>
                  <a:pt x="855139" y="38006"/>
                </a:cubicBezTo>
                <a:cubicBezTo>
                  <a:pt x="855139" y="30144"/>
                  <a:pt x="861529" y="23754"/>
                  <a:pt x="869392" y="23754"/>
                </a:cubicBezTo>
                <a:cubicBezTo>
                  <a:pt x="877254" y="23754"/>
                  <a:pt x="883644" y="30144"/>
                  <a:pt x="883644" y="38006"/>
                </a:cubicBezTo>
                <a:cubicBezTo>
                  <a:pt x="883644" y="45869"/>
                  <a:pt x="877254" y="52258"/>
                  <a:pt x="869392" y="52258"/>
                </a:cubicBezTo>
                <a:lnTo>
                  <a:pt x="869392" y="52258"/>
                </a:lnTo>
                <a:close/>
                <a:moveTo>
                  <a:pt x="38006" y="23754"/>
                </a:moveTo>
                <a:cubicBezTo>
                  <a:pt x="45869" y="23754"/>
                  <a:pt x="52259" y="30144"/>
                  <a:pt x="52259" y="38006"/>
                </a:cubicBezTo>
                <a:cubicBezTo>
                  <a:pt x="52259" y="45869"/>
                  <a:pt x="45869" y="52258"/>
                  <a:pt x="38006" y="52258"/>
                </a:cubicBezTo>
                <a:cubicBezTo>
                  <a:pt x="30144" y="52258"/>
                  <a:pt x="23754" y="45869"/>
                  <a:pt x="23754" y="38006"/>
                </a:cubicBezTo>
                <a:cubicBezTo>
                  <a:pt x="23754" y="30144"/>
                  <a:pt x="30144" y="23754"/>
                  <a:pt x="38006" y="23754"/>
                </a:cubicBezTo>
                <a:lnTo>
                  <a:pt x="38006" y="23754"/>
                </a:lnTo>
                <a:close/>
                <a:moveTo>
                  <a:pt x="907398" y="38006"/>
                </a:moveTo>
                <a:cubicBezTo>
                  <a:pt x="907398" y="17055"/>
                  <a:pt x="890343" y="0"/>
                  <a:pt x="869392" y="0"/>
                </a:cubicBezTo>
                <a:cubicBezTo>
                  <a:pt x="848441" y="0"/>
                  <a:pt x="831385" y="17055"/>
                  <a:pt x="831385" y="38006"/>
                </a:cubicBezTo>
                <a:cubicBezTo>
                  <a:pt x="831385" y="54824"/>
                  <a:pt x="842360" y="69076"/>
                  <a:pt x="857515" y="74088"/>
                </a:cubicBezTo>
                <a:lnTo>
                  <a:pt x="857515" y="228322"/>
                </a:lnTo>
                <a:cubicBezTo>
                  <a:pt x="857515" y="292339"/>
                  <a:pt x="805423" y="344431"/>
                  <a:pt x="741406" y="344431"/>
                </a:cubicBezTo>
                <a:lnTo>
                  <a:pt x="165992" y="344431"/>
                </a:lnTo>
                <a:cubicBezTo>
                  <a:pt x="101975" y="344431"/>
                  <a:pt x="49883" y="292339"/>
                  <a:pt x="49883" y="228322"/>
                </a:cubicBezTo>
                <a:lnTo>
                  <a:pt x="49883" y="74088"/>
                </a:lnTo>
                <a:cubicBezTo>
                  <a:pt x="65038" y="69076"/>
                  <a:pt x="76012" y="54824"/>
                  <a:pt x="76012" y="38006"/>
                </a:cubicBezTo>
                <a:cubicBezTo>
                  <a:pt x="76012" y="17055"/>
                  <a:pt x="58957" y="0"/>
                  <a:pt x="38006" y="0"/>
                </a:cubicBezTo>
                <a:cubicBezTo>
                  <a:pt x="17055" y="0"/>
                  <a:pt x="0" y="17055"/>
                  <a:pt x="0" y="38006"/>
                </a:cubicBezTo>
                <a:cubicBezTo>
                  <a:pt x="0" y="54824"/>
                  <a:pt x="10974" y="69076"/>
                  <a:pt x="26129" y="74088"/>
                </a:cubicBezTo>
                <a:lnTo>
                  <a:pt x="26129" y="228322"/>
                </a:lnTo>
                <a:cubicBezTo>
                  <a:pt x="26129" y="305451"/>
                  <a:pt x="88863" y="368185"/>
                  <a:pt x="165992" y="368185"/>
                </a:cubicBezTo>
                <a:lnTo>
                  <a:pt x="741406" y="368185"/>
                </a:lnTo>
                <a:cubicBezTo>
                  <a:pt x="818535" y="368185"/>
                  <a:pt x="881269" y="305451"/>
                  <a:pt x="881269" y="228322"/>
                </a:cubicBezTo>
                <a:lnTo>
                  <a:pt x="881269" y="74088"/>
                </a:lnTo>
                <a:cubicBezTo>
                  <a:pt x="896423" y="69076"/>
                  <a:pt x="907398" y="54824"/>
                  <a:pt x="907398" y="38006"/>
                </a:cubicBezTo>
                <a:lnTo>
                  <a:pt x="907398" y="38006"/>
                </a:lnTo>
                <a:close/>
              </a:path>
            </a:pathLst>
          </a:custGeom>
          <a:solidFill>
            <a:srgbClr val="2181C5"/>
          </a:solidFill>
          <a:ln w="0" cap="flat">
            <a:noFill/>
            <a:prstDash val="solid"/>
            <a:miter/>
          </a:ln>
        </p:spPr>
        <p:txBody>
          <a:bodyPr rtlCol="0" anchor="ctr"/>
          <a:lstStyle/>
          <a:p>
            <a:endParaRPr lang="en-IN"/>
          </a:p>
        </p:txBody>
      </p:sp>
      <p:sp>
        <p:nvSpPr>
          <p:cNvPr id="65" name="Freeform: Shape 64">
            <a:extLst>
              <a:ext uri="{FF2B5EF4-FFF2-40B4-BE49-F238E27FC236}">
                <a16:creationId xmlns:a16="http://schemas.microsoft.com/office/drawing/2014/main" id="{48986C58-4D09-001D-F5F6-BB200FAB1B9E}"/>
              </a:ext>
            </a:extLst>
          </p:cNvPr>
          <p:cNvSpPr/>
          <p:nvPr/>
        </p:nvSpPr>
        <p:spPr>
          <a:xfrm>
            <a:off x="6738680" y="2632741"/>
            <a:ext cx="4385340" cy="1833522"/>
          </a:xfrm>
          <a:custGeom>
            <a:avLst/>
            <a:gdLst>
              <a:gd name="connsiteX0" fmla="*/ 23754 w 2204359"/>
              <a:gd name="connsiteY0" fmla="*/ 38006 h 921649"/>
              <a:gd name="connsiteX1" fmla="*/ 38006 w 2204359"/>
              <a:gd name="connsiteY1" fmla="*/ 23754 h 921649"/>
              <a:gd name="connsiteX2" fmla="*/ 52259 w 2204359"/>
              <a:gd name="connsiteY2" fmla="*/ 38006 h 921649"/>
              <a:gd name="connsiteX3" fmla="*/ 38006 w 2204359"/>
              <a:gd name="connsiteY3" fmla="*/ 52258 h 921649"/>
              <a:gd name="connsiteX4" fmla="*/ 23754 w 2204359"/>
              <a:gd name="connsiteY4" fmla="*/ 38006 h 921649"/>
              <a:gd name="connsiteX5" fmla="*/ 23754 w 2204359"/>
              <a:gd name="connsiteY5" fmla="*/ 38006 h 921649"/>
              <a:gd name="connsiteX6" fmla="*/ 1776790 w 2204359"/>
              <a:gd name="connsiteY6" fmla="*/ 508333 h 921649"/>
              <a:gd name="connsiteX7" fmla="*/ 1762537 w 2204359"/>
              <a:gd name="connsiteY7" fmla="*/ 494080 h 921649"/>
              <a:gd name="connsiteX8" fmla="*/ 1776790 w 2204359"/>
              <a:gd name="connsiteY8" fmla="*/ 479828 h 921649"/>
              <a:gd name="connsiteX9" fmla="*/ 1791042 w 2204359"/>
              <a:gd name="connsiteY9" fmla="*/ 494080 h 921649"/>
              <a:gd name="connsiteX10" fmla="*/ 1776790 w 2204359"/>
              <a:gd name="connsiteY10" fmla="*/ 508333 h 921649"/>
              <a:gd name="connsiteX11" fmla="*/ 1776790 w 2204359"/>
              <a:gd name="connsiteY11" fmla="*/ 508333 h 921649"/>
              <a:gd name="connsiteX12" fmla="*/ 1764913 w 2204359"/>
              <a:gd name="connsiteY12" fmla="*/ 255853 h 921649"/>
              <a:gd name="connsiteX13" fmla="*/ 1764913 w 2204359"/>
              <a:gd name="connsiteY13" fmla="*/ 457998 h 921649"/>
              <a:gd name="connsiteX14" fmla="*/ 1740708 w 2204359"/>
              <a:gd name="connsiteY14" fmla="*/ 482203 h 921649"/>
              <a:gd name="connsiteX15" fmla="*/ 1489083 w 2204359"/>
              <a:gd name="connsiteY15" fmla="*/ 482203 h 921649"/>
              <a:gd name="connsiteX16" fmla="*/ 1349220 w 2204359"/>
              <a:gd name="connsiteY16" fmla="*/ 622066 h 921649"/>
              <a:gd name="connsiteX17" fmla="*/ 1349220 w 2204359"/>
              <a:gd name="connsiteY17" fmla="*/ 909773 h 921649"/>
              <a:gd name="connsiteX18" fmla="*/ 1361097 w 2204359"/>
              <a:gd name="connsiteY18" fmla="*/ 921650 h 921649"/>
              <a:gd name="connsiteX19" fmla="*/ 1372974 w 2204359"/>
              <a:gd name="connsiteY19" fmla="*/ 909773 h 921649"/>
              <a:gd name="connsiteX20" fmla="*/ 1372974 w 2204359"/>
              <a:gd name="connsiteY20" fmla="*/ 622066 h 921649"/>
              <a:gd name="connsiteX21" fmla="*/ 1489083 w 2204359"/>
              <a:gd name="connsiteY21" fmla="*/ 505957 h 921649"/>
              <a:gd name="connsiteX22" fmla="*/ 1740708 w 2204359"/>
              <a:gd name="connsiteY22" fmla="*/ 505957 h 921649"/>
              <a:gd name="connsiteX23" fmla="*/ 1776790 w 2204359"/>
              <a:gd name="connsiteY23" fmla="*/ 532086 h 921649"/>
              <a:gd name="connsiteX24" fmla="*/ 1812872 w 2204359"/>
              <a:gd name="connsiteY24" fmla="*/ 505957 h 921649"/>
              <a:gd name="connsiteX25" fmla="*/ 2064497 w 2204359"/>
              <a:gd name="connsiteY25" fmla="*/ 505957 h 921649"/>
              <a:gd name="connsiteX26" fmla="*/ 2180605 w 2204359"/>
              <a:gd name="connsiteY26" fmla="*/ 622066 h 921649"/>
              <a:gd name="connsiteX27" fmla="*/ 2180605 w 2204359"/>
              <a:gd name="connsiteY27" fmla="*/ 909773 h 921649"/>
              <a:gd name="connsiteX28" fmla="*/ 2192482 w 2204359"/>
              <a:gd name="connsiteY28" fmla="*/ 921650 h 921649"/>
              <a:gd name="connsiteX29" fmla="*/ 2204359 w 2204359"/>
              <a:gd name="connsiteY29" fmla="*/ 909773 h 921649"/>
              <a:gd name="connsiteX30" fmla="*/ 2204359 w 2204359"/>
              <a:gd name="connsiteY30" fmla="*/ 622066 h 921649"/>
              <a:gd name="connsiteX31" fmla="*/ 2064497 w 2204359"/>
              <a:gd name="connsiteY31" fmla="*/ 482203 h 921649"/>
              <a:gd name="connsiteX32" fmla="*/ 1812872 w 2204359"/>
              <a:gd name="connsiteY32" fmla="*/ 482203 h 921649"/>
              <a:gd name="connsiteX33" fmla="*/ 1788666 w 2204359"/>
              <a:gd name="connsiteY33" fmla="*/ 457998 h 921649"/>
              <a:gd name="connsiteX34" fmla="*/ 1788666 w 2204359"/>
              <a:gd name="connsiteY34" fmla="*/ 255853 h 921649"/>
              <a:gd name="connsiteX35" fmla="*/ 1716407 w 2204359"/>
              <a:gd name="connsiteY35" fmla="*/ 183594 h 921649"/>
              <a:gd name="connsiteX36" fmla="*/ 100764 w 2204359"/>
              <a:gd name="connsiteY36" fmla="*/ 183594 h 921649"/>
              <a:gd name="connsiteX37" fmla="*/ 52259 w 2204359"/>
              <a:gd name="connsiteY37" fmla="*/ 135112 h 921649"/>
              <a:gd name="connsiteX38" fmla="*/ 52259 w 2204359"/>
              <a:gd name="connsiteY38" fmla="*/ 73209 h 921649"/>
              <a:gd name="connsiteX39" fmla="*/ 76012 w 2204359"/>
              <a:gd name="connsiteY39" fmla="*/ 38006 h 921649"/>
              <a:gd name="connsiteX40" fmla="*/ 38006 w 2204359"/>
              <a:gd name="connsiteY40" fmla="*/ 0 h 921649"/>
              <a:gd name="connsiteX41" fmla="*/ 0 w 2204359"/>
              <a:gd name="connsiteY41" fmla="*/ 38006 h 921649"/>
              <a:gd name="connsiteX42" fmla="*/ 28505 w 2204359"/>
              <a:gd name="connsiteY42" fmla="*/ 74753 h 921649"/>
              <a:gd name="connsiteX43" fmla="*/ 28505 w 2204359"/>
              <a:gd name="connsiteY43" fmla="*/ 135112 h 921649"/>
              <a:gd name="connsiteX44" fmla="*/ 100764 w 2204359"/>
              <a:gd name="connsiteY44" fmla="*/ 207347 h 921649"/>
              <a:gd name="connsiteX45" fmla="*/ 1716407 w 2204359"/>
              <a:gd name="connsiteY45" fmla="*/ 207347 h 921649"/>
              <a:gd name="connsiteX46" fmla="*/ 1764913 w 2204359"/>
              <a:gd name="connsiteY46" fmla="*/ 255853 h 921649"/>
              <a:gd name="connsiteX47" fmla="*/ 1764913 w 2204359"/>
              <a:gd name="connsiteY47" fmla="*/ 255853 h 921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204359" h="921649">
                <a:moveTo>
                  <a:pt x="23754" y="38006"/>
                </a:moveTo>
                <a:cubicBezTo>
                  <a:pt x="23754" y="30144"/>
                  <a:pt x="30144" y="23754"/>
                  <a:pt x="38006" y="23754"/>
                </a:cubicBezTo>
                <a:cubicBezTo>
                  <a:pt x="45869" y="23754"/>
                  <a:pt x="52259" y="30144"/>
                  <a:pt x="52259" y="38006"/>
                </a:cubicBezTo>
                <a:cubicBezTo>
                  <a:pt x="52259" y="45869"/>
                  <a:pt x="45869" y="52258"/>
                  <a:pt x="38006" y="52258"/>
                </a:cubicBezTo>
                <a:cubicBezTo>
                  <a:pt x="30144" y="52258"/>
                  <a:pt x="23754" y="45869"/>
                  <a:pt x="23754" y="38006"/>
                </a:cubicBezTo>
                <a:lnTo>
                  <a:pt x="23754" y="38006"/>
                </a:lnTo>
                <a:close/>
                <a:moveTo>
                  <a:pt x="1776790" y="508333"/>
                </a:moveTo>
                <a:cubicBezTo>
                  <a:pt x="1768927" y="508333"/>
                  <a:pt x="1762537" y="501943"/>
                  <a:pt x="1762537" y="494080"/>
                </a:cubicBezTo>
                <a:cubicBezTo>
                  <a:pt x="1762537" y="486218"/>
                  <a:pt x="1768927" y="479828"/>
                  <a:pt x="1776790" y="479828"/>
                </a:cubicBezTo>
                <a:cubicBezTo>
                  <a:pt x="1784652" y="479828"/>
                  <a:pt x="1791042" y="486218"/>
                  <a:pt x="1791042" y="494080"/>
                </a:cubicBezTo>
                <a:cubicBezTo>
                  <a:pt x="1791042" y="501943"/>
                  <a:pt x="1784652" y="508333"/>
                  <a:pt x="1776790" y="508333"/>
                </a:cubicBezTo>
                <a:lnTo>
                  <a:pt x="1776790" y="508333"/>
                </a:lnTo>
                <a:close/>
                <a:moveTo>
                  <a:pt x="1764913" y="255853"/>
                </a:moveTo>
                <a:lnTo>
                  <a:pt x="1764913" y="457998"/>
                </a:lnTo>
                <a:cubicBezTo>
                  <a:pt x="1753511" y="461775"/>
                  <a:pt x="1744484" y="470801"/>
                  <a:pt x="1740708" y="482203"/>
                </a:cubicBezTo>
                <a:lnTo>
                  <a:pt x="1489083" y="482203"/>
                </a:lnTo>
                <a:cubicBezTo>
                  <a:pt x="1411978" y="482203"/>
                  <a:pt x="1349220" y="544961"/>
                  <a:pt x="1349220" y="622066"/>
                </a:cubicBezTo>
                <a:lnTo>
                  <a:pt x="1349220" y="909773"/>
                </a:lnTo>
                <a:cubicBezTo>
                  <a:pt x="1349220" y="916329"/>
                  <a:pt x="1354541" y="921650"/>
                  <a:pt x="1361097" y="921650"/>
                </a:cubicBezTo>
                <a:cubicBezTo>
                  <a:pt x="1367653" y="921650"/>
                  <a:pt x="1372974" y="916329"/>
                  <a:pt x="1372974" y="909773"/>
                </a:cubicBezTo>
                <a:lnTo>
                  <a:pt x="1372974" y="622066"/>
                </a:lnTo>
                <a:cubicBezTo>
                  <a:pt x="1372974" y="558049"/>
                  <a:pt x="1425066" y="505957"/>
                  <a:pt x="1489083" y="505957"/>
                </a:cubicBezTo>
                <a:lnTo>
                  <a:pt x="1740708" y="505957"/>
                </a:lnTo>
                <a:cubicBezTo>
                  <a:pt x="1745720" y="521112"/>
                  <a:pt x="1759972" y="532086"/>
                  <a:pt x="1776790" y="532086"/>
                </a:cubicBezTo>
                <a:cubicBezTo>
                  <a:pt x="1793607" y="532086"/>
                  <a:pt x="1807859" y="521112"/>
                  <a:pt x="1812872" y="505957"/>
                </a:cubicBezTo>
                <a:lnTo>
                  <a:pt x="2064497" y="505957"/>
                </a:lnTo>
                <a:cubicBezTo>
                  <a:pt x="2128513" y="505957"/>
                  <a:pt x="2180605" y="558049"/>
                  <a:pt x="2180605" y="622066"/>
                </a:cubicBezTo>
                <a:lnTo>
                  <a:pt x="2180605" y="909773"/>
                </a:lnTo>
                <a:cubicBezTo>
                  <a:pt x="2180605" y="916329"/>
                  <a:pt x="2185926" y="921650"/>
                  <a:pt x="2192482" y="921650"/>
                </a:cubicBezTo>
                <a:cubicBezTo>
                  <a:pt x="2199038" y="921650"/>
                  <a:pt x="2204359" y="916329"/>
                  <a:pt x="2204359" y="909773"/>
                </a:cubicBezTo>
                <a:lnTo>
                  <a:pt x="2204359" y="622066"/>
                </a:lnTo>
                <a:cubicBezTo>
                  <a:pt x="2204359" y="544937"/>
                  <a:pt x="2141602" y="482203"/>
                  <a:pt x="2064497" y="482203"/>
                </a:cubicBezTo>
                <a:lnTo>
                  <a:pt x="1812872" y="482203"/>
                </a:lnTo>
                <a:cubicBezTo>
                  <a:pt x="1809095" y="470801"/>
                  <a:pt x="1800068" y="461775"/>
                  <a:pt x="1788666" y="457998"/>
                </a:cubicBezTo>
                <a:lnTo>
                  <a:pt x="1788666" y="255853"/>
                </a:lnTo>
                <a:cubicBezTo>
                  <a:pt x="1788666" y="216018"/>
                  <a:pt x="1756242" y="183594"/>
                  <a:pt x="1716407" y="183594"/>
                </a:cubicBezTo>
                <a:lnTo>
                  <a:pt x="100764" y="183594"/>
                </a:lnTo>
                <a:cubicBezTo>
                  <a:pt x="74017" y="183594"/>
                  <a:pt x="52259" y="161835"/>
                  <a:pt x="52259" y="135112"/>
                </a:cubicBezTo>
                <a:lnTo>
                  <a:pt x="52259" y="73209"/>
                </a:lnTo>
                <a:cubicBezTo>
                  <a:pt x="66178" y="67556"/>
                  <a:pt x="76012" y="53921"/>
                  <a:pt x="76012" y="38006"/>
                </a:cubicBezTo>
                <a:cubicBezTo>
                  <a:pt x="76012" y="17055"/>
                  <a:pt x="58957" y="0"/>
                  <a:pt x="38006" y="0"/>
                </a:cubicBezTo>
                <a:cubicBezTo>
                  <a:pt x="17055" y="0"/>
                  <a:pt x="0" y="17055"/>
                  <a:pt x="0" y="38006"/>
                </a:cubicBezTo>
                <a:cubicBezTo>
                  <a:pt x="0" y="55679"/>
                  <a:pt x="12138" y="70525"/>
                  <a:pt x="28505" y="74753"/>
                </a:cubicBezTo>
                <a:lnTo>
                  <a:pt x="28505" y="135112"/>
                </a:lnTo>
                <a:cubicBezTo>
                  <a:pt x="28505" y="174947"/>
                  <a:pt x="60929" y="207347"/>
                  <a:pt x="100764" y="207347"/>
                </a:cubicBezTo>
                <a:lnTo>
                  <a:pt x="1716407" y="207347"/>
                </a:lnTo>
                <a:cubicBezTo>
                  <a:pt x="1743154" y="207347"/>
                  <a:pt x="1764913" y="229106"/>
                  <a:pt x="1764913" y="255853"/>
                </a:cubicBezTo>
                <a:lnTo>
                  <a:pt x="1764913" y="255853"/>
                </a:lnTo>
                <a:close/>
              </a:path>
            </a:pathLst>
          </a:custGeom>
          <a:solidFill>
            <a:srgbClr val="2181C5"/>
          </a:solidFill>
          <a:ln w="0" cap="flat">
            <a:noFill/>
            <a:prstDash val="solid"/>
            <a:miter/>
          </a:ln>
        </p:spPr>
        <p:txBody>
          <a:bodyPr rtlCol="0" anchor="ctr"/>
          <a:lstStyle/>
          <a:p>
            <a:endParaRPr lang="en-IN"/>
          </a:p>
        </p:txBody>
      </p:sp>
      <p:sp>
        <p:nvSpPr>
          <p:cNvPr id="116" name="TextBox 115">
            <a:extLst>
              <a:ext uri="{FF2B5EF4-FFF2-40B4-BE49-F238E27FC236}">
                <a16:creationId xmlns:a16="http://schemas.microsoft.com/office/drawing/2014/main" id="{25871A0C-DC5F-BD66-B0E0-5250F2F47C12}"/>
              </a:ext>
            </a:extLst>
          </p:cNvPr>
          <p:cNvSpPr txBox="1"/>
          <p:nvPr/>
        </p:nvSpPr>
        <p:spPr>
          <a:xfrm>
            <a:off x="1178849"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7" name="TextBox 116">
            <a:extLst>
              <a:ext uri="{FF2B5EF4-FFF2-40B4-BE49-F238E27FC236}">
                <a16:creationId xmlns:a16="http://schemas.microsoft.com/office/drawing/2014/main" id="{77CFE764-E914-6157-3092-AA224B6B2669}"/>
              </a:ext>
            </a:extLst>
          </p:cNvPr>
          <p:cNvSpPr txBox="1"/>
          <p:nvPr/>
        </p:nvSpPr>
        <p:spPr>
          <a:xfrm>
            <a:off x="3265499"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8" name="TextBox 117">
            <a:extLst>
              <a:ext uri="{FF2B5EF4-FFF2-40B4-BE49-F238E27FC236}">
                <a16:creationId xmlns:a16="http://schemas.microsoft.com/office/drawing/2014/main" id="{B2FF7067-7925-3A00-6907-387EE082BBA4}"/>
              </a:ext>
            </a:extLst>
          </p:cNvPr>
          <p:cNvSpPr txBox="1"/>
          <p:nvPr/>
        </p:nvSpPr>
        <p:spPr>
          <a:xfrm>
            <a:off x="536167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19" name="TextBox 118">
            <a:extLst>
              <a:ext uri="{FF2B5EF4-FFF2-40B4-BE49-F238E27FC236}">
                <a16:creationId xmlns:a16="http://schemas.microsoft.com/office/drawing/2014/main" id="{B96120ED-79E3-7D0E-991C-0E2442883285}"/>
              </a:ext>
            </a:extLst>
          </p:cNvPr>
          <p:cNvSpPr txBox="1"/>
          <p:nvPr/>
        </p:nvSpPr>
        <p:spPr>
          <a:xfrm>
            <a:off x="744832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20" name="TextBox 119">
            <a:extLst>
              <a:ext uri="{FF2B5EF4-FFF2-40B4-BE49-F238E27FC236}">
                <a16:creationId xmlns:a16="http://schemas.microsoft.com/office/drawing/2014/main" id="{6C9E6726-2144-B880-B5A8-AD286D8D53C2}"/>
              </a:ext>
            </a:extLst>
          </p:cNvPr>
          <p:cNvSpPr txBox="1"/>
          <p:nvPr/>
        </p:nvSpPr>
        <p:spPr>
          <a:xfrm>
            <a:off x="9534974" y="3783151"/>
            <a:ext cx="1479474" cy="1354217"/>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p>
        </p:txBody>
      </p:sp>
      <p:sp>
        <p:nvSpPr>
          <p:cNvPr id="123" name="TextBox 122">
            <a:extLst>
              <a:ext uri="{FF2B5EF4-FFF2-40B4-BE49-F238E27FC236}">
                <a16:creationId xmlns:a16="http://schemas.microsoft.com/office/drawing/2014/main" id="{92583A0F-C56A-5A9E-E35A-E120B7F5A858}"/>
              </a:ext>
            </a:extLst>
          </p:cNvPr>
          <p:cNvSpPr txBox="1"/>
          <p:nvPr/>
        </p:nvSpPr>
        <p:spPr>
          <a:xfrm>
            <a:off x="5768506" y="2166905"/>
            <a:ext cx="654988" cy="369332"/>
          </a:xfrm>
          <a:prstGeom prst="rect">
            <a:avLst/>
          </a:prstGeom>
          <a:noFill/>
        </p:spPr>
        <p:txBody>
          <a:bodyPr wrap="square">
            <a:spAutoFit/>
          </a:bodyPr>
          <a:lstStyle/>
          <a:p>
            <a:pPr algn="ctr"/>
            <a:r>
              <a:rPr lang="en-US" sz="1800" b="1" dirty="0"/>
              <a:t>Title</a:t>
            </a:r>
            <a:endParaRPr lang="en-IN" b="1" dirty="0"/>
          </a:p>
        </p:txBody>
      </p:sp>
    </p:spTree>
    <p:extLst>
      <p:ext uri="{BB962C8B-B14F-4D97-AF65-F5344CB8AC3E}">
        <p14:creationId xmlns:p14="http://schemas.microsoft.com/office/powerpoint/2010/main" val="1217938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8D483-A822-3D9A-F394-2F48187FE52C}"/>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8C7A380B-3BF1-9826-361C-1DF40A9A1D54}"/>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9EF33DDE-BEE2-01A9-2D47-36D575BBA602}"/>
              </a:ext>
            </a:extLst>
          </p:cNvPr>
          <p:cNvSpPr>
            <a:spLocks noGrp="1"/>
          </p:cNvSpPr>
          <p:nvPr>
            <p:ph type="title"/>
          </p:nvPr>
        </p:nvSpPr>
        <p:spPr/>
        <p:txBody>
          <a:bodyPr/>
          <a:lstStyle/>
          <a:p>
            <a:r>
              <a:rPr lang="en-US" sz="1800" dirty="0"/>
              <a:t>Title</a:t>
            </a:r>
            <a:endParaRPr lang="es-MX" sz="1800" dirty="0"/>
          </a:p>
        </p:txBody>
      </p:sp>
      <p:sp>
        <p:nvSpPr>
          <p:cNvPr id="5" name="Freeform: Shape 4">
            <a:extLst>
              <a:ext uri="{FF2B5EF4-FFF2-40B4-BE49-F238E27FC236}">
                <a16:creationId xmlns:a16="http://schemas.microsoft.com/office/drawing/2014/main" id="{12B0A5DF-5F36-0CE5-712C-E53A4B88A348}"/>
              </a:ext>
            </a:extLst>
          </p:cNvPr>
          <p:cNvSpPr/>
          <p:nvPr/>
        </p:nvSpPr>
        <p:spPr>
          <a:xfrm>
            <a:off x="7436504" y="3771576"/>
            <a:ext cx="3231496" cy="2642277"/>
          </a:xfrm>
          <a:custGeom>
            <a:avLst/>
            <a:gdLst>
              <a:gd name="connsiteX0" fmla="*/ 1009910 w 1136471"/>
              <a:gd name="connsiteY0" fmla="*/ 303216 h 929251"/>
              <a:gd name="connsiteX1" fmla="*/ 841048 w 1136471"/>
              <a:gd name="connsiteY1" fmla="*/ 0 h 929251"/>
              <a:gd name="connsiteX2" fmla="*/ 0 w 1136471"/>
              <a:gd name="connsiteY2" fmla="*/ 611055 h 929251"/>
              <a:gd name="connsiteX3" fmla="*/ 97511 w 1136471"/>
              <a:gd name="connsiteY3" fmla="*/ 929252 h 929251"/>
              <a:gd name="connsiteX4" fmla="*/ 1136471 w 1136471"/>
              <a:gd name="connsiteY4" fmla="*/ 929252 h 929251"/>
              <a:gd name="connsiteX5" fmla="*/ 1009894 w 1136471"/>
              <a:gd name="connsiteY5" fmla="*/ 303216 h 92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6471" h="929251">
                <a:moveTo>
                  <a:pt x="1009910" y="303216"/>
                </a:moveTo>
                <a:cubicBezTo>
                  <a:pt x="964424" y="195671"/>
                  <a:pt x="907946" y="94326"/>
                  <a:pt x="841048" y="0"/>
                </a:cubicBezTo>
                <a:lnTo>
                  <a:pt x="0" y="611055"/>
                </a:lnTo>
                <a:cubicBezTo>
                  <a:pt x="61534" y="701933"/>
                  <a:pt x="97511" y="811472"/>
                  <a:pt x="97511" y="929252"/>
                </a:cubicBezTo>
                <a:lnTo>
                  <a:pt x="1136471" y="929252"/>
                </a:lnTo>
                <a:cubicBezTo>
                  <a:pt x="1136471" y="712415"/>
                  <a:pt x="1093892" y="501778"/>
                  <a:pt x="1009894" y="303216"/>
                </a:cubicBezTo>
                <a:close/>
              </a:path>
            </a:pathLst>
          </a:custGeom>
          <a:solidFill>
            <a:srgbClr val="9A8DC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lt1"/>
              </a:solidFill>
            </a:endParaRPr>
          </a:p>
        </p:txBody>
      </p:sp>
      <p:sp>
        <p:nvSpPr>
          <p:cNvPr id="7" name="Freeform: Shape 6">
            <a:extLst>
              <a:ext uri="{FF2B5EF4-FFF2-40B4-BE49-F238E27FC236}">
                <a16:creationId xmlns:a16="http://schemas.microsoft.com/office/drawing/2014/main" id="{434604B3-DD2E-E3C6-C096-BA40F36DF18C}"/>
              </a:ext>
            </a:extLst>
          </p:cNvPr>
          <p:cNvSpPr/>
          <p:nvPr/>
        </p:nvSpPr>
        <p:spPr>
          <a:xfrm>
            <a:off x="6647038" y="2081683"/>
            <a:ext cx="3118909" cy="3342019"/>
          </a:xfrm>
          <a:custGeom>
            <a:avLst/>
            <a:gdLst>
              <a:gd name="connsiteX0" fmla="*/ 0 w 1096876"/>
              <a:gd name="connsiteY0" fmla="*/ 988590 h 1175340"/>
              <a:gd name="connsiteX1" fmla="*/ 255859 w 1096876"/>
              <a:gd name="connsiteY1" fmla="*/ 1175341 h 1175340"/>
              <a:gd name="connsiteX2" fmla="*/ 1096877 w 1096876"/>
              <a:gd name="connsiteY2" fmla="*/ 564301 h 1175340"/>
              <a:gd name="connsiteX3" fmla="*/ 943181 w 1096876"/>
              <a:gd name="connsiteY3" fmla="*/ 386596 h 1175340"/>
              <a:gd name="connsiteX4" fmla="*/ 432251 w 1096876"/>
              <a:gd name="connsiteY4" fmla="*/ 42223 h 1175340"/>
              <a:gd name="connsiteX5" fmla="*/ 321212 w 1096876"/>
              <a:gd name="connsiteY5" fmla="*/ 0 h 1175340"/>
              <a:gd name="connsiteX6" fmla="*/ 0 w 1096876"/>
              <a:gd name="connsiteY6" fmla="*/ 988590 h 11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876" h="1175340">
                <a:moveTo>
                  <a:pt x="0" y="988590"/>
                </a:moveTo>
                <a:cubicBezTo>
                  <a:pt x="101995" y="1025650"/>
                  <a:pt x="190476" y="1091095"/>
                  <a:pt x="255859" y="1175341"/>
                </a:cubicBezTo>
                <a:lnTo>
                  <a:pt x="1096877" y="564301"/>
                </a:lnTo>
                <a:cubicBezTo>
                  <a:pt x="1050293" y="501747"/>
                  <a:pt x="999010" y="442409"/>
                  <a:pt x="943181" y="386596"/>
                </a:cubicBezTo>
                <a:cubicBezTo>
                  <a:pt x="795686" y="239100"/>
                  <a:pt x="623778" y="123222"/>
                  <a:pt x="432251" y="42223"/>
                </a:cubicBezTo>
                <a:cubicBezTo>
                  <a:pt x="395640" y="26732"/>
                  <a:pt x="358612" y="12662"/>
                  <a:pt x="321212" y="0"/>
                </a:cubicBezTo>
                <a:lnTo>
                  <a:pt x="0" y="988590"/>
                </a:lnTo>
                <a:close/>
              </a:path>
            </a:pathLst>
          </a:custGeom>
          <a:solidFill>
            <a:srgbClr val="60A6D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 name="Freeform: Shape 7">
            <a:extLst>
              <a:ext uri="{FF2B5EF4-FFF2-40B4-BE49-F238E27FC236}">
                <a16:creationId xmlns:a16="http://schemas.microsoft.com/office/drawing/2014/main" id="{ECC87258-32BC-2A94-A8C7-95B2E0DA952C}"/>
              </a:ext>
            </a:extLst>
          </p:cNvPr>
          <p:cNvSpPr/>
          <p:nvPr/>
        </p:nvSpPr>
        <p:spPr>
          <a:xfrm>
            <a:off x="4731976" y="1841830"/>
            <a:ext cx="2728089" cy="3018152"/>
          </a:xfrm>
          <a:custGeom>
            <a:avLst/>
            <a:gdLst>
              <a:gd name="connsiteX0" fmla="*/ 321212 w 959430"/>
              <a:gd name="connsiteY0" fmla="*/ 1061441 h 1061441"/>
              <a:gd name="connsiteX1" fmla="*/ 479715 w 959430"/>
              <a:gd name="connsiteY1" fmla="*/ 1038961 h 1061441"/>
              <a:gd name="connsiteX2" fmla="*/ 638219 w 959430"/>
              <a:gd name="connsiteY2" fmla="*/ 1061441 h 1061441"/>
              <a:gd name="connsiteX3" fmla="*/ 959431 w 959430"/>
              <a:gd name="connsiteY3" fmla="*/ 72866 h 1061441"/>
              <a:gd name="connsiteX4" fmla="*/ 479715 w 959430"/>
              <a:gd name="connsiteY4" fmla="*/ 0 h 1061441"/>
              <a:gd name="connsiteX5" fmla="*/ 0 w 959430"/>
              <a:gd name="connsiteY5" fmla="*/ 72866 h 1061441"/>
              <a:gd name="connsiteX6" fmla="*/ 321196 w 959430"/>
              <a:gd name="connsiteY6" fmla="*/ 1061426 h 1061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9430" h="1061441">
                <a:moveTo>
                  <a:pt x="321212" y="1061441"/>
                </a:moveTo>
                <a:cubicBezTo>
                  <a:pt x="371552" y="1046815"/>
                  <a:pt x="424737" y="1038961"/>
                  <a:pt x="479715" y="1038961"/>
                </a:cubicBezTo>
                <a:cubicBezTo>
                  <a:pt x="534694" y="1038961"/>
                  <a:pt x="587894" y="1046815"/>
                  <a:pt x="638219" y="1061441"/>
                </a:cubicBezTo>
                <a:lnTo>
                  <a:pt x="959431" y="72866"/>
                </a:lnTo>
                <a:cubicBezTo>
                  <a:pt x="804792" y="24474"/>
                  <a:pt x="644032" y="0"/>
                  <a:pt x="479715" y="0"/>
                </a:cubicBezTo>
                <a:cubicBezTo>
                  <a:pt x="315399" y="0"/>
                  <a:pt x="154638" y="24474"/>
                  <a:pt x="0" y="72866"/>
                </a:cubicBezTo>
                <a:lnTo>
                  <a:pt x="321196" y="1061426"/>
                </a:lnTo>
                <a:close/>
              </a:path>
            </a:pathLst>
          </a:custGeom>
          <a:solidFill>
            <a:srgbClr val="7E68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a:p>
        </p:txBody>
      </p:sp>
      <p:sp>
        <p:nvSpPr>
          <p:cNvPr id="9" name="Freeform: Shape 8">
            <a:extLst>
              <a:ext uri="{FF2B5EF4-FFF2-40B4-BE49-F238E27FC236}">
                <a16:creationId xmlns:a16="http://schemas.microsoft.com/office/drawing/2014/main" id="{083938B4-FBE6-897A-7899-6730B02C4EC1}"/>
              </a:ext>
            </a:extLst>
          </p:cNvPr>
          <p:cNvSpPr/>
          <p:nvPr/>
        </p:nvSpPr>
        <p:spPr>
          <a:xfrm>
            <a:off x="2426092" y="2081683"/>
            <a:ext cx="3118909" cy="3342019"/>
          </a:xfrm>
          <a:custGeom>
            <a:avLst/>
            <a:gdLst>
              <a:gd name="connsiteX0" fmla="*/ 841017 w 1096876"/>
              <a:gd name="connsiteY0" fmla="*/ 1175341 h 1175340"/>
              <a:gd name="connsiteX1" fmla="*/ 1096876 w 1096876"/>
              <a:gd name="connsiteY1" fmla="*/ 988590 h 1175340"/>
              <a:gd name="connsiteX2" fmla="*/ 775664 w 1096876"/>
              <a:gd name="connsiteY2" fmla="*/ 0 h 1175340"/>
              <a:gd name="connsiteX3" fmla="*/ 664626 w 1096876"/>
              <a:gd name="connsiteY3" fmla="*/ 42223 h 1175340"/>
              <a:gd name="connsiteX4" fmla="*/ 153695 w 1096876"/>
              <a:gd name="connsiteY4" fmla="*/ 386596 h 1175340"/>
              <a:gd name="connsiteX5" fmla="*/ 0 w 1096876"/>
              <a:gd name="connsiteY5" fmla="*/ 564301 h 1175340"/>
              <a:gd name="connsiteX6" fmla="*/ 841017 w 1096876"/>
              <a:gd name="connsiteY6" fmla="*/ 1175341 h 11753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6876" h="1175340">
                <a:moveTo>
                  <a:pt x="841017" y="1175341"/>
                </a:moveTo>
                <a:cubicBezTo>
                  <a:pt x="906400" y="1091110"/>
                  <a:pt x="994882" y="1025665"/>
                  <a:pt x="1096876" y="988590"/>
                </a:cubicBezTo>
                <a:lnTo>
                  <a:pt x="775664" y="0"/>
                </a:lnTo>
                <a:cubicBezTo>
                  <a:pt x="738265" y="12662"/>
                  <a:pt x="701237" y="26732"/>
                  <a:pt x="664626" y="42223"/>
                </a:cubicBezTo>
                <a:cubicBezTo>
                  <a:pt x="473098" y="123238"/>
                  <a:pt x="301190" y="239100"/>
                  <a:pt x="153695" y="386596"/>
                </a:cubicBezTo>
                <a:cubicBezTo>
                  <a:pt x="97866" y="442424"/>
                  <a:pt x="46583" y="501747"/>
                  <a:pt x="0" y="564301"/>
                </a:cubicBezTo>
                <a:lnTo>
                  <a:pt x="841017" y="1175341"/>
                </a:lnTo>
                <a:close/>
              </a:path>
            </a:pathLst>
          </a:custGeom>
          <a:solidFill>
            <a:srgbClr val="7D95B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0" name="Freeform: Shape 9">
            <a:extLst>
              <a:ext uri="{FF2B5EF4-FFF2-40B4-BE49-F238E27FC236}">
                <a16:creationId xmlns:a16="http://schemas.microsoft.com/office/drawing/2014/main" id="{7935498D-21ED-073D-1F1F-8DE37A331C09}"/>
              </a:ext>
            </a:extLst>
          </p:cNvPr>
          <p:cNvSpPr/>
          <p:nvPr/>
        </p:nvSpPr>
        <p:spPr>
          <a:xfrm>
            <a:off x="1524000" y="3771576"/>
            <a:ext cx="3231496" cy="2642277"/>
          </a:xfrm>
          <a:custGeom>
            <a:avLst/>
            <a:gdLst>
              <a:gd name="connsiteX0" fmla="*/ 295423 w 1136471"/>
              <a:gd name="connsiteY0" fmla="*/ 0 h 929251"/>
              <a:gd name="connsiteX1" fmla="*/ 126561 w 1136471"/>
              <a:gd name="connsiteY1" fmla="*/ 303216 h 929251"/>
              <a:gd name="connsiteX2" fmla="*/ 0 w 1136471"/>
              <a:gd name="connsiteY2" fmla="*/ 929252 h 929251"/>
              <a:gd name="connsiteX3" fmla="*/ 1038960 w 1136471"/>
              <a:gd name="connsiteY3" fmla="*/ 929252 h 929251"/>
              <a:gd name="connsiteX4" fmla="*/ 1136471 w 1136471"/>
              <a:gd name="connsiteY4" fmla="*/ 611055 h 929251"/>
              <a:gd name="connsiteX5" fmla="*/ 295423 w 1136471"/>
              <a:gd name="connsiteY5" fmla="*/ 0 h 9292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6471" h="929251">
                <a:moveTo>
                  <a:pt x="295423" y="0"/>
                </a:moveTo>
                <a:cubicBezTo>
                  <a:pt x="228525" y="94326"/>
                  <a:pt x="172047" y="195671"/>
                  <a:pt x="126561" y="303216"/>
                </a:cubicBezTo>
                <a:cubicBezTo>
                  <a:pt x="42579" y="501778"/>
                  <a:pt x="0" y="712415"/>
                  <a:pt x="0" y="929252"/>
                </a:cubicBezTo>
                <a:lnTo>
                  <a:pt x="1038960" y="929252"/>
                </a:lnTo>
                <a:cubicBezTo>
                  <a:pt x="1038960" y="811472"/>
                  <a:pt x="1074938" y="701933"/>
                  <a:pt x="1136471" y="611055"/>
                </a:cubicBezTo>
                <a:lnTo>
                  <a:pt x="295423" y="0"/>
                </a:lnTo>
                <a:close/>
              </a:path>
            </a:pathLst>
          </a:custGeom>
          <a:solidFill>
            <a:srgbClr val="B898D0"/>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85" name="Freeform: Shape 84">
            <a:extLst>
              <a:ext uri="{FF2B5EF4-FFF2-40B4-BE49-F238E27FC236}">
                <a16:creationId xmlns:a16="http://schemas.microsoft.com/office/drawing/2014/main" id="{86D6DD24-F203-66E8-F1B5-83B53C92DF95}"/>
              </a:ext>
            </a:extLst>
          </p:cNvPr>
          <p:cNvSpPr/>
          <p:nvPr/>
        </p:nvSpPr>
        <p:spPr>
          <a:xfrm>
            <a:off x="5849834" y="4551280"/>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4B2C80"/>
          </a:solidFill>
          <a:ln w="1543"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DC16BA47-0BF3-92ED-1052-337DA93A42D0}"/>
              </a:ext>
            </a:extLst>
          </p:cNvPr>
          <p:cNvSpPr/>
          <p:nvPr/>
        </p:nvSpPr>
        <p:spPr>
          <a:xfrm>
            <a:off x="5814666" y="451611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10" y="197897"/>
                  <a:pt x="197897" y="153510"/>
                  <a:pt x="197897" y="98949"/>
                </a:cubicBezTo>
                <a:cubicBezTo>
                  <a:pt x="197897" y="44388"/>
                  <a:pt x="153510"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84C51904-FE86-585C-C499-280BCCF109EB}"/>
              </a:ext>
            </a:extLst>
          </p:cNvPr>
          <p:cNvSpPr/>
          <p:nvPr/>
        </p:nvSpPr>
        <p:spPr>
          <a:xfrm>
            <a:off x="6049245" y="4732053"/>
            <a:ext cx="96890" cy="131180"/>
          </a:xfrm>
          <a:custGeom>
            <a:avLst/>
            <a:gdLst>
              <a:gd name="connsiteX0" fmla="*/ 17563 w 34075"/>
              <a:gd name="connsiteY0" fmla="*/ 46135 h 46134"/>
              <a:gd name="connsiteX1" fmla="*/ 0 w 34075"/>
              <a:gd name="connsiteY1" fmla="*/ 34508 h 46134"/>
              <a:gd name="connsiteX2" fmla="*/ 9647 w 34075"/>
              <a:gd name="connsiteY2" fmla="*/ 31973 h 46134"/>
              <a:gd name="connsiteX3" fmla="*/ 17069 w 34075"/>
              <a:gd name="connsiteY3" fmla="*/ 37415 h 46134"/>
              <a:gd name="connsiteX4" fmla="*/ 23439 w 34075"/>
              <a:gd name="connsiteY4" fmla="*/ 31849 h 46134"/>
              <a:gd name="connsiteX5" fmla="*/ 14533 w 34075"/>
              <a:gd name="connsiteY5" fmla="*/ 26098 h 46134"/>
              <a:gd name="connsiteX6" fmla="*/ 11750 w 34075"/>
              <a:gd name="connsiteY6" fmla="*/ 26098 h 46134"/>
              <a:gd name="connsiteX7" fmla="*/ 11750 w 34075"/>
              <a:gd name="connsiteY7" fmla="*/ 18491 h 46134"/>
              <a:gd name="connsiteX8" fmla="*/ 14781 w 34075"/>
              <a:gd name="connsiteY8" fmla="*/ 18491 h 46134"/>
              <a:gd name="connsiteX9" fmla="*/ 22449 w 34075"/>
              <a:gd name="connsiteY9" fmla="*/ 13296 h 46134"/>
              <a:gd name="connsiteX10" fmla="*/ 16945 w 34075"/>
              <a:gd name="connsiteY10" fmla="*/ 8472 h 46134"/>
              <a:gd name="connsiteX11" fmla="*/ 10946 w 34075"/>
              <a:gd name="connsiteY11" fmla="*/ 13358 h 46134"/>
              <a:gd name="connsiteX12" fmla="*/ 1299 w 34075"/>
              <a:gd name="connsiteY12" fmla="*/ 11132 h 46134"/>
              <a:gd name="connsiteX13" fmla="*/ 17625 w 34075"/>
              <a:gd name="connsiteY13" fmla="*/ 0 h 46134"/>
              <a:gd name="connsiteX14" fmla="*/ 33024 w 34075"/>
              <a:gd name="connsiteY14" fmla="*/ 12369 h 46134"/>
              <a:gd name="connsiteX15" fmla="*/ 25665 w 34075"/>
              <a:gd name="connsiteY15" fmla="*/ 21892 h 46134"/>
              <a:gd name="connsiteX16" fmla="*/ 25665 w 34075"/>
              <a:gd name="connsiteY16" fmla="*/ 22078 h 46134"/>
              <a:gd name="connsiteX17" fmla="*/ 34075 w 34075"/>
              <a:gd name="connsiteY17" fmla="*/ 32220 h 46134"/>
              <a:gd name="connsiteX18" fmla="*/ 17563 w 34075"/>
              <a:gd name="connsiteY18" fmla="*/ 46135 h 46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4075" h="46134">
                <a:moveTo>
                  <a:pt x="17563" y="46135"/>
                </a:moveTo>
                <a:cubicBezTo>
                  <a:pt x="9586" y="46135"/>
                  <a:pt x="2350" y="42672"/>
                  <a:pt x="0" y="34508"/>
                </a:cubicBezTo>
                <a:lnTo>
                  <a:pt x="9647" y="31973"/>
                </a:lnTo>
                <a:cubicBezTo>
                  <a:pt x="10451" y="34879"/>
                  <a:pt x="13111" y="37415"/>
                  <a:pt x="17069" y="37415"/>
                </a:cubicBezTo>
                <a:cubicBezTo>
                  <a:pt x="20037" y="37415"/>
                  <a:pt x="23439" y="35931"/>
                  <a:pt x="23439" y="31849"/>
                </a:cubicBezTo>
                <a:cubicBezTo>
                  <a:pt x="23439" y="27396"/>
                  <a:pt x="18862" y="26098"/>
                  <a:pt x="14533" y="26098"/>
                </a:cubicBezTo>
                <a:lnTo>
                  <a:pt x="11750" y="26098"/>
                </a:lnTo>
                <a:lnTo>
                  <a:pt x="11750" y="18491"/>
                </a:lnTo>
                <a:lnTo>
                  <a:pt x="14781" y="18491"/>
                </a:lnTo>
                <a:cubicBezTo>
                  <a:pt x="18676" y="18491"/>
                  <a:pt x="22449" y="17502"/>
                  <a:pt x="22449" y="13296"/>
                </a:cubicBezTo>
                <a:cubicBezTo>
                  <a:pt x="22449" y="10142"/>
                  <a:pt x="19790" y="8472"/>
                  <a:pt x="16945" y="8472"/>
                </a:cubicBezTo>
                <a:cubicBezTo>
                  <a:pt x="14100" y="8472"/>
                  <a:pt x="11626" y="10390"/>
                  <a:pt x="10946" y="13358"/>
                </a:cubicBezTo>
                <a:lnTo>
                  <a:pt x="1299" y="11132"/>
                </a:lnTo>
                <a:cubicBezTo>
                  <a:pt x="3401" y="3772"/>
                  <a:pt x="10328" y="0"/>
                  <a:pt x="17625" y="0"/>
                </a:cubicBezTo>
                <a:cubicBezTo>
                  <a:pt x="25356" y="0"/>
                  <a:pt x="33024" y="3958"/>
                  <a:pt x="33024" y="12369"/>
                </a:cubicBezTo>
                <a:cubicBezTo>
                  <a:pt x="33024" y="17192"/>
                  <a:pt x="29932" y="20779"/>
                  <a:pt x="25665" y="21892"/>
                </a:cubicBezTo>
                <a:lnTo>
                  <a:pt x="25665" y="22078"/>
                </a:lnTo>
                <a:cubicBezTo>
                  <a:pt x="30612" y="23253"/>
                  <a:pt x="34075" y="27335"/>
                  <a:pt x="34075" y="32220"/>
                </a:cubicBezTo>
                <a:cubicBezTo>
                  <a:pt x="34075" y="41806"/>
                  <a:pt x="25603" y="46135"/>
                  <a:pt x="17563" y="46135"/>
                </a:cubicBezTo>
                <a:close/>
              </a:path>
            </a:pathLst>
          </a:custGeom>
          <a:solidFill>
            <a:schemeClr val="bg1"/>
          </a:solidFill>
          <a:ln w="1543" cap="flat">
            <a:noFill/>
            <a:prstDash val="solid"/>
            <a:miter/>
          </a:ln>
        </p:spPr>
        <p:txBody>
          <a:bodyPr rtlCol="0" anchor="ctr"/>
          <a:lstStyle/>
          <a:p>
            <a:endParaRPr lang="en-IN"/>
          </a:p>
        </p:txBody>
      </p:sp>
      <p:sp>
        <p:nvSpPr>
          <p:cNvPr id="83" name="Freeform: Shape 82">
            <a:extLst>
              <a:ext uri="{FF2B5EF4-FFF2-40B4-BE49-F238E27FC236}">
                <a16:creationId xmlns:a16="http://schemas.microsoft.com/office/drawing/2014/main" id="{7C6D9B60-999A-9246-F4B1-F4B3418BDB41}"/>
              </a:ext>
            </a:extLst>
          </p:cNvPr>
          <p:cNvSpPr/>
          <p:nvPr/>
        </p:nvSpPr>
        <p:spPr>
          <a:xfrm>
            <a:off x="4303171" y="5692004"/>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9464B8"/>
          </a:solidFill>
          <a:ln w="1543"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10D544DB-3A62-DE3D-4AF2-C21D98FAC909}"/>
              </a:ext>
            </a:extLst>
          </p:cNvPr>
          <p:cNvSpPr/>
          <p:nvPr/>
        </p:nvSpPr>
        <p:spPr>
          <a:xfrm>
            <a:off x="4268004" y="565683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E5D83F14-05CC-E937-4194-5660E98848D5}"/>
              </a:ext>
            </a:extLst>
          </p:cNvPr>
          <p:cNvSpPr/>
          <p:nvPr/>
        </p:nvSpPr>
        <p:spPr>
          <a:xfrm>
            <a:off x="4508210" y="5876114"/>
            <a:ext cx="68052" cy="124498"/>
          </a:xfrm>
          <a:custGeom>
            <a:avLst/>
            <a:gdLst>
              <a:gd name="connsiteX0" fmla="*/ 13544 w 23933"/>
              <a:gd name="connsiteY0" fmla="*/ 43785 h 43784"/>
              <a:gd name="connsiteX1" fmla="*/ 13544 w 23933"/>
              <a:gd name="connsiteY1" fmla="*/ 11627 h 43784"/>
              <a:gd name="connsiteX2" fmla="*/ 5380 w 23933"/>
              <a:gd name="connsiteY2" fmla="*/ 17935 h 43784"/>
              <a:gd name="connsiteX3" fmla="*/ 0 w 23933"/>
              <a:gd name="connsiteY3" fmla="*/ 10575 h 43784"/>
              <a:gd name="connsiteX4" fmla="*/ 14409 w 23933"/>
              <a:gd name="connsiteY4" fmla="*/ 0 h 43784"/>
              <a:gd name="connsiteX5" fmla="*/ 23933 w 23933"/>
              <a:gd name="connsiteY5" fmla="*/ 0 h 43784"/>
              <a:gd name="connsiteX6" fmla="*/ 23933 w 23933"/>
              <a:gd name="connsiteY6" fmla="*/ 43785 h 43784"/>
              <a:gd name="connsiteX7" fmla="*/ 13544 w 23933"/>
              <a:gd name="connsiteY7" fmla="*/ 43785 h 43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933" h="43784">
                <a:moveTo>
                  <a:pt x="13544" y="43785"/>
                </a:moveTo>
                <a:lnTo>
                  <a:pt x="13544" y="11627"/>
                </a:lnTo>
                <a:lnTo>
                  <a:pt x="5380" y="17935"/>
                </a:lnTo>
                <a:lnTo>
                  <a:pt x="0" y="10575"/>
                </a:lnTo>
                <a:lnTo>
                  <a:pt x="14409" y="0"/>
                </a:lnTo>
                <a:lnTo>
                  <a:pt x="23933" y="0"/>
                </a:lnTo>
                <a:lnTo>
                  <a:pt x="23933" y="43785"/>
                </a:lnTo>
                <a:lnTo>
                  <a:pt x="13544" y="43785"/>
                </a:lnTo>
                <a:close/>
              </a:path>
            </a:pathLst>
          </a:custGeom>
          <a:solidFill>
            <a:schemeClr val="bg1"/>
          </a:solidFill>
          <a:ln w="1543" cap="flat">
            <a:noFill/>
            <a:prstDash val="solid"/>
            <a:miter/>
          </a:ln>
        </p:spPr>
        <p:txBody>
          <a:bodyPr rtlCol="0" anchor="ctr"/>
          <a:lstStyle/>
          <a:p>
            <a:endParaRPr lang="en-IN"/>
          </a:p>
        </p:txBody>
      </p:sp>
      <p:sp>
        <p:nvSpPr>
          <p:cNvPr id="81" name="Freeform: Shape 80">
            <a:extLst>
              <a:ext uri="{FF2B5EF4-FFF2-40B4-BE49-F238E27FC236}">
                <a16:creationId xmlns:a16="http://schemas.microsoft.com/office/drawing/2014/main" id="{CD04A774-D721-BE0A-2981-0E0843BF9D33}"/>
              </a:ext>
            </a:extLst>
          </p:cNvPr>
          <p:cNvSpPr/>
          <p:nvPr/>
        </p:nvSpPr>
        <p:spPr>
          <a:xfrm>
            <a:off x="7393684" y="5692004"/>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6754AD"/>
          </a:solidFill>
          <a:ln w="1543" cap="flat">
            <a:noFill/>
            <a:prstDash val="solid"/>
            <a:miter/>
          </a:ln>
        </p:spPr>
        <p:txBody>
          <a:bodyPr rtlCol="0" anchor="ctr"/>
          <a:lstStyle/>
          <a:p>
            <a:endParaRPr lang="en-IN"/>
          </a:p>
        </p:txBody>
      </p:sp>
      <p:sp>
        <p:nvSpPr>
          <p:cNvPr id="82" name="Freeform: Shape 81">
            <a:extLst>
              <a:ext uri="{FF2B5EF4-FFF2-40B4-BE49-F238E27FC236}">
                <a16:creationId xmlns:a16="http://schemas.microsoft.com/office/drawing/2014/main" id="{47E61F99-78EE-3104-4874-9C034E95AF29}"/>
              </a:ext>
            </a:extLst>
          </p:cNvPr>
          <p:cNvSpPr/>
          <p:nvPr/>
        </p:nvSpPr>
        <p:spPr>
          <a:xfrm>
            <a:off x="7358517" y="5656833"/>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6E695071-0B02-A799-60D5-E19175B48861}"/>
              </a:ext>
            </a:extLst>
          </p:cNvPr>
          <p:cNvSpPr/>
          <p:nvPr/>
        </p:nvSpPr>
        <p:spPr>
          <a:xfrm>
            <a:off x="7594457" y="5876114"/>
            <a:ext cx="95307" cy="127838"/>
          </a:xfrm>
          <a:custGeom>
            <a:avLst/>
            <a:gdLst>
              <a:gd name="connsiteX0" fmla="*/ 16636 w 33518"/>
              <a:gd name="connsiteY0" fmla="*/ 44960 h 44959"/>
              <a:gd name="connsiteX1" fmla="*/ 0 w 33518"/>
              <a:gd name="connsiteY1" fmla="*/ 33828 h 44959"/>
              <a:gd name="connsiteX2" fmla="*/ 9462 w 33518"/>
              <a:gd name="connsiteY2" fmla="*/ 30921 h 44959"/>
              <a:gd name="connsiteX3" fmla="*/ 16512 w 33518"/>
              <a:gd name="connsiteY3" fmla="*/ 36178 h 44959"/>
              <a:gd name="connsiteX4" fmla="*/ 23067 w 33518"/>
              <a:gd name="connsiteY4" fmla="*/ 29808 h 44959"/>
              <a:gd name="connsiteX5" fmla="*/ 14100 w 33518"/>
              <a:gd name="connsiteY5" fmla="*/ 23129 h 44959"/>
              <a:gd name="connsiteX6" fmla="*/ 3401 w 33518"/>
              <a:gd name="connsiteY6" fmla="*/ 25046 h 44959"/>
              <a:gd name="connsiteX7" fmla="*/ 4453 w 33518"/>
              <a:gd name="connsiteY7" fmla="*/ 0 h 44959"/>
              <a:gd name="connsiteX8" fmla="*/ 31292 w 33518"/>
              <a:gd name="connsiteY8" fmla="*/ 0 h 44959"/>
              <a:gd name="connsiteX9" fmla="*/ 31292 w 33518"/>
              <a:gd name="connsiteY9" fmla="*/ 8905 h 44959"/>
              <a:gd name="connsiteX10" fmla="*/ 13667 w 33518"/>
              <a:gd name="connsiteY10" fmla="*/ 8905 h 44959"/>
              <a:gd name="connsiteX11" fmla="*/ 13296 w 33518"/>
              <a:gd name="connsiteY11" fmla="*/ 15832 h 44959"/>
              <a:gd name="connsiteX12" fmla="*/ 17687 w 33518"/>
              <a:gd name="connsiteY12" fmla="*/ 15399 h 44959"/>
              <a:gd name="connsiteX13" fmla="*/ 33519 w 33518"/>
              <a:gd name="connsiteY13" fmla="*/ 29314 h 44959"/>
              <a:gd name="connsiteX14" fmla="*/ 16636 w 33518"/>
              <a:gd name="connsiteY14" fmla="*/ 44960 h 4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3518" h="44959">
                <a:moveTo>
                  <a:pt x="16636" y="44960"/>
                </a:moveTo>
                <a:cubicBezTo>
                  <a:pt x="8658" y="44960"/>
                  <a:pt x="2041" y="40754"/>
                  <a:pt x="0" y="33828"/>
                </a:cubicBezTo>
                <a:lnTo>
                  <a:pt x="9462" y="30921"/>
                </a:lnTo>
                <a:cubicBezTo>
                  <a:pt x="10390" y="33952"/>
                  <a:pt x="13111" y="36178"/>
                  <a:pt x="16512" y="36178"/>
                </a:cubicBezTo>
                <a:cubicBezTo>
                  <a:pt x="19913" y="36178"/>
                  <a:pt x="23067" y="34014"/>
                  <a:pt x="23067" y="29808"/>
                </a:cubicBezTo>
                <a:cubicBezTo>
                  <a:pt x="23067" y="24613"/>
                  <a:pt x="18367" y="23129"/>
                  <a:pt x="14100" y="23129"/>
                </a:cubicBezTo>
                <a:cubicBezTo>
                  <a:pt x="11008" y="23129"/>
                  <a:pt x="6494" y="23933"/>
                  <a:pt x="3401" y="25046"/>
                </a:cubicBezTo>
                <a:lnTo>
                  <a:pt x="4453" y="0"/>
                </a:lnTo>
                <a:lnTo>
                  <a:pt x="31292" y="0"/>
                </a:lnTo>
                <a:lnTo>
                  <a:pt x="31292" y="8905"/>
                </a:lnTo>
                <a:lnTo>
                  <a:pt x="13667" y="8905"/>
                </a:lnTo>
                <a:lnTo>
                  <a:pt x="13296" y="15832"/>
                </a:lnTo>
                <a:cubicBezTo>
                  <a:pt x="14595" y="15523"/>
                  <a:pt x="16388" y="15399"/>
                  <a:pt x="17687" y="15399"/>
                </a:cubicBezTo>
                <a:cubicBezTo>
                  <a:pt x="26469" y="15399"/>
                  <a:pt x="33519" y="20099"/>
                  <a:pt x="33519" y="29314"/>
                </a:cubicBezTo>
                <a:cubicBezTo>
                  <a:pt x="33519" y="39951"/>
                  <a:pt x="25232" y="44960"/>
                  <a:pt x="16636" y="44960"/>
                </a:cubicBezTo>
                <a:close/>
              </a:path>
            </a:pathLst>
          </a:custGeom>
          <a:solidFill>
            <a:schemeClr val="bg1"/>
          </a:solidFill>
          <a:ln w="1543" cap="flat">
            <a:noFill/>
            <a:prstDash val="solid"/>
            <a:miter/>
          </a:ln>
        </p:spPr>
        <p:txBody>
          <a:bodyPr rtlCol="0" anchor="ctr"/>
          <a:lstStyle/>
          <a:p>
            <a:endParaRPr lang="en-IN"/>
          </a:p>
        </p:txBody>
      </p:sp>
      <p:sp>
        <p:nvSpPr>
          <p:cNvPr id="79" name="Freeform: Shape 78">
            <a:extLst>
              <a:ext uri="{FF2B5EF4-FFF2-40B4-BE49-F238E27FC236}">
                <a16:creationId xmlns:a16="http://schemas.microsoft.com/office/drawing/2014/main" id="{673A1203-99FF-1B7D-5EF7-3D8C45F94068}"/>
              </a:ext>
            </a:extLst>
          </p:cNvPr>
          <p:cNvSpPr/>
          <p:nvPr/>
        </p:nvSpPr>
        <p:spPr>
          <a:xfrm>
            <a:off x="4892129" y="4862442"/>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496AA4"/>
          </a:solidFill>
          <a:ln w="1543"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821FC14B-FB49-E75D-6DD4-D46D5AD3A656}"/>
              </a:ext>
            </a:extLst>
          </p:cNvPr>
          <p:cNvSpPr/>
          <p:nvPr/>
        </p:nvSpPr>
        <p:spPr>
          <a:xfrm>
            <a:off x="4856959" y="4827275"/>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4230CF15-859E-8041-1017-0C8D66DFDC4E}"/>
              </a:ext>
            </a:extLst>
          </p:cNvPr>
          <p:cNvSpPr/>
          <p:nvPr/>
        </p:nvSpPr>
        <p:spPr>
          <a:xfrm>
            <a:off x="5095231" y="5043214"/>
            <a:ext cx="92671" cy="127838"/>
          </a:xfrm>
          <a:custGeom>
            <a:avLst/>
            <a:gdLst>
              <a:gd name="connsiteX0" fmla="*/ 928 w 32591"/>
              <a:gd name="connsiteY0" fmla="*/ 44960 h 44959"/>
              <a:gd name="connsiteX1" fmla="*/ 928 w 32591"/>
              <a:gd name="connsiteY1" fmla="*/ 36302 h 44959"/>
              <a:gd name="connsiteX2" fmla="*/ 17996 w 32591"/>
              <a:gd name="connsiteY2" fmla="*/ 20841 h 44959"/>
              <a:gd name="connsiteX3" fmla="*/ 21583 w 32591"/>
              <a:gd name="connsiteY3" fmla="*/ 14100 h 44959"/>
              <a:gd name="connsiteX4" fmla="*/ 16141 w 32591"/>
              <a:gd name="connsiteY4" fmla="*/ 8844 h 44959"/>
              <a:gd name="connsiteX5" fmla="*/ 9957 w 32591"/>
              <a:gd name="connsiteY5" fmla="*/ 15461 h 44959"/>
              <a:gd name="connsiteX6" fmla="*/ 0 w 32591"/>
              <a:gd name="connsiteY6" fmla="*/ 14100 h 44959"/>
              <a:gd name="connsiteX7" fmla="*/ 16698 w 32591"/>
              <a:gd name="connsiteY7" fmla="*/ 0 h 44959"/>
              <a:gd name="connsiteX8" fmla="*/ 32529 w 32591"/>
              <a:gd name="connsiteY8" fmla="*/ 13420 h 44959"/>
              <a:gd name="connsiteX9" fmla="*/ 24861 w 32591"/>
              <a:gd name="connsiteY9" fmla="*/ 26902 h 44959"/>
              <a:gd name="connsiteX10" fmla="*/ 14719 w 32591"/>
              <a:gd name="connsiteY10" fmla="*/ 35931 h 44959"/>
              <a:gd name="connsiteX11" fmla="*/ 32591 w 32591"/>
              <a:gd name="connsiteY11" fmla="*/ 35931 h 44959"/>
              <a:gd name="connsiteX12" fmla="*/ 32591 w 32591"/>
              <a:gd name="connsiteY12" fmla="*/ 44960 h 44959"/>
              <a:gd name="connsiteX13" fmla="*/ 928 w 32591"/>
              <a:gd name="connsiteY13" fmla="*/ 44960 h 4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2591" h="44959">
                <a:moveTo>
                  <a:pt x="928" y="44960"/>
                </a:moveTo>
                <a:lnTo>
                  <a:pt x="928" y="36302"/>
                </a:lnTo>
                <a:lnTo>
                  <a:pt x="17996" y="20841"/>
                </a:lnTo>
                <a:cubicBezTo>
                  <a:pt x="20161" y="18800"/>
                  <a:pt x="21583" y="16759"/>
                  <a:pt x="21583" y="14100"/>
                </a:cubicBezTo>
                <a:cubicBezTo>
                  <a:pt x="21583" y="11008"/>
                  <a:pt x="19419" y="8844"/>
                  <a:pt x="16141" y="8844"/>
                </a:cubicBezTo>
                <a:cubicBezTo>
                  <a:pt x="12678" y="8844"/>
                  <a:pt x="10390" y="11565"/>
                  <a:pt x="9957" y="15461"/>
                </a:cubicBezTo>
                <a:lnTo>
                  <a:pt x="0" y="14100"/>
                </a:lnTo>
                <a:cubicBezTo>
                  <a:pt x="990" y="5257"/>
                  <a:pt x="8163" y="0"/>
                  <a:pt x="16698" y="0"/>
                </a:cubicBezTo>
                <a:cubicBezTo>
                  <a:pt x="24737" y="0"/>
                  <a:pt x="32529" y="4267"/>
                  <a:pt x="32529" y="13420"/>
                </a:cubicBezTo>
                <a:cubicBezTo>
                  <a:pt x="32529" y="19666"/>
                  <a:pt x="28881" y="23315"/>
                  <a:pt x="24861" y="26902"/>
                </a:cubicBezTo>
                <a:lnTo>
                  <a:pt x="14719" y="35931"/>
                </a:lnTo>
                <a:lnTo>
                  <a:pt x="32591" y="35931"/>
                </a:lnTo>
                <a:lnTo>
                  <a:pt x="32591" y="44960"/>
                </a:lnTo>
                <a:lnTo>
                  <a:pt x="928" y="44960"/>
                </a:lnTo>
                <a:close/>
              </a:path>
            </a:pathLst>
          </a:custGeom>
          <a:solidFill>
            <a:schemeClr val="bg1"/>
          </a:solidFill>
          <a:ln w="1543"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AFAAEF99-9ECD-4DA1-EFE0-DEBB11DDABD3}"/>
              </a:ext>
            </a:extLst>
          </p:cNvPr>
          <p:cNvSpPr/>
          <p:nvPr/>
        </p:nvSpPr>
        <p:spPr>
          <a:xfrm>
            <a:off x="6808335" y="4862442"/>
            <a:ext cx="492372" cy="492372"/>
          </a:xfrm>
          <a:custGeom>
            <a:avLst/>
            <a:gdLst>
              <a:gd name="connsiteX0" fmla="*/ 173160 w 173160"/>
              <a:gd name="connsiteY0" fmla="*/ 86580 h 173160"/>
              <a:gd name="connsiteX1" fmla="*/ 86580 w 173160"/>
              <a:gd name="connsiteY1" fmla="*/ 173160 h 173160"/>
              <a:gd name="connsiteX2" fmla="*/ 0 w 173160"/>
              <a:gd name="connsiteY2" fmla="*/ 86580 h 173160"/>
              <a:gd name="connsiteX3" fmla="*/ 86580 w 173160"/>
              <a:gd name="connsiteY3" fmla="*/ 0 h 173160"/>
              <a:gd name="connsiteX4" fmla="*/ 173160 w 173160"/>
              <a:gd name="connsiteY4" fmla="*/ 86580 h 173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3160" h="173160">
                <a:moveTo>
                  <a:pt x="173160" y="86580"/>
                </a:moveTo>
                <a:cubicBezTo>
                  <a:pt x="173160" y="134397"/>
                  <a:pt x="134397" y="173160"/>
                  <a:pt x="86580" y="173160"/>
                </a:cubicBezTo>
                <a:cubicBezTo>
                  <a:pt x="38763" y="173160"/>
                  <a:pt x="0" y="134397"/>
                  <a:pt x="0" y="86580"/>
                </a:cubicBezTo>
                <a:cubicBezTo>
                  <a:pt x="0" y="38763"/>
                  <a:pt x="38763" y="0"/>
                  <a:pt x="86580" y="0"/>
                </a:cubicBezTo>
                <a:cubicBezTo>
                  <a:pt x="134397" y="0"/>
                  <a:pt x="173160" y="38763"/>
                  <a:pt x="173160" y="86580"/>
                </a:cubicBezTo>
                <a:close/>
              </a:path>
            </a:pathLst>
          </a:custGeom>
          <a:solidFill>
            <a:srgbClr val="2082C8"/>
          </a:solidFill>
          <a:ln w="1543"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110B0F2D-BDA0-A12D-E445-64F84700B2B7}"/>
              </a:ext>
            </a:extLst>
          </p:cNvPr>
          <p:cNvSpPr/>
          <p:nvPr/>
        </p:nvSpPr>
        <p:spPr>
          <a:xfrm>
            <a:off x="6773164" y="4827275"/>
            <a:ext cx="562710" cy="562710"/>
          </a:xfrm>
          <a:custGeom>
            <a:avLst/>
            <a:gdLst>
              <a:gd name="connsiteX0" fmla="*/ 98949 w 197897"/>
              <a:gd name="connsiteY0" fmla="*/ 0 h 197897"/>
              <a:gd name="connsiteX1" fmla="*/ 0 w 197897"/>
              <a:gd name="connsiteY1" fmla="*/ 98949 h 197897"/>
              <a:gd name="connsiteX2" fmla="*/ 98949 w 197897"/>
              <a:gd name="connsiteY2" fmla="*/ 197897 h 197897"/>
              <a:gd name="connsiteX3" fmla="*/ 197897 w 197897"/>
              <a:gd name="connsiteY3" fmla="*/ 98949 h 197897"/>
              <a:gd name="connsiteX4" fmla="*/ 98949 w 197897"/>
              <a:gd name="connsiteY4" fmla="*/ 0 h 197897"/>
              <a:gd name="connsiteX5" fmla="*/ 98949 w 197897"/>
              <a:gd name="connsiteY5" fmla="*/ 173160 h 197897"/>
              <a:gd name="connsiteX6" fmla="*/ 24737 w 197897"/>
              <a:gd name="connsiteY6" fmla="*/ 98949 h 197897"/>
              <a:gd name="connsiteX7" fmla="*/ 98949 w 197897"/>
              <a:gd name="connsiteY7" fmla="*/ 24737 h 197897"/>
              <a:gd name="connsiteX8" fmla="*/ 173160 w 197897"/>
              <a:gd name="connsiteY8" fmla="*/ 98949 h 197897"/>
              <a:gd name="connsiteX9" fmla="*/ 98949 w 197897"/>
              <a:gd name="connsiteY9" fmla="*/ 173160 h 197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897" h="197897">
                <a:moveTo>
                  <a:pt x="98949" y="0"/>
                </a:moveTo>
                <a:cubicBezTo>
                  <a:pt x="44388" y="0"/>
                  <a:pt x="0" y="44388"/>
                  <a:pt x="0" y="98949"/>
                </a:cubicBezTo>
                <a:cubicBezTo>
                  <a:pt x="0" y="153510"/>
                  <a:pt x="44388" y="197897"/>
                  <a:pt x="98949" y="197897"/>
                </a:cubicBezTo>
                <a:cubicBezTo>
                  <a:pt x="153509" y="197897"/>
                  <a:pt x="197897" y="153510"/>
                  <a:pt x="197897" y="98949"/>
                </a:cubicBezTo>
                <a:cubicBezTo>
                  <a:pt x="197897" y="44388"/>
                  <a:pt x="153509" y="0"/>
                  <a:pt x="98949" y="0"/>
                </a:cubicBezTo>
                <a:close/>
                <a:moveTo>
                  <a:pt x="98949" y="173160"/>
                </a:moveTo>
                <a:cubicBezTo>
                  <a:pt x="57962" y="173160"/>
                  <a:pt x="24737" y="139935"/>
                  <a:pt x="24737" y="98949"/>
                </a:cubicBezTo>
                <a:cubicBezTo>
                  <a:pt x="24737" y="57962"/>
                  <a:pt x="57962" y="24737"/>
                  <a:pt x="98949" y="24737"/>
                </a:cubicBezTo>
                <a:cubicBezTo>
                  <a:pt x="139935" y="24737"/>
                  <a:pt x="173160" y="57962"/>
                  <a:pt x="173160" y="98949"/>
                </a:cubicBezTo>
                <a:cubicBezTo>
                  <a:pt x="173160" y="139935"/>
                  <a:pt x="139935" y="173160"/>
                  <a:pt x="98949" y="173160"/>
                </a:cubicBezTo>
                <a:close/>
              </a:path>
            </a:pathLst>
          </a:custGeom>
          <a:solidFill>
            <a:srgbClr val="FFFFFF"/>
          </a:solidFill>
          <a:ln w="1543" cap="flat">
            <a:noFill/>
            <a:prstDash val="solid"/>
            <a:miter/>
          </a:ln>
        </p:spPr>
        <p:txBody>
          <a:bodyPr rtlCol="0" anchor="ctr"/>
          <a:lstStyle/>
          <a:p>
            <a:endParaRPr lang="en-IN"/>
          </a:p>
        </p:txBody>
      </p:sp>
      <p:sp>
        <p:nvSpPr>
          <p:cNvPr id="68" name="Freeform: Shape 67">
            <a:extLst>
              <a:ext uri="{FF2B5EF4-FFF2-40B4-BE49-F238E27FC236}">
                <a16:creationId xmlns:a16="http://schemas.microsoft.com/office/drawing/2014/main" id="{CDCEE7F0-0BD4-1D50-10E1-587FCFA987BB}"/>
              </a:ext>
            </a:extLst>
          </p:cNvPr>
          <p:cNvSpPr/>
          <p:nvPr/>
        </p:nvSpPr>
        <p:spPr>
          <a:xfrm>
            <a:off x="7002116" y="5046556"/>
            <a:ext cx="103220" cy="124498"/>
          </a:xfrm>
          <a:custGeom>
            <a:avLst/>
            <a:gdLst>
              <a:gd name="connsiteX0" fmla="*/ 30303 w 36301"/>
              <a:gd name="connsiteY0" fmla="*/ 35251 h 43784"/>
              <a:gd name="connsiteX1" fmla="*/ 30303 w 36301"/>
              <a:gd name="connsiteY1" fmla="*/ 43785 h 43784"/>
              <a:gd name="connsiteX2" fmla="*/ 20594 w 36301"/>
              <a:gd name="connsiteY2" fmla="*/ 43785 h 43784"/>
              <a:gd name="connsiteX3" fmla="*/ 20594 w 36301"/>
              <a:gd name="connsiteY3" fmla="*/ 35251 h 43784"/>
              <a:gd name="connsiteX4" fmla="*/ 0 w 36301"/>
              <a:gd name="connsiteY4" fmla="*/ 35251 h 43784"/>
              <a:gd name="connsiteX5" fmla="*/ 0 w 36301"/>
              <a:gd name="connsiteY5" fmla="*/ 26531 h 43784"/>
              <a:gd name="connsiteX6" fmla="*/ 17811 w 36301"/>
              <a:gd name="connsiteY6" fmla="*/ 0 h 43784"/>
              <a:gd name="connsiteX7" fmla="*/ 30241 w 36301"/>
              <a:gd name="connsiteY7" fmla="*/ 0 h 43784"/>
              <a:gd name="connsiteX8" fmla="*/ 30241 w 36301"/>
              <a:gd name="connsiteY8" fmla="*/ 26840 h 43784"/>
              <a:gd name="connsiteX9" fmla="*/ 36302 w 36301"/>
              <a:gd name="connsiteY9" fmla="*/ 26840 h 43784"/>
              <a:gd name="connsiteX10" fmla="*/ 36302 w 36301"/>
              <a:gd name="connsiteY10" fmla="*/ 35251 h 43784"/>
              <a:gd name="connsiteX11" fmla="*/ 30303 w 36301"/>
              <a:gd name="connsiteY11" fmla="*/ 35251 h 43784"/>
              <a:gd name="connsiteX12" fmla="*/ 20656 w 36301"/>
              <a:gd name="connsiteY12" fmla="*/ 10637 h 43784"/>
              <a:gd name="connsiteX13" fmla="*/ 20470 w 36301"/>
              <a:gd name="connsiteY13" fmla="*/ 10637 h 43784"/>
              <a:gd name="connsiteX14" fmla="*/ 10080 w 36301"/>
              <a:gd name="connsiteY14" fmla="*/ 26840 h 43784"/>
              <a:gd name="connsiteX15" fmla="*/ 20656 w 36301"/>
              <a:gd name="connsiteY15" fmla="*/ 26840 h 43784"/>
              <a:gd name="connsiteX16" fmla="*/ 20656 w 36301"/>
              <a:gd name="connsiteY16" fmla="*/ 10637 h 43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301" h="43784">
                <a:moveTo>
                  <a:pt x="30303" y="35251"/>
                </a:moveTo>
                <a:lnTo>
                  <a:pt x="30303" y="43785"/>
                </a:lnTo>
                <a:lnTo>
                  <a:pt x="20594" y="43785"/>
                </a:lnTo>
                <a:lnTo>
                  <a:pt x="20594" y="35251"/>
                </a:lnTo>
                <a:lnTo>
                  <a:pt x="0" y="35251"/>
                </a:lnTo>
                <a:lnTo>
                  <a:pt x="0" y="26531"/>
                </a:lnTo>
                <a:lnTo>
                  <a:pt x="17811" y="0"/>
                </a:lnTo>
                <a:lnTo>
                  <a:pt x="30241" y="0"/>
                </a:lnTo>
                <a:lnTo>
                  <a:pt x="30241" y="26840"/>
                </a:lnTo>
                <a:lnTo>
                  <a:pt x="36302" y="26840"/>
                </a:lnTo>
                <a:lnTo>
                  <a:pt x="36302" y="35251"/>
                </a:lnTo>
                <a:lnTo>
                  <a:pt x="30303" y="35251"/>
                </a:lnTo>
                <a:close/>
                <a:moveTo>
                  <a:pt x="20656" y="10637"/>
                </a:moveTo>
                <a:lnTo>
                  <a:pt x="20470" y="10637"/>
                </a:lnTo>
                <a:lnTo>
                  <a:pt x="10080" y="26840"/>
                </a:lnTo>
                <a:lnTo>
                  <a:pt x="20656" y="26840"/>
                </a:lnTo>
                <a:lnTo>
                  <a:pt x="20656" y="10637"/>
                </a:lnTo>
                <a:close/>
              </a:path>
            </a:pathLst>
          </a:custGeom>
          <a:solidFill>
            <a:schemeClr val="bg1"/>
          </a:solidFill>
          <a:ln w="1543" cap="flat">
            <a:noFill/>
            <a:prstDash val="solid"/>
            <a:miter/>
          </a:ln>
        </p:spPr>
        <p:txBody>
          <a:bodyPr rtlCol="0" anchor="ctr"/>
          <a:lstStyle/>
          <a:p>
            <a:endParaRPr lang="en-IN"/>
          </a:p>
        </p:txBody>
      </p:sp>
      <p:sp>
        <p:nvSpPr>
          <p:cNvPr id="69" name="Freeform: Shape 68">
            <a:extLst>
              <a:ext uri="{FF2B5EF4-FFF2-40B4-BE49-F238E27FC236}">
                <a16:creationId xmlns:a16="http://schemas.microsoft.com/office/drawing/2014/main" id="{A3A38073-D363-CAFC-B984-7A4DA697B0D3}"/>
              </a:ext>
            </a:extLst>
          </p:cNvPr>
          <p:cNvSpPr/>
          <p:nvPr/>
        </p:nvSpPr>
        <p:spPr>
          <a:xfrm>
            <a:off x="2734043" y="3891121"/>
            <a:ext cx="460050" cy="396980"/>
          </a:xfrm>
          <a:custGeom>
            <a:avLst/>
            <a:gdLst>
              <a:gd name="connsiteX0" fmla="*/ 161442 w 161793"/>
              <a:gd name="connsiteY0" fmla="*/ 126604 h 139612"/>
              <a:gd name="connsiteX1" fmla="*/ 146321 w 161793"/>
              <a:gd name="connsiteY1" fmla="*/ 135896 h 139612"/>
              <a:gd name="connsiteX2" fmla="*/ 6680 w 161793"/>
              <a:gd name="connsiteY2" fmla="*/ 34597 h 139612"/>
              <a:gd name="connsiteX3" fmla="*/ 10808 w 161793"/>
              <a:gd name="connsiteY3" fmla="*/ 17327 h 139612"/>
              <a:gd name="connsiteX4" fmla="*/ 117874 w 161793"/>
              <a:gd name="connsiteY4" fmla="*/ 289 h 139612"/>
              <a:gd name="connsiteX5" fmla="*/ 144420 w 161793"/>
              <a:gd name="connsiteY5" fmla="*/ 19554 h 139612"/>
              <a:gd name="connsiteX6" fmla="*/ 161457 w 161793"/>
              <a:gd name="connsiteY6" fmla="*/ 126619 h 13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93" h="139612">
                <a:moveTo>
                  <a:pt x="161442" y="126604"/>
                </a:moveTo>
                <a:cubicBezTo>
                  <a:pt x="163452" y="139204"/>
                  <a:pt x="156634" y="143379"/>
                  <a:pt x="146321" y="135896"/>
                </a:cubicBezTo>
                <a:lnTo>
                  <a:pt x="6680" y="34597"/>
                </a:lnTo>
                <a:cubicBezTo>
                  <a:pt x="-3648" y="27114"/>
                  <a:pt x="-1792" y="19337"/>
                  <a:pt x="10808" y="17327"/>
                </a:cubicBezTo>
                <a:lnTo>
                  <a:pt x="117874" y="289"/>
                </a:lnTo>
                <a:cubicBezTo>
                  <a:pt x="130474" y="-1720"/>
                  <a:pt x="142410" y="6953"/>
                  <a:pt x="144420" y="19554"/>
                </a:cubicBezTo>
                <a:lnTo>
                  <a:pt x="161457" y="126619"/>
                </a:lnTo>
                <a:close/>
              </a:path>
            </a:pathLst>
          </a:custGeom>
          <a:solidFill>
            <a:srgbClr val="FFFFFF"/>
          </a:solidFill>
          <a:ln w="1543"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0C65805D-9991-EDB1-10E7-3995FABAD69E}"/>
              </a:ext>
            </a:extLst>
          </p:cNvPr>
          <p:cNvSpPr/>
          <p:nvPr/>
        </p:nvSpPr>
        <p:spPr>
          <a:xfrm>
            <a:off x="2867293" y="3965335"/>
            <a:ext cx="244471" cy="207304"/>
          </a:xfrm>
          <a:custGeom>
            <a:avLst/>
            <a:gdLst>
              <a:gd name="connsiteX0" fmla="*/ 79870 w 85977"/>
              <a:gd name="connsiteY0" fmla="*/ 72907 h 72906"/>
              <a:gd name="connsiteX1" fmla="*/ 70501 w 85977"/>
              <a:gd name="connsiteY1" fmla="*/ 14001 h 72906"/>
              <a:gd name="connsiteX2" fmla="*/ 59879 w 85977"/>
              <a:gd name="connsiteY2" fmla="*/ 6302 h 72906"/>
              <a:gd name="connsiteX3" fmla="*/ 974 w 85977"/>
              <a:gd name="connsiteY3" fmla="*/ 15671 h 72906"/>
              <a:gd name="connsiteX4" fmla="*/ 0 w 85977"/>
              <a:gd name="connsiteY4" fmla="*/ 9564 h 72906"/>
              <a:gd name="connsiteX5" fmla="*/ 58905 w 85977"/>
              <a:gd name="connsiteY5" fmla="*/ 195 h 72906"/>
              <a:gd name="connsiteX6" fmla="*/ 76608 w 85977"/>
              <a:gd name="connsiteY6" fmla="*/ 13027 h 72906"/>
              <a:gd name="connsiteX7" fmla="*/ 85977 w 85977"/>
              <a:gd name="connsiteY7" fmla="*/ 71933 h 72906"/>
              <a:gd name="connsiteX8" fmla="*/ 79870 w 85977"/>
              <a:gd name="connsiteY8" fmla="*/ 72907 h 7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977" h="72906">
                <a:moveTo>
                  <a:pt x="79870" y="72907"/>
                </a:moveTo>
                <a:lnTo>
                  <a:pt x="70501" y="14001"/>
                </a:lnTo>
                <a:cubicBezTo>
                  <a:pt x="69697" y="8946"/>
                  <a:pt x="64920" y="5482"/>
                  <a:pt x="59879" y="6302"/>
                </a:cubicBezTo>
                <a:lnTo>
                  <a:pt x="974" y="15671"/>
                </a:lnTo>
                <a:lnTo>
                  <a:pt x="0" y="9564"/>
                </a:lnTo>
                <a:lnTo>
                  <a:pt x="58905" y="195"/>
                </a:lnTo>
                <a:cubicBezTo>
                  <a:pt x="67331" y="-1150"/>
                  <a:pt x="75263" y="4617"/>
                  <a:pt x="76608" y="13027"/>
                </a:cubicBezTo>
                <a:lnTo>
                  <a:pt x="85977" y="71933"/>
                </a:lnTo>
                <a:lnTo>
                  <a:pt x="79870" y="72907"/>
                </a:lnTo>
                <a:close/>
              </a:path>
            </a:pathLst>
          </a:custGeom>
          <a:solidFill>
            <a:srgbClr val="B898D0"/>
          </a:solidFill>
          <a:ln w="1543" cap="flat">
            <a:noFill/>
            <a:prstDash val="solid"/>
            <a:miter/>
          </a:ln>
        </p:spPr>
        <p:txBody>
          <a:bodyPr rtlCol="0" anchor="ctr"/>
          <a:lstStyle/>
          <a:p>
            <a:endParaRPr lang="en-IN"/>
          </a:p>
        </p:txBody>
      </p:sp>
      <p:sp>
        <p:nvSpPr>
          <p:cNvPr id="71" name="Freeform: Shape 70">
            <a:extLst>
              <a:ext uri="{FF2B5EF4-FFF2-40B4-BE49-F238E27FC236}">
                <a16:creationId xmlns:a16="http://schemas.microsoft.com/office/drawing/2014/main" id="{6916A08F-8633-E7FC-70FB-F92F4BCE3129}"/>
              </a:ext>
            </a:extLst>
          </p:cNvPr>
          <p:cNvSpPr/>
          <p:nvPr/>
        </p:nvSpPr>
        <p:spPr>
          <a:xfrm>
            <a:off x="9024004" y="3977342"/>
            <a:ext cx="460050" cy="396980"/>
          </a:xfrm>
          <a:custGeom>
            <a:avLst/>
            <a:gdLst>
              <a:gd name="connsiteX0" fmla="*/ 161442 w 161793"/>
              <a:gd name="connsiteY0" fmla="*/ 13009 h 139612"/>
              <a:gd name="connsiteX1" fmla="*/ 146321 w 161793"/>
              <a:gd name="connsiteY1" fmla="*/ 3717 h 139612"/>
              <a:gd name="connsiteX2" fmla="*/ 6680 w 161793"/>
              <a:gd name="connsiteY2" fmla="*/ 105016 h 139612"/>
              <a:gd name="connsiteX3" fmla="*/ 10808 w 161793"/>
              <a:gd name="connsiteY3" fmla="*/ 122286 h 139612"/>
              <a:gd name="connsiteX4" fmla="*/ 117874 w 161793"/>
              <a:gd name="connsiteY4" fmla="*/ 139323 h 139612"/>
              <a:gd name="connsiteX5" fmla="*/ 144420 w 161793"/>
              <a:gd name="connsiteY5" fmla="*/ 120059 h 139612"/>
              <a:gd name="connsiteX6" fmla="*/ 161457 w 161793"/>
              <a:gd name="connsiteY6" fmla="*/ 12994 h 139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93" h="139612">
                <a:moveTo>
                  <a:pt x="161442" y="13009"/>
                </a:moveTo>
                <a:cubicBezTo>
                  <a:pt x="163452" y="409"/>
                  <a:pt x="156634" y="-3766"/>
                  <a:pt x="146321" y="3717"/>
                </a:cubicBezTo>
                <a:lnTo>
                  <a:pt x="6680" y="105016"/>
                </a:lnTo>
                <a:cubicBezTo>
                  <a:pt x="-3648" y="112499"/>
                  <a:pt x="-1792" y="120276"/>
                  <a:pt x="10808" y="122286"/>
                </a:cubicBezTo>
                <a:lnTo>
                  <a:pt x="117874" y="139323"/>
                </a:lnTo>
                <a:cubicBezTo>
                  <a:pt x="130474" y="141333"/>
                  <a:pt x="142410" y="132660"/>
                  <a:pt x="144420" y="120059"/>
                </a:cubicBezTo>
                <a:lnTo>
                  <a:pt x="161457" y="12994"/>
                </a:lnTo>
                <a:close/>
              </a:path>
            </a:pathLst>
          </a:custGeom>
          <a:solidFill>
            <a:srgbClr val="FFFFFF"/>
          </a:solidFill>
          <a:ln w="1543" cap="flat">
            <a:solidFill>
              <a:srgbClr val="FFFFFF"/>
            </a:solid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0091EECB-3AF3-CBDD-2EF5-CC4F4AA4EC67}"/>
              </a:ext>
            </a:extLst>
          </p:cNvPr>
          <p:cNvSpPr/>
          <p:nvPr/>
        </p:nvSpPr>
        <p:spPr>
          <a:xfrm>
            <a:off x="9157211" y="4092760"/>
            <a:ext cx="244471" cy="207366"/>
          </a:xfrm>
          <a:custGeom>
            <a:avLst/>
            <a:gdLst>
              <a:gd name="connsiteX0" fmla="*/ 61348 w 85977"/>
              <a:gd name="connsiteY0" fmla="*/ 72928 h 72928"/>
              <a:gd name="connsiteX1" fmla="*/ 58906 w 85977"/>
              <a:gd name="connsiteY1" fmla="*/ 72727 h 72928"/>
              <a:gd name="connsiteX2" fmla="*/ 0 w 85977"/>
              <a:gd name="connsiteY2" fmla="*/ 63358 h 72928"/>
              <a:gd name="connsiteX3" fmla="*/ 974 w 85977"/>
              <a:gd name="connsiteY3" fmla="*/ 57251 h 72928"/>
              <a:gd name="connsiteX4" fmla="*/ 59880 w 85977"/>
              <a:gd name="connsiteY4" fmla="*/ 66620 h 72928"/>
              <a:gd name="connsiteX5" fmla="*/ 66775 w 85977"/>
              <a:gd name="connsiteY5" fmla="*/ 64951 h 72928"/>
              <a:gd name="connsiteX6" fmla="*/ 70501 w 85977"/>
              <a:gd name="connsiteY6" fmla="*/ 58905 h 72928"/>
              <a:gd name="connsiteX7" fmla="*/ 79870 w 85977"/>
              <a:gd name="connsiteY7" fmla="*/ 0 h 72928"/>
              <a:gd name="connsiteX8" fmla="*/ 85977 w 85977"/>
              <a:gd name="connsiteY8" fmla="*/ 974 h 72928"/>
              <a:gd name="connsiteX9" fmla="*/ 76608 w 85977"/>
              <a:gd name="connsiteY9" fmla="*/ 59879 h 72928"/>
              <a:gd name="connsiteX10" fmla="*/ 70408 w 85977"/>
              <a:gd name="connsiteY10" fmla="*/ 69960 h 72928"/>
              <a:gd name="connsiteX11" fmla="*/ 61348 w 85977"/>
              <a:gd name="connsiteY11" fmla="*/ 72913 h 72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5977" h="72928">
                <a:moveTo>
                  <a:pt x="61348" y="72928"/>
                </a:moveTo>
                <a:cubicBezTo>
                  <a:pt x="60529" y="72928"/>
                  <a:pt x="59725" y="72866"/>
                  <a:pt x="58906" y="72727"/>
                </a:cubicBezTo>
                <a:lnTo>
                  <a:pt x="0" y="63358"/>
                </a:lnTo>
                <a:lnTo>
                  <a:pt x="974" y="57251"/>
                </a:lnTo>
                <a:lnTo>
                  <a:pt x="59880" y="66620"/>
                </a:lnTo>
                <a:cubicBezTo>
                  <a:pt x="62322" y="67007"/>
                  <a:pt x="64765" y="66419"/>
                  <a:pt x="66775" y="64951"/>
                </a:cubicBezTo>
                <a:cubicBezTo>
                  <a:pt x="68785" y="63497"/>
                  <a:pt x="70115" y="61348"/>
                  <a:pt x="70501" y="58905"/>
                </a:cubicBezTo>
                <a:lnTo>
                  <a:pt x="79870" y="0"/>
                </a:lnTo>
                <a:lnTo>
                  <a:pt x="85977" y="974"/>
                </a:lnTo>
                <a:lnTo>
                  <a:pt x="76608" y="59879"/>
                </a:lnTo>
                <a:cubicBezTo>
                  <a:pt x="75959" y="63946"/>
                  <a:pt x="73763" y="67517"/>
                  <a:pt x="70408" y="69960"/>
                </a:cubicBezTo>
                <a:cubicBezTo>
                  <a:pt x="67734" y="71908"/>
                  <a:pt x="64579" y="72913"/>
                  <a:pt x="61348" y="72913"/>
                </a:cubicBezTo>
                <a:close/>
              </a:path>
            </a:pathLst>
          </a:custGeom>
          <a:solidFill>
            <a:srgbClr val="60A6D8"/>
          </a:solidFill>
          <a:ln w="1543" cap="flat">
            <a:noFill/>
            <a:prstDash val="solid"/>
            <a:miter/>
          </a:ln>
        </p:spPr>
        <p:txBody>
          <a:bodyPr rtlCol="0" anchor="ctr"/>
          <a:lstStyle/>
          <a:p>
            <a:endParaRPr lang="en-IN"/>
          </a:p>
        </p:txBody>
      </p:sp>
      <p:sp>
        <p:nvSpPr>
          <p:cNvPr id="73" name="Freeform: Shape 72">
            <a:extLst>
              <a:ext uri="{FF2B5EF4-FFF2-40B4-BE49-F238E27FC236}">
                <a16:creationId xmlns:a16="http://schemas.microsoft.com/office/drawing/2014/main" id="{5DD66B25-8633-0575-CD4B-AEB657A0F4AB}"/>
              </a:ext>
            </a:extLst>
          </p:cNvPr>
          <p:cNvSpPr/>
          <p:nvPr/>
        </p:nvSpPr>
        <p:spPr>
          <a:xfrm>
            <a:off x="4814086" y="2444778"/>
            <a:ext cx="352280" cy="533269"/>
          </a:xfrm>
          <a:custGeom>
            <a:avLst/>
            <a:gdLst>
              <a:gd name="connsiteX0" fmla="*/ 72082 w 123892"/>
              <a:gd name="connsiteY0" fmla="*/ 179418 h 187543"/>
              <a:gd name="connsiteX1" fmla="*/ 54395 w 123892"/>
              <a:gd name="connsiteY1" fmla="*/ 178011 h 187543"/>
              <a:gd name="connsiteX2" fmla="*/ 1195 w 123892"/>
              <a:gd name="connsiteY2" fmla="*/ 13895 h 187543"/>
              <a:gd name="connsiteX3" fmla="*/ 14707 w 123892"/>
              <a:gd name="connsiteY3" fmla="*/ 2377 h 187543"/>
              <a:gd name="connsiteX4" fmla="*/ 111260 w 123892"/>
              <a:gd name="connsiteY4" fmla="*/ 51665 h 187543"/>
              <a:gd name="connsiteX5" fmla="*/ 121371 w 123892"/>
              <a:gd name="connsiteY5" fmla="*/ 82865 h 187543"/>
              <a:gd name="connsiteX6" fmla="*/ 72082 w 123892"/>
              <a:gd name="connsiteY6" fmla="*/ 179418 h 1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92" h="187543">
                <a:moveTo>
                  <a:pt x="72082" y="179418"/>
                </a:moveTo>
                <a:cubicBezTo>
                  <a:pt x="66284" y="190781"/>
                  <a:pt x="58322" y="190147"/>
                  <a:pt x="54395" y="178011"/>
                </a:cubicBezTo>
                <a:lnTo>
                  <a:pt x="1195" y="13895"/>
                </a:lnTo>
                <a:cubicBezTo>
                  <a:pt x="-2732" y="1758"/>
                  <a:pt x="3344" y="-3421"/>
                  <a:pt x="14707" y="2377"/>
                </a:cubicBezTo>
                <a:lnTo>
                  <a:pt x="111260" y="51665"/>
                </a:lnTo>
                <a:cubicBezTo>
                  <a:pt x="122623" y="57463"/>
                  <a:pt x="127169" y="71502"/>
                  <a:pt x="121371" y="82865"/>
                </a:cubicBezTo>
                <a:lnTo>
                  <a:pt x="72082" y="179418"/>
                </a:lnTo>
                <a:close/>
              </a:path>
            </a:pathLst>
          </a:custGeom>
          <a:solidFill>
            <a:srgbClr val="FFFFFF"/>
          </a:solidFill>
          <a:ln w="1543" cap="flat">
            <a:noFill/>
            <a:prstDash val="solid"/>
            <a:miter/>
          </a:ln>
        </p:spPr>
        <p:txBody>
          <a:bodyPr rtlCol="0" anchor="ctr"/>
          <a:lstStyle/>
          <a:p>
            <a:endParaRPr lang="en-IN"/>
          </a:p>
        </p:txBody>
      </p:sp>
      <p:sp>
        <p:nvSpPr>
          <p:cNvPr id="74" name="Freeform: Shape 73">
            <a:extLst>
              <a:ext uri="{FF2B5EF4-FFF2-40B4-BE49-F238E27FC236}">
                <a16:creationId xmlns:a16="http://schemas.microsoft.com/office/drawing/2014/main" id="{57284B7F-528E-52D6-8512-BF7A20E15767}"/>
              </a:ext>
            </a:extLst>
          </p:cNvPr>
          <p:cNvSpPr/>
          <p:nvPr/>
        </p:nvSpPr>
        <p:spPr>
          <a:xfrm>
            <a:off x="4900043" y="2554096"/>
            <a:ext cx="183027" cy="287288"/>
          </a:xfrm>
          <a:custGeom>
            <a:avLst/>
            <a:gdLst>
              <a:gd name="connsiteX0" fmla="*/ 35560 w 64368"/>
              <a:gd name="connsiteY0" fmla="*/ 101036 h 101035"/>
              <a:gd name="connsiteX1" fmla="*/ 30056 w 64368"/>
              <a:gd name="connsiteY1" fmla="*/ 98222 h 101035"/>
              <a:gd name="connsiteX2" fmla="*/ 57174 w 64368"/>
              <a:gd name="connsiteY2" fmla="*/ 45099 h 101035"/>
              <a:gd name="connsiteX3" fmla="*/ 53123 w 64368"/>
              <a:gd name="connsiteY3" fmla="*/ 32622 h 101035"/>
              <a:gd name="connsiteX4" fmla="*/ 0 w 64368"/>
              <a:gd name="connsiteY4" fmla="*/ 5504 h 101035"/>
              <a:gd name="connsiteX5" fmla="*/ 2814 w 64368"/>
              <a:gd name="connsiteY5" fmla="*/ 0 h 101035"/>
              <a:gd name="connsiteX6" fmla="*/ 55937 w 64368"/>
              <a:gd name="connsiteY6" fmla="*/ 27118 h 101035"/>
              <a:gd name="connsiteX7" fmla="*/ 62678 w 64368"/>
              <a:gd name="connsiteY7" fmla="*/ 47913 h 101035"/>
              <a:gd name="connsiteX8" fmla="*/ 35560 w 64368"/>
              <a:gd name="connsiteY8" fmla="*/ 101036 h 1010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368" h="101035">
                <a:moveTo>
                  <a:pt x="35560" y="101036"/>
                </a:moveTo>
                <a:lnTo>
                  <a:pt x="30056" y="98222"/>
                </a:lnTo>
                <a:lnTo>
                  <a:pt x="57174" y="45099"/>
                </a:lnTo>
                <a:cubicBezTo>
                  <a:pt x="59493" y="40538"/>
                  <a:pt x="57684" y="34941"/>
                  <a:pt x="53123" y="32622"/>
                </a:cubicBezTo>
                <a:lnTo>
                  <a:pt x="0" y="5504"/>
                </a:lnTo>
                <a:lnTo>
                  <a:pt x="2814" y="0"/>
                </a:lnTo>
                <a:lnTo>
                  <a:pt x="55937" y="27118"/>
                </a:lnTo>
                <a:cubicBezTo>
                  <a:pt x="63528" y="30999"/>
                  <a:pt x="66558" y="40322"/>
                  <a:pt x="62678" y="47913"/>
                </a:cubicBezTo>
                <a:lnTo>
                  <a:pt x="35560" y="101036"/>
                </a:lnTo>
                <a:close/>
              </a:path>
            </a:pathLst>
          </a:custGeom>
          <a:solidFill>
            <a:srgbClr val="7D95BE"/>
          </a:solidFill>
          <a:ln w="1543"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E0374878-327A-D996-3766-6A936020C40F}"/>
              </a:ext>
            </a:extLst>
          </p:cNvPr>
          <p:cNvSpPr/>
          <p:nvPr/>
        </p:nvSpPr>
        <p:spPr>
          <a:xfrm>
            <a:off x="7218750" y="2459950"/>
            <a:ext cx="352278" cy="533269"/>
          </a:xfrm>
          <a:custGeom>
            <a:avLst/>
            <a:gdLst>
              <a:gd name="connsiteX0" fmla="*/ 72082 w 123891"/>
              <a:gd name="connsiteY0" fmla="*/ 8126 h 187543"/>
              <a:gd name="connsiteX1" fmla="*/ 54395 w 123891"/>
              <a:gd name="connsiteY1" fmla="*/ 9533 h 187543"/>
              <a:gd name="connsiteX2" fmla="*/ 1195 w 123891"/>
              <a:gd name="connsiteY2" fmla="*/ 173648 h 187543"/>
              <a:gd name="connsiteX3" fmla="*/ 14707 w 123891"/>
              <a:gd name="connsiteY3" fmla="*/ 185167 h 187543"/>
              <a:gd name="connsiteX4" fmla="*/ 111259 w 123891"/>
              <a:gd name="connsiteY4" fmla="*/ 135878 h 187543"/>
              <a:gd name="connsiteX5" fmla="*/ 121371 w 123891"/>
              <a:gd name="connsiteY5" fmla="*/ 104678 h 187543"/>
              <a:gd name="connsiteX6" fmla="*/ 72082 w 123891"/>
              <a:gd name="connsiteY6" fmla="*/ 8126 h 1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91" h="187543">
                <a:moveTo>
                  <a:pt x="72082" y="8126"/>
                </a:moveTo>
                <a:cubicBezTo>
                  <a:pt x="66284" y="-3238"/>
                  <a:pt x="58322" y="-2604"/>
                  <a:pt x="54395" y="9533"/>
                </a:cubicBezTo>
                <a:lnTo>
                  <a:pt x="1195" y="173648"/>
                </a:lnTo>
                <a:cubicBezTo>
                  <a:pt x="-2732" y="185785"/>
                  <a:pt x="3344" y="190964"/>
                  <a:pt x="14707" y="185167"/>
                </a:cubicBezTo>
                <a:lnTo>
                  <a:pt x="111259" y="135878"/>
                </a:lnTo>
                <a:cubicBezTo>
                  <a:pt x="122623" y="130080"/>
                  <a:pt x="127169" y="116042"/>
                  <a:pt x="121371" y="104678"/>
                </a:cubicBezTo>
                <a:lnTo>
                  <a:pt x="72082" y="8126"/>
                </a:lnTo>
                <a:close/>
              </a:path>
            </a:pathLst>
          </a:custGeom>
          <a:solidFill>
            <a:srgbClr val="FFFFFF"/>
          </a:solidFill>
          <a:ln w="1543" cap="flat">
            <a:noFill/>
            <a:prstDash val="solid"/>
            <a:miter/>
          </a:ln>
        </p:spPr>
        <p:txBody>
          <a:bodyPr rtlCol="0" anchor="ctr"/>
          <a:lstStyle/>
          <a:p>
            <a:endParaRPr lang="en-IN"/>
          </a:p>
        </p:txBody>
      </p:sp>
      <p:sp>
        <p:nvSpPr>
          <p:cNvPr id="76" name="Freeform: Shape 75">
            <a:extLst>
              <a:ext uri="{FF2B5EF4-FFF2-40B4-BE49-F238E27FC236}">
                <a16:creationId xmlns:a16="http://schemas.microsoft.com/office/drawing/2014/main" id="{F46B1846-F688-AFDA-7347-49BE9D8D65D7}"/>
              </a:ext>
            </a:extLst>
          </p:cNvPr>
          <p:cNvSpPr/>
          <p:nvPr/>
        </p:nvSpPr>
        <p:spPr>
          <a:xfrm>
            <a:off x="7304662" y="2596652"/>
            <a:ext cx="183019" cy="287333"/>
          </a:xfrm>
          <a:custGeom>
            <a:avLst/>
            <a:gdLst>
              <a:gd name="connsiteX0" fmla="*/ 2814 w 64365"/>
              <a:gd name="connsiteY0" fmla="*/ 101036 h 101051"/>
              <a:gd name="connsiteX1" fmla="*/ 0 w 64365"/>
              <a:gd name="connsiteY1" fmla="*/ 95532 h 101051"/>
              <a:gd name="connsiteX2" fmla="*/ 53123 w 64365"/>
              <a:gd name="connsiteY2" fmla="*/ 68414 h 101051"/>
              <a:gd name="connsiteX3" fmla="*/ 57715 w 64365"/>
              <a:gd name="connsiteY3" fmla="*/ 63002 h 101051"/>
              <a:gd name="connsiteX4" fmla="*/ 57174 w 64365"/>
              <a:gd name="connsiteY4" fmla="*/ 55937 h 101051"/>
              <a:gd name="connsiteX5" fmla="*/ 30056 w 64365"/>
              <a:gd name="connsiteY5" fmla="*/ 2814 h 101051"/>
              <a:gd name="connsiteX6" fmla="*/ 35560 w 64365"/>
              <a:gd name="connsiteY6" fmla="*/ 0 h 101051"/>
              <a:gd name="connsiteX7" fmla="*/ 62678 w 64365"/>
              <a:gd name="connsiteY7" fmla="*/ 53123 h 101051"/>
              <a:gd name="connsiteX8" fmla="*/ 63605 w 64365"/>
              <a:gd name="connsiteY8" fmla="*/ 64920 h 101051"/>
              <a:gd name="connsiteX9" fmla="*/ 55937 w 64365"/>
              <a:gd name="connsiteY9" fmla="*/ 73933 h 101051"/>
              <a:gd name="connsiteX10" fmla="*/ 2814 w 64365"/>
              <a:gd name="connsiteY10" fmla="*/ 101051 h 101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365" h="101051">
                <a:moveTo>
                  <a:pt x="2814" y="101036"/>
                </a:moveTo>
                <a:lnTo>
                  <a:pt x="0" y="95532"/>
                </a:lnTo>
                <a:lnTo>
                  <a:pt x="53123" y="68414"/>
                </a:lnTo>
                <a:cubicBezTo>
                  <a:pt x="55318" y="67301"/>
                  <a:pt x="56942" y="65368"/>
                  <a:pt x="57715" y="63002"/>
                </a:cubicBezTo>
                <a:cubicBezTo>
                  <a:pt x="58488" y="60637"/>
                  <a:pt x="58287" y="58132"/>
                  <a:pt x="57174" y="55937"/>
                </a:cubicBezTo>
                <a:lnTo>
                  <a:pt x="30056" y="2814"/>
                </a:lnTo>
                <a:lnTo>
                  <a:pt x="35560" y="0"/>
                </a:lnTo>
                <a:lnTo>
                  <a:pt x="62678" y="53123"/>
                </a:lnTo>
                <a:cubicBezTo>
                  <a:pt x="64549" y="56787"/>
                  <a:pt x="64873" y="60977"/>
                  <a:pt x="63605" y="64920"/>
                </a:cubicBezTo>
                <a:cubicBezTo>
                  <a:pt x="62322" y="68862"/>
                  <a:pt x="59601" y="72062"/>
                  <a:pt x="55937" y="73933"/>
                </a:cubicBezTo>
                <a:lnTo>
                  <a:pt x="2814" y="101051"/>
                </a:lnTo>
                <a:close/>
              </a:path>
            </a:pathLst>
          </a:custGeom>
          <a:solidFill>
            <a:srgbClr val="7E68A4"/>
          </a:solidFill>
          <a:ln w="1543" cap="flat">
            <a:noFill/>
            <a:prstDash val="solid"/>
            <a:miter/>
          </a:ln>
        </p:spPr>
        <p:txBody>
          <a:bodyPr rtlCol="0" anchor="ctr"/>
          <a:lstStyle/>
          <a:p>
            <a:endParaRPr lang="en-IN"/>
          </a:p>
        </p:txBody>
      </p:sp>
      <p:sp>
        <p:nvSpPr>
          <p:cNvPr id="108" name="Oval 107">
            <a:extLst>
              <a:ext uri="{FF2B5EF4-FFF2-40B4-BE49-F238E27FC236}">
                <a16:creationId xmlns:a16="http://schemas.microsoft.com/office/drawing/2014/main" id="{856243C5-FAEA-5098-CDFB-9CFC540B23B2}"/>
              </a:ext>
            </a:extLst>
          </p:cNvPr>
          <p:cNvSpPr/>
          <p:nvPr/>
        </p:nvSpPr>
        <p:spPr>
          <a:xfrm>
            <a:off x="2207420" y="4444805"/>
            <a:ext cx="633363" cy="634017"/>
          </a:xfrm>
          <a:prstGeom prst="ellipse">
            <a:avLst/>
          </a:prstGeom>
          <a:solidFill>
            <a:schemeClr val="bg1"/>
          </a:solidFill>
          <a:ln>
            <a:solidFill>
              <a:srgbClr val="9464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9" name="Oval 108">
            <a:extLst>
              <a:ext uri="{FF2B5EF4-FFF2-40B4-BE49-F238E27FC236}">
                <a16:creationId xmlns:a16="http://schemas.microsoft.com/office/drawing/2014/main" id="{2DF0C550-31FC-B4E6-CF0C-F0DEC42D4AD0}"/>
              </a:ext>
            </a:extLst>
          </p:cNvPr>
          <p:cNvSpPr/>
          <p:nvPr/>
        </p:nvSpPr>
        <p:spPr>
          <a:xfrm>
            <a:off x="3862273" y="2661579"/>
            <a:ext cx="633363" cy="634017"/>
          </a:xfrm>
          <a:prstGeom prst="ellipse">
            <a:avLst/>
          </a:prstGeom>
          <a:solidFill>
            <a:schemeClr val="bg1"/>
          </a:solidFill>
          <a:ln>
            <a:solidFill>
              <a:srgbClr val="496AA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0" name="Oval 109">
            <a:extLst>
              <a:ext uri="{FF2B5EF4-FFF2-40B4-BE49-F238E27FC236}">
                <a16:creationId xmlns:a16="http://schemas.microsoft.com/office/drawing/2014/main" id="{1581C12E-BB73-6C9B-A08B-31F209670591}"/>
              </a:ext>
            </a:extLst>
          </p:cNvPr>
          <p:cNvSpPr/>
          <p:nvPr/>
        </p:nvSpPr>
        <p:spPr>
          <a:xfrm>
            <a:off x="5779339" y="2161209"/>
            <a:ext cx="633363" cy="634017"/>
          </a:xfrm>
          <a:prstGeom prst="ellipse">
            <a:avLst/>
          </a:prstGeom>
          <a:solidFill>
            <a:schemeClr val="bg1"/>
          </a:solidFill>
          <a:ln>
            <a:solidFill>
              <a:srgbClr val="4B2C8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1" name="Oval 110">
            <a:extLst>
              <a:ext uri="{FF2B5EF4-FFF2-40B4-BE49-F238E27FC236}">
                <a16:creationId xmlns:a16="http://schemas.microsoft.com/office/drawing/2014/main" id="{047D21A2-2E0F-413B-FA0B-C0B52FCC19D3}"/>
              </a:ext>
            </a:extLst>
          </p:cNvPr>
          <p:cNvSpPr/>
          <p:nvPr/>
        </p:nvSpPr>
        <p:spPr>
          <a:xfrm>
            <a:off x="8456440" y="3214752"/>
            <a:ext cx="633363" cy="634017"/>
          </a:xfrm>
          <a:prstGeom prst="ellipse">
            <a:avLst/>
          </a:prstGeom>
          <a:solidFill>
            <a:schemeClr val="bg1"/>
          </a:solidFill>
          <a:ln>
            <a:solidFill>
              <a:srgbClr val="2082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 name="Oval 111">
            <a:extLst>
              <a:ext uri="{FF2B5EF4-FFF2-40B4-BE49-F238E27FC236}">
                <a16:creationId xmlns:a16="http://schemas.microsoft.com/office/drawing/2014/main" id="{D5258C93-F9D1-4FEB-F9B1-400A46C86413}"/>
              </a:ext>
            </a:extLst>
          </p:cNvPr>
          <p:cNvSpPr/>
          <p:nvPr/>
        </p:nvSpPr>
        <p:spPr>
          <a:xfrm>
            <a:off x="9649442" y="5388346"/>
            <a:ext cx="633363" cy="634017"/>
          </a:xfrm>
          <a:prstGeom prst="ellipse">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4" name="Freeform: Shape 123">
            <a:extLst>
              <a:ext uri="{FF2B5EF4-FFF2-40B4-BE49-F238E27FC236}">
                <a16:creationId xmlns:a16="http://schemas.microsoft.com/office/drawing/2014/main" id="{279B3F09-F2E5-7D92-FC97-4D99B8CCB83F}"/>
              </a:ext>
            </a:extLst>
          </p:cNvPr>
          <p:cNvSpPr/>
          <p:nvPr/>
        </p:nvSpPr>
        <p:spPr>
          <a:xfrm>
            <a:off x="4865881" y="5238093"/>
            <a:ext cx="2460238" cy="1188107"/>
          </a:xfrm>
          <a:custGeom>
            <a:avLst/>
            <a:gdLst>
              <a:gd name="connsiteX0" fmla="*/ 928502 w 1303866"/>
              <a:gd name="connsiteY0" fmla="*/ 376593 h 629668"/>
              <a:gd name="connsiteX1" fmla="*/ 928425 w 1303866"/>
              <a:gd name="connsiteY1" fmla="*/ 376628 h 629668"/>
              <a:gd name="connsiteX2" fmla="*/ 888591 w 1303866"/>
              <a:gd name="connsiteY2" fmla="*/ 416462 h 629668"/>
              <a:gd name="connsiteX3" fmla="*/ 888613 w 1303866"/>
              <a:gd name="connsiteY3" fmla="*/ 416487 h 629668"/>
              <a:gd name="connsiteX4" fmla="*/ 620168 w 1303866"/>
              <a:gd name="connsiteY4" fmla="*/ 0 h 629668"/>
              <a:gd name="connsiteX5" fmla="*/ 676870 w 1303866"/>
              <a:gd name="connsiteY5" fmla="*/ 0 h 629668"/>
              <a:gd name="connsiteX6" fmla="*/ 704993 w 1303866"/>
              <a:gd name="connsiteY6" fmla="*/ 50183 h 629668"/>
              <a:gd name="connsiteX7" fmla="*/ 749862 w 1303866"/>
              <a:gd name="connsiteY7" fmla="*/ 55205 h 629668"/>
              <a:gd name="connsiteX8" fmla="*/ 749862 w 1303866"/>
              <a:gd name="connsiteY8" fmla="*/ 55186 h 629668"/>
              <a:gd name="connsiteX9" fmla="*/ 789983 w 1303866"/>
              <a:gd name="connsiteY9" fmla="*/ 13989 h 629668"/>
              <a:gd name="connsiteX10" fmla="*/ 844750 w 1303866"/>
              <a:gd name="connsiteY10" fmla="*/ 28670 h 629668"/>
              <a:gd name="connsiteX11" fmla="*/ 858921 w 1303866"/>
              <a:gd name="connsiteY11" fmla="*/ 84423 h 629668"/>
              <a:gd name="connsiteX12" fmla="*/ 900977 w 1303866"/>
              <a:gd name="connsiteY12" fmla="*/ 100896 h 629668"/>
              <a:gd name="connsiteX13" fmla="*/ 900977 w 1303866"/>
              <a:gd name="connsiteY13" fmla="*/ 100877 h 629668"/>
              <a:gd name="connsiteX14" fmla="*/ 950394 w 1303866"/>
              <a:gd name="connsiteY14" fmla="*/ 71458 h 629668"/>
              <a:gd name="connsiteX15" fmla="*/ 999500 w 1303866"/>
              <a:gd name="connsiteY15" fmla="*/ 99818 h 629668"/>
              <a:gd name="connsiteX16" fmla="*/ 998751 w 1303866"/>
              <a:gd name="connsiteY16" fmla="*/ 157342 h 629668"/>
              <a:gd name="connsiteX17" fmla="*/ 1035110 w 1303866"/>
              <a:gd name="connsiteY17" fmla="*/ 184132 h 629668"/>
              <a:gd name="connsiteX18" fmla="*/ 1035128 w 1303866"/>
              <a:gd name="connsiteY18" fmla="*/ 184114 h 629668"/>
              <a:gd name="connsiteX19" fmla="*/ 1090460 w 1303866"/>
              <a:gd name="connsiteY19" fmla="*/ 168499 h 629668"/>
              <a:gd name="connsiteX20" fmla="*/ 1113516 w 1303866"/>
              <a:gd name="connsiteY20" fmla="*/ 191555 h 629668"/>
              <a:gd name="connsiteX21" fmla="*/ 1113525 w 1303866"/>
              <a:gd name="connsiteY21" fmla="*/ 191546 h 629668"/>
              <a:gd name="connsiteX22" fmla="*/ 1130545 w 1303866"/>
              <a:gd name="connsiteY22" fmla="*/ 208585 h 629668"/>
              <a:gd name="connsiteX23" fmla="*/ 1114931 w 1303866"/>
              <a:gd name="connsiteY23" fmla="*/ 263954 h 629668"/>
              <a:gd name="connsiteX24" fmla="*/ 1143128 w 1303866"/>
              <a:gd name="connsiteY24" fmla="*/ 299235 h 629668"/>
              <a:gd name="connsiteX25" fmla="*/ 1143146 w 1303866"/>
              <a:gd name="connsiteY25" fmla="*/ 299235 h 629668"/>
              <a:gd name="connsiteX26" fmla="*/ 1200634 w 1303866"/>
              <a:gd name="connsiteY26" fmla="*/ 298468 h 629668"/>
              <a:gd name="connsiteX27" fmla="*/ 1228975 w 1303866"/>
              <a:gd name="connsiteY27" fmla="*/ 347593 h 629668"/>
              <a:gd name="connsiteX28" fmla="*/ 1199574 w 1303866"/>
              <a:gd name="connsiteY28" fmla="*/ 397027 h 629668"/>
              <a:gd name="connsiteX29" fmla="*/ 1217672 w 1303866"/>
              <a:gd name="connsiteY29" fmla="*/ 438408 h 629668"/>
              <a:gd name="connsiteX30" fmla="*/ 1217690 w 1303866"/>
              <a:gd name="connsiteY30" fmla="*/ 438408 h 629668"/>
              <a:gd name="connsiteX31" fmla="*/ 1273424 w 1303866"/>
              <a:gd name="connsiteY31" fmla="*/ 452542 h 629668"/>
              <a:gd name="connsiteX32" fmla="*/ 1288088 w 1303866"/>
              <a:gd name="connsiteY32" fmla="*/ 507309 h 629668"/>
              <a:gd name="connsiteX33" fmla="*/ 1246671 w 1303866"/>
              <a:gd name="connsiteY33" fmla="*/ 542718 h 629668"/>
              <a:gd name="connsiteX34" fmla="*/ 1254469 w 1303866"/>
              <a:gd name="connsiteY34" fmla="*/ 596097 h 629668"/>
              <a:gd name="connsiteX35" fmla="*/ 1303866 w 1303866"/>
              <a:gd name="connsiteY35" fmla="*/ 620202 h 629668"/>
              <a:gd name="connsiteX36" fmla="*/ 1303866 w 1303866"/>
              <a:gd name="connsiteY36" fmla="*/ 629668 h 629668"/>
              <a:gd name="connsiteX37" fmla="*/ 978520 w 1303866"/>
              <a:gd name="connsiteY37" fmla="*/ 629668 h 629668"/>
              <a:gd name="connsiteX38" fmla="*/ 889636 w 1303866"/>
              <a:gd name="connsiteY38" fmla="*/ 629668 h 629668"/>
              <a:gd name="connsiteX39" fmla="*/ 407254 w 1303866"/>
              <a:gd name="connsiteY39" fmla="*/ 629668 h 629668"/>
              <a:gd name="connsiteX40" fmla="*/ 325348 w 1303866"/>
              <a:gd name="connsiteY40" fmla="*/ 629668 h 629668"/>
              <a:gd name="connsiteX41" fmla="*/ 0 w 1303866"/>
              <a:gd name="connsiteY41" fmla="*/ 629668 h 629668"/>
              <a:gd name="connsiteX42" fmla="*/ 0 w 1303866"/>
              <a:gd name="connsiteY42" fmla="*/ 627014 h 629668"/>
              <a:gd name="connsiteX43" fmla="*/ 40979 w 1303866"/>
              <a:gd name="connsiteY43" fmla="*/ 615253 h 629668"/>
              <a:gd name="connsiteX44" fmla="*/ 51242 w 1303866"/>
              <a:gd name="connsiteY44" fmla="*/ 537002 h 629668"/>
              <a:gd name="connsiteX45" fmla="*/ 13988 w 1303866"/>
              <a:gd name="connsiteY45" fmla="*/ 513901 h 629668"/>
              <a:gd name="connsiteX46" fmla="*/ 28670 w 1303866"/>
              <a:gd name="connsiteY46" fmla="*/ 459135 h 629668"/>
              <a:gd name="connsiteX47" fmla="*/ 72900 w 1303866"/>
              <a:gd name="connsiteY47" fmla="*/ 457546 h 629668"/>
              <a:gd name="connsiteX48" fmla="*/ 102101 w 1303866"/>
              <a:gd name="connsiteY48" fmla="*/ 387513 h 629668"/>
              <a:gd name="connsiteX49" fmla="*/ 71458 w 1303866"/>
              <a:gd name="connsiteY49" fmla="*/ 353491 h 629668"/>
              <a:gd name="connsiteX50" fmla="*/ 99799 w 1303866"/>
              <a:gd name="connsiteY50" fmla="*/ 304385 h 629668"/>
              <a:gd name="connsiteX51" fmla="*/ 145125 w 1303866"/>
              <a:gd name="connsiteY51" fmla="*/ 313754 h 629668"/>
              <a:gd name="connsiteX52" fmla="*/ 189008 w 1303866"/>
              <a:gd name="connsiteY52" fmla="*/ 257106 h 629668"/>
              <a:gd name="connsiteX53" fmla="*/ 168464 w 1303866"/>
              <a:gd name="connsiteY53" fmla="*/ 213424 h 629668"/>
              <a:gd name="connsiteX54" fmla="*/ 186835 w 1303866"/>
              <a:gd name="connsiteY54" fmla="*/ 195053 h 629668"/>
              <a:gd name="connsiteX55" fmla="*/ 197384 w 1303866"/>
              <a:gd name="connsiteY55" fmla="*/ 205600 h 629668"/>
              <a:gd name="connsiteX56" fmla="*/ 186835 w 1303866"/>
              <a:gd name="connsiteY56" fmla="*/ 195052 h 629668"/>
              <a:gd name="connsiteX57" fmla="*/ 208567 w 1303866"/>
              <a:gd name="connsiteY57" fmla="*/ 173339 h 629668"/>
              <a:gd name="connsiteX58" fmla="*/ 252815 w 1303866"/>
              <a:gd name="connsiteY58" fmla="*/ 193829 h 629668"/>
              <a:gd name="connsiteX59" fmla="*/ 305829 w 1303866"/>
              <a:gd name="connsiteY59" fmla="*/ 153142 h 629668"/>
              <a:gd name="connsiteX60" fmla="*/ 298451 w 1303866"/>
              <a:gd name="connsiteY60" fmla="*/ 103252 h 629668"/>
              <a:gd name="connsiteX61" fmla="*/ 347557 w 1303866"/>
              <a:gd name="connsiteY61" fmla="*/ 74909 h 629668"/>
              <a:gd name="connsiteX62" fmla="*/ 387586 w 1303866"/>
              <a:gd name="connsiteY62" fmla="*/ 106246 h 629668"/>
              <a:gd name="connsiteX63" fmla="*/ 444235 w 1303866"/>
              <a:gd name="connsiteY63" fmla="*/ 82835 h 629668"/>
              <a:gd name="connsiteX64" fmla="*/ 452526 w 1303866"/>
              <a:gd name="connsiteY64" fmla="*/ 30460 h 629668"/>
              <a:gd name="connsiteX65" fmla="*/ 507292 w 1303866"/>
              <a:gd name="connsiteY65" fmla="*/ 15778 h 629668"/>
              <a:gd name="connsiteX66" fmla="*/ 541825 w 1303866"/>
              <a:gd name="connsiteY66" fmla="*/ 57104 h 629668"/>
              <a:gd name="connsiteX67" fmla="*/ 592099 w 1303866"/>
              <a:gd name="connsiteY67" fmla="*/ 50183 h 629668"/>
              <a:gd name="connsiteX68" fmla="*/ 592099 w 1303866"/>
              <a:gd name="connsiteY68" fmla="*/ 50165 h 629668"/>
              <a:gd name="connsiteX69" fmla="*/ 620168 w 1303866"/>
              <a:gd name="connsiteY69" fmla="*/ 0 h 62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1303866" h="629668">
                <a:moveTo>
                  <a:pt x="928502" y="376593"/>
                </a:moveTo>
                <a:lnTo>
                  <a:pt x="928425" y="376628"/>
                </a:lnTo>
                <a:lnTo>
                  <a:pt x="888591" y="416462"/>
                </a:lnTo>
                <a:lnTo>
                  <a:pt x="888613" y="416487"/>
                </a:lnTo>
                <a:close/>
                <a:moveTo>
                  <a:pt x="620168" y="0"/>
                </a:moveTo>
                <a:lnTo>
                  <a:pt x="676870" y="0"/>
                </a:lnTo>
                <a:cubicBezTo>
                  <a:pt x="676870" y="16837"/>
                  <a:pt x="682605" y="47827"/>
                  <a:pt x="704993" y="50183"/>
                </a:cubicBezTo>
                <a:lnTo>
                  <a:pt x="749862" y="55205"/>
                </a:lnTo>
                <a:lnTo>
                  <a:pt x="749862" y="55186"/>
                </a:lnTo>
                <a:cubicBezTo>
                  <a:pt x="772050" y="58638"/>
                  <a:pt x="785619" y="30223"/>
                  <a:pt x="789983" y="13989"/>
                </a:cubicBezTo>
                <a:lnTo>
                  <a:pt x="844750" y="28670"/>
                </a:lnTo>
                <a:cubicBezTo>
                  <a:pt x="840385" y="44905"/>
                  <a:pt x="837920" y="76352"/>
                  <a:pt x="858921" y="84423"/>
                </a:cubicBezTo>
                <a:lnTo>
                  <a:pt x="900977" y="100896"/>
                </a:lnTo>
                <a:lnTo>
                  <a:pt x="900977" y="100877"/>
                </a:lnTo>
                <a:cubicBezTo>
                  <a:pt x="921522" y="109953"/>
                  <a:pt x="941993" y="86012"/>
                  <a:pt x="950394" y="71458"/>
                </a:cubicBezTo>
                <a:lnTo>
                  <a:pt x="999500" y="99818"/>
                </a:lnTo>
                <a:cubicBezTo>
                  <a:pt x="991080" y="114372"/>
                  <a:pt x="980562" y="144121"/>
                  <a:pt x="998751" y="157342"/>
                </a:cubicBezTo>
                <a:lnTo>
                  <a:pt x="1035110" y="184132"/>
                </a:lnTo>
                <a:lnTo>
                  <a:pt x="1035128" y="184114"/>
                </a:lnTo>
                <a:cubicBezTo>
                  <a:pt x="1052623" y="198211"/>
                  <a:pt x="1078572" y="180388"/>
                  <a:pt x="1090460" y="168499"/>
                </a:cubicBezTo>
                <a:lnTo>
                  <a:pt x="1113516" y="191555"/>
                </a:lnTo>
                <a:lnTo>
                  <a:pt x="1113525" y="191546"/>
                </a:lnTo>
                <a:lnTo>
                  <a:pt x="1130545" y="208585"/>
                </a:lnTo>
                <a:cubicBezTo>
                  <a:pt x="1118638" y="220473"/>
                  <a:pt x="1100778" y="246478"/>
                  <a:pt x="1114931" y="263954"/>
                </a:cubicBezTo>
                <a:lnTo>
                  <a:pt x="1143128" y="299235"/>
                </a:lnTo>
                <a:lnTo>
                  <a:pt x="1143146" y="299235"/>
                </a:lnTo>
                <a:cubicBezTo>
                  <a:pt x="1156385" y="317369"/>
                  <a:pt x="1186078" y="306887"/>
                  <a:pt x="1200634" y="298468"/>
                </a:cubicBezTo>
                <a:lnTo>
                  <a:pt x="1228975" y="347593"/>
                </a:lnTo>
                <a:cubicBezTo>
                  <a:pt x="1214421" y="355975"/>
                  <a:pt x="1190425" y="376464"/>
                  <a:pt x="1199574" y="397027"/>
                </a:cubicBezTo>
                <a:lnTo>
                  <a:pt x="1217672" y="438408"/>
                </a:lnTo>
                <a:lnTo>
                  <a:pt x="1217690" y="438408"/>
                </a:lnTo>
                <a:cubicBezTo>
                  <a:pt x="1225798" y="459354"/>
                  <a:pt x="1257190" y="456889"/>
                  <a:pt x="1273424" y="452542"/>
                </a:cubicBezTo>
                <a:lnTo>
                  <a:pt x="1288088" y="507309"/>
                </a:lnTo>
                <a:cubicBezTo>
                  <a:pt x="1273059" y="511345"/>
                  <a:pt x="1247547" y="523306"/>
                  <a:pt x="1246671" y="542718"/>
                </a:cubicBezTo>
                <a:cubicBezTo>
                  <a:pt x="1249994" y="560268"/>
                  <a:pt x="1252679" y="578054"/>
                  <a:pt x="1254469" y="596097"/>
                </a:cubicBezTo>
                <a:cubicBezTo>
                  <a:pt x="1259892" y="615144"/>
                  <a:pt x="1288107" y="620202"/>
                  <a:pt x="1303866" y="620202"/>
                </a:cubicBezTo>
                <a:lnTo>
                  <a:pt x="1303866" y="629668"/>
                </a:lnTo>
                <a:lnTo>
                  <a:pt x="978520" y="629668"/>
                </a:lnTo>
                <a:lnTo>
                  <a:pt x="889636" y="629668"/>
                </a:lnTo>
                <a:lnTo>
                  <a:pt x="407254" y="629668"/>
                </a:lnTo>
                <a:lnTo>
                  <a:pt x="325348" y="629668"/>
                </a:lnTo>
                <a:lnTo>
                  <a:pt x="0" y="629668"/>
                </a:lnTo>
                <a:lnTo>
                  <a:pt x="0" y="627014"/>
                </a:lnTo>
                <a:cubicBezTo>
                  <a:pt x="11614" y="627014"/>
                  <a:pt x="29949" y="624294"/>
                  <a:pt x="40979" y="615253"/>
                </a:cubicBezTo>
                <a:cubicBezTo>
                  <a:pt x="42769" y="588665"/>
                  <a:pt x="46166" y="562550"/>
                  <a:pt x="51242" y="537002"/>
                </a:cubicBezTo>
                <a:cubicBezTo>
                  <a:pt x="43225" y="524785"/>
                  <a:pt x="25548" y="517006"/>
                  <a:pt x="13988" y="513901"/>
                </a:cubicBezTo>
                <a:lnTo>
                  <a:pt x="28670" y="459135"/>
                </a:lnTo>
                <a:cubicBezTo>
                  <a:pt x="40358" y="462276"/>
                  <a:pt x="59843" y="464375"/>
                  <a:pt x="72900" y="457546"/>
                </a:cubicBezTo>
                <a:cubicBezTo>
                  <a:pt x="81228" y="433477"/>
                  <a:pt x="90961" y="410102"/>
                  <a:pt x="102101" y="387513"/>
                </a:cubicBezTo>
                <a:cubicBezTo>
                  <a:pt x="98412" y="372775"/>
                  <a:pt x="82323" y="359773"/>
                  <a:pt x="71458" y="353491"/>
                </a:cubicBezTo>
                <a:lnTo>
                  <a:pt x="99799" y="304385"/>
                </a:lnTo>
                <a:cubicBezTo>
                  <a:pt x="110812" y="310759"/>
                  <a:pt x="130461" y="318283"/>
                  <a:pt x="145125" y="313754"/>
                </a:cubicBezTo>
                <a:cubicBezTo>
                  <a:pt x="158621" y="293976"/>
                  <a:pt x="173321" y="275112"/>
                  <a:pt x="189008" y="257106"/>
                </a:cubicBezTo>
                <a:cubicBezTo>
                  <a:pt x="191054" y="241199"/>
                  <a:pt x="177905" y="222865"/>
                  <a:pt x="168464" y="213424"/>
                </a:cubicBezTo>
                <a:lnTo>
                  <a:pt x="186835" y="195053"/>
                </a:lnTo>
                <a:lnTo>
                  <a:pt x="197384" y="205600"/>
                </a:lnTo>
                <a:lnTo>
                  <a:pt x="186835" y="195052"/>
                </a:lnTo>
                <a:lnTo>
                  <a:pt x="208567" y="173339"/>
                </a:lnTo>
                <a:cubicBezTo>
                  <a:pt x="218136" y="182908"/>
                  <a:pt x="236781" y="196275"/>
                  <a:pt x="252815" y="193829"/>
                </a:cubicBezTo>
                <a:cubicBezTo>
                  <a:pt x="269725" y="179366"/>
                  <a:pt x="287384" y="165724"/>
                  <a:pt x="305829" y="153142"/>
                </a:cubicBezTo>
                <a:cubicBezTo>
                  <a:pt x="313955" y="138277"/>
                  <a:pt x="305500" y="115468"/>
                  <a:pt x="298451" y="103252"/>
                </a:cubicBezTo>
                <a:lnTo>
                  <a:pt x="347557" y="74909"/>
                </a:lnTo>
                <a:cubicBezTo>
                  <a:pt x="354679" y="87235"/>
                  <a:pt x="370457" y="106228"/>
                  <a:pt x="387586" y="106246"/>
                </a:cubicBezTo>
                <a:cubicBezTo>
                  <a:pt x="405994" y="97517"/>
                  <a:pt x="424877" y="89720"/>
                  <a:pt x="444235" y="82835"/>
                </a:cubicBezTo>
                <a:cubicBezTo>
                  <a:pt x="458752" y="71567"/>
                  <a:pt x="456415" y="44979"/>
                  <a:pt x="452526" y="30460"/>
                </a:cubicBezTo>
                <a:lnTo>
                  <a:pt x="507292" y="15778"/>
                </a:lnTo>
                <a:cubicBezTo>
                  <a:pt x="511255" y="30606"/>
                  <a:pt x="522942" y="55516"/>
                  <a:pt x="541825" y="57104"/>
                </a:cubicBezTo>
                <a:cubicBezTo>
                  <a:pt x="558845" y="54091"/>
                  <a:pt x="592099" y="50183"/>
                  <a:pt x="592099" y="50183"/>
                </a:cubicBezTo>
                <a:lnTo>
                  <a:pt x="592099" y="50165"/>
                </a:lnTo>
                <a:cubicBezTo>
                  <a:pt x="614434" y="47772"/>
                  <a:pt x="620168" y="16818"/>
                  <a:pt x="620168" y="0"/>
                </a:cubicBezTo>
                <a:close/>
              </a:path>
            </a:pathLst>
          </a:custGeom>
          <a:solidFill>
            <a:srgbClr val="FFFFFF"/>
          </a:solidFill>
          <a:ln>
            <a:noFill/>
          </a:ln>
          <a:effectLst>
            <a:outerShdw blurRad="190500" dist="38100" dir="5400000" rotWithShape="0">
              <a:srgbClr val="43515C">
                <a:alpha val="20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grpSp>
        <p:nvGrpSpPr>
          <p:cNvPr id="113" name="Group 112">
            <a:extLst>
              <a:ext uri="{FF2B5EF4-FFF2-40B4-BE49-F238E27FC236}">
                <a16:creationId xmlns:a16="http://schemas.microsoft.com/office/drawing/2014/main" id="{2CBEFF8A-1A12-6ED7-CD0B-A52561638D6E}"/>
              </a:ext>
            </a:extLst>
          </p:cNvPr>
          <p:cNvGrpSpPr/>
          <p:nvPr/>
        </p:nvGrpSpPr>
        <p:grpSpPr>
          <a:xfrm>
            <a:off x="5778970" y="5604214"/>
            <a:ext cx="634059" cy="634804"/>
            <a:chOff x="4867690" y="5483009"/>
            <a:chExt cx="642535" cy="643293"/>
          </a:xfrm>
        </p:grpSpPr>
        <p:sp>
          <p:nvSpPr>
            <p:cNvPr id="114" name="Freeform: Shape 113">
              <a:extLst>
                <a:ext uri="{FF2B5EF4-FFF2-40B4-BE49-F238E27FC236}">
                  <a16:creationId xmlns:a16="http://schemas.microsoft.com/office/drawing/2014/main" id="{CE169EFF-9FA8-46A7-F0CC-2652570B8B7D}"/>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15" name="Freeform: Shape 114">
              <a:extLst>
                <a:ext uri="{FF2B5EF4-FFF2-40B4-BE49-F238E27FC236}">
                  <a16:creationId xmlns:a16="http://schemas.microsoft.com/office/drawing/2014/main" id="{97074064-F2C4-8850-260F-9622B215105A}"/>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1" name="Freeform: Shape 120">
              <a:extLst>
                <a:ext uri="{FF2B5EF4-FFF2-40B4-BE49-F238E27FC236}">
                  <a16:creationId xmlns:a16="http://schemas.microsoft.com/office/drawing/2014/main" id="{0827664D-FBD0-1A9B-F7BD-8A8124C27EFA}"/>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pic>
        <p:nvPicPr>
          <p:cNvPr id="132" name="Graphic 131">
            <a:extLst>
              <a:ext uri="{FF2B5EF4-FFF2-40B4-BE49-F238E27FC236}">
                <a16:creationId xmlns:a16="http://schemas.microsoft.com/office/drawing/2014/main" id="{F1E1EE6D-67AE-9E40-4106-ADBFDC9C37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84099" y="4521811"/>
            <a:ext cx="480004" cy="480004"/>
          </a:xfrm>
          <a:prstGeom prst="rect">
            <a:avLst/>
          </a:prstGeom>
        </p:spPr>
      </p:pic>
      <p:pic>
        <p:nvPicPr>
          <p:cNvPr id="133" name="Graphic 132">
            <a:extLst>
              <a:ext uri="{FF2B5EF4-FFF2-40B4-BE49-F238E27FC236}">
                <a16:creationId xmlns:a16="http://schemas.microsoft.com/office/drawing/2014/main" id="{51877979-2259-A119-682F-345DB799AA1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38952" y="2738585"/>
            <a:ext cx="480004" cy="480004"/>
          </a:xfrm>
          <a:prstGeom prst="rect">
            <a:avLst/>
          </a:prstGeom>
        </p:spPr>
      </p:pic>
      <p:pic>
        <p:nvPicPr>
          <p:cNvPr id="134" name="Graphic 133">
            <a:extLst>
              <a:ext uri="{FF2B5EF4-FFF2-40B4-BE49-F238E27FC236}">
                <a16:creationId xmlns:a16="http://schemas.microsoft.com/office/drawing/2014/main" id="{B6BED5C9-3210-EDA5-9510-90F8D45D40A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56345" y="2238215"/>
            <a:ext cx="480004" cy="480004"/>
          </a:xfrm>
          <a:prstGeom prst="rect">
            <a:avLst/>
          </a:prstGeom>
        </p:spPr>
      </p:pic>
      <p:pic>
        <p:nvPicPr>
          <p:cNvPr id="135" name="Graphic 134">
            <a:extLst>
              <a:ext uri="{FF2B5EF4-FFF2-40B4-BE49-F238E27FC236}">
                <a16:creationId xmlns:a16="http://schemas.microsoft.com/office/drawing/2014/main" id="{A61A83D4-1BA4-87EC-8106-1F2A32472FB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533119" y="3291758"/>
            <a:ext cx="480004" cy="480004"/>
          </a:xfrm>
          <a:prstGeom prst="rect">
            <a:avLst/>
          </a:prstGeom>
        </p:spPr>
      </p:pic>
      <p:pic>
        <p:nvPicPr>
          <p:cNvPr id="136" name="Graphic 135">
            <a:extLst>
              <a:ext uri="{FF2B5EF4-FFF2-40B4-BE49-F238E27FC236}">
                <a16:creationId xmlns:a16="http://schemas.microsoft.com/office/drawing/2014/main" id="{E50BBCCE-5A11-088B-3685-1E42285ABF9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726121" y="5465352"/>
            <a:ext cx="480004" cy="480004"/>
          </a:xfrm>
          <a:prstGeom prst="rect">
            <a:avLst/>
          </a:prstGeom>
        </p:spPr>
      </p:pic>
    </p:spTree>
    <p:extLst>
      <p:ext uri="{BB962C8B-B14F-4D97-AF65-F5344CB8AC3E}">
        <p14:creationId xmlns:p14="http://schemas.microsoft.com/office/powerpoint/2010/main" val="1444521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E80A3-F3B1-064F-89A0-C1F6407D0B7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B192E97-F50B-67E2-C919-D806E8DDDED9}"/>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70B58229-F182-4D1B-7974-18D1753EB8D2}"/>
              </a:ext>
            </a:extLst>
          </p:cNvPr>
          <p:cNvSpPr>
            <a:spLocks noGrp="1"/>
          </p:cNvSpPr>
          <p:nvPr>
            <p:ph type="title"/>
          </p:nvPr>
        </p:nvSpPr>
        <p:spPr/>
        <p:txBody>
          <a:bodyPr/>
          <a:lstStyle/>
          <a:p>
            <a:r>
              <a:rPr lang="en-US" sz="1800" dirty="0"/>
              <a:t>Title</a:t>
            </a:r>
            <a:endParaRPr lang="es-MX" sz="1800" dirty="0"/>
          </a:p>
        </p:txBody>
      </p:sp>
      <p:sp>
        <p:nvSpPr>
          <p:cNvPr id="6" name="Freeform: Shape 5">
            <a:extLst>
              <a:ext uri="{FF2B5EF4-FFF2-40B4-BE49-F238E27FC236}">
                <a16:creationId xmlns:a16="http://schemas.microsoft.com/office/drawing/2014/main" id="{C20C306D-0BEE-E1E5-0A7A-6C82AB2718B6}"/>
              </a:ext>
            </a:extLst>
          </p:cNvPr>
          <p:cNvSpPr/>
          <p:nvPr/>
        </p:nvSpPr>
        <p:spPr>
          <a:xfrm>
            <a:off x="5083172" y="2565453"/>
            <a:ext cx="1585777" cy="1438414"/>
          </a:xfrm>
          <a:custGeom>
            <a:avLst/>
            <a:gdLst>
              <a:gd name="connsiteX0" fmla="*/ 212004 w 332293"/>
              <a:gd name="connsiteY0" fmla="*/ 0 h 301414"/>
              <a:gd name="connsiteX1" fmla="*/ 91715 w 332293"/>
              <a:gd name="connsiteY1" fmla="*/ 120289 h 301414"/>
              <a:gd name="connsiteX2" fmla="*/ 0 w 332293"/>
              <a:gd name="connsiteY2" fmla="*/ 187117 h 301414"/>
              <a:gd name="connsiteX3" fmla="*/ 82958 w 332293"/>
              <a:gd name="connsiteY3" fmla="*/ 301415 h 301414"/>
              <a:gd name="connsiteX4" fmla="*/ 174673 w 332293"/>
              <a:gd name="connsiteY4" fmla="*/ 234587 h 301414"/>
              <a:gd name="connsiteX5" fmla="*/ 212004 w 332293"/>
              <a:gd name="connsiteY5" fmla="*/ 240579 h 301414"/>
              <a:gd name="connsiteX6" fmla="*/ 332294 w 332293"/>
              <a:gd name="connsiteY6" fmla="*/ 120289 h 301414"/>
              <a:gd name="connsiteX7" fmla="*/ 212004 w 332293"/>
              <a:gd name="connsiteY7" fmla="*/ 0 h 301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2293" h="301414">
                <a:moveTo>
                  <a:pt x="212004" y="0"/>
                </a:moveTo>
                <a:cubicBezTo>
                  <a:pt x="145638" y="0"/>
                  <a:pt x="91715" y="53923"/>
                  <a:pt x="91715" y="120289"/>
                </a:cubicBezTo>
                <a:cubicBezTo>
                  <a:pt x="91715" y="176977"/>
                  <a:pt x="53923" y="204630"/>
                  <a:pt x="0" y="187117"/>
                </a:cubicBezTo>
                <a:cubicBezTo>
                  <a:pt x="47931" y="202787"/>
                  <a:pt x="82958" y="247953"/>
                  <a:pt x="82958" y="301415"/>
                </a:cubicBezTo>
                <a:cubicBezTo>
                  <a:pt x="82958" y="244727"/>
                  <a:pt x="120750" y="217074"/>
                  <a:pt x="174673" y="234587"/>
                </a:cubicBezTo>
                <a:cubicBezTo>
                  <a:pt x="186195" y="238274"/>
                  <a:pt x="199100" y="240579"/>
                  <a:pt x="212004" y="240579"/>
                </a:cubicBezTo>
                <a:cubicBezTo>
                  <a:pt x="278371" y="240579"/>
                  <a:pt x="332294" y="186656"/>
                  <a:pt x="332294" y="120289"/>
                </a:cubicBezTo>
                <a:cubicBezTo>
                  <a:pt x="332294" y="53923"/>
                  <a:pt x="278371" y="0"/>
                  <a:pt x="212004" y="0"/>
                </a:cubicBezTo>
                <a:close/>
              </a:path>
            </a:pathLst>
          </a:custGeom>
          <a:solidFill>
            <a:srgbClr val="8D62B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1" name="Freeform: Shape 10">
            <a:extLst>
              <a:ext uri="{FF2B5EF4-FFF2-40B4-BE49-F238E27FC236}">
                <a16:creationId xmlns:a16="http://schemas.microsoft.com/office/drawing/2014/main" id="{F81C7346-1067-C48A-4260-465126B647EB}"/>
              </a:ext>
            </a:extLst>
          </p:cNvPr>
          <p:cNvSpPr/>
          <p:nvPr/>
        </p:nvSpPr>
        <p:spPr>
          <a:xfrm>
            <a:off x="4330969" y="3429821"/>
            <a:ext cx="1203078" cy="1634166"/>
          </a:xfrm>
          <a:custGeom>
            <a:avLst/>
            <a:gdLst>
              <a:gd name="connsiteX0" fmla="*/ 118446 w 252100"/>
              <a:gd name="connsiteY0" fmla="*/ 342433 h 342433"/>
              <a:gd name="connsiteX1" fmla="*/ 215691 w 252100"/>
              <a:gd name="connsiteY1" fmla="*/ 293119 h 342433"/>
              <a:gd name="connsiteX2" fmla="*/ 252101 w 252100"/>
              <a:gd name="connsiteY2" fmla="*/ 298650 h 342433"/>
              <a:gd name="connsiteX3" fmla="*/ 217535 w 252100"/>
              <a:gd name="connsiteY3" fmla="*/ 190804 h 342433"/>
              <a:gd name="connsiteX4" fmla="*/ 240579 w 252100"/>
              <a:gd name="connsiteY4" fmla="*/ 120289 h 342433"/>
              <a:gd name="connsiteX5" fmla="*/ 120289 w 252100"/>
              <a:gd name="connsiteY5" fmla="*/ 0 h 342433"/>
              <a:gd name="connsiteX6" fmla="*/ 0 w 252100"/>
              <a:gd name="connsiteY6" fmla="*/ 120289 h 342433"/>
              <a:gd name="connsiteX7" fmla="*/ 83419 w 252100"/>
              <a:gd name="connsiteY7" fmla="*/ 234587 h 342433"/>
              <a:gd name="connsiteX8" fmla="*/ 117985 w 252100"/>
              <a:gd name="connsiteY8" fmla="*/ 342433 h 342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100" h="342433">
                <a:moveTo>
                  <a:pt x="118446" y="342433"/>
                </a:moveTo>
                <a:cubicBezTo>
                  <a:pt x="140107" y="312476"/>
                  <a:pt x="175595" y="293119"/>
                  <a:pt x="215691" y="293119"/>
                </a:cubicBezTo>
                <a:cubicBezTo>
                  <a:pt x="228596" y="293119"/>
                  <a:pt x="240579" y="294962"/>
                  <a:pt x="252101" y="298650"/>
                </a:cubicBezTo>
                <a:cubicBezTo>
                  <a:pt x="198639" y="281136"/>
                  <a:pt x="184352" y="236431"/>
                  <a:pt x="217535" y="190804"/>
                </a:cubicBezTo>
                <a:cubicBezTo>
                  <a:pt x="231822" y="170986"/>
                  <a:pt x="240579" y="146560"/>
                  <a:pt x="240579" y="120289"/>
                </a:cubicBezTo>
                <a:cubicBezTo>
                  <a:pt x="240579" y="53923"/>
                  <a:pt x="186656" y="0"/>
                  <a:pt x="120289" y="0"/>
                </a:cubicBezTo>
                <a:cubicBezTo>
                  <a:pt x="53923" y="0"/>
                  <a:pt x="0" y="53923"/>
                  <a:pt x="0" y="120289"/>
                </a:cubicBezTo>
                <a:cubicBezTo>
                  <a:pt x="0" y="173751"/>
                  <a:pt x="35027" y="219378"/>
                  <a:pt x="83419" y="234587"/>
                </a:cubicBezTo>
                <a:cubicBezTo>
                  <a:pt x="136881" y="252101"/>
                  <a:pt x="151168" y="296806"/>
                  <a:pt x="117985" y="342433"/>
                </a:cubicBezTo>
                <a:close/>
              </a:path>
            </a:pathLst>
          </a:custGeom>
          <a:solidFill>
            <a:srgbClr val="2181C5"/>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2" name="Freeform: Shape 11">
            <a:extLst>
              <a:ext uri="{FF2B5EF4-FFF2-40B4-BE49-F238E27FC236}">
                <a16:creationId xmlns:a16="http://schemas.microsoft.com/office/drawing/2014/main" id="{816038FC-08F6-AA16-94DF-BDD518500F74}"/>
              </a:ext>
            </a:extLst>
          </p:cNvPr>
          <p:cNvSpPr/>
          <p:nvPr/>
        </p:nvSpPr>
        <p:spPr>
          <a:xfrm>
            <a:off x="4784049" y="4828650"/>
            <a:ext cx="1581377" cy="1148091"/>
          </a:xfrm>
          <a:custGeom>
            <a:avLst/>
            <a:gdLst>
              <a:gd name="connsiteX0" fmla="*/ 308328 w 331371"/>
              <a:gd name="connsiteY0" fmla="*/ 119829 h 240578"/>
              <a:gd name="connsiteX1" fmla="*/ 331372 w 331371"/>
              <a:gd name="connsiteY1" fmla="*/ 49314 h 240578"/>
              <a:gd name="connsiteX2" fmla="*/ 217535 w 331371"/>
              <a:gd name="connsiteY2" fmla="*/ 49314 h 240578"/>
              <a:gd name="connsiteX3" fmla="*/ 120289 w 331371"/>
              <a:gd name="connsiteY3" fmla="*/ 0 h 240578"/>
              <a:gd name="connsiteX4" fmla="*/ 0 w 331371"/>
              <a:gd name="connsiteY4" fmla="*/ 120289 h 240578"/>
              <a:gd name="connsiteX5" fmla="*/ 120289 w 331371"/>
              <a:gd name="connsiteY5" fmla="*/ 240579 h 240578"/>
              <a:gd name="connsiteX6" fmla="*/ 217535 w 331371"/>
              <a:gd name="connsiteY6" fmla="*/ 191265 h 240578"/>
              <a:gd name="connsiteX7" fmla="*/ 331372 w 331371"/>
              <a:gd name="connsiteY7" fmla="*/ 191265 h 240578"/>
              <a:gd name="connsiteX8" fmla="*/ 308328 w 331371"/>
              <a:gd name="connsiteY8" fmla="*/ 120750 h 24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1371" h="240578">
                <a:moveTo>
                  <a:pt x="308328" y="119829"/>
                </a:moveTo>
                <a:cubicBezTo>
                  <a:pt x="308328" y="93558"/>
                  <a:pt x="316624" y="69132"/>
                  <a:pt x="331372" y="49314"/>
                </a:cubicBezTo>
                <a:cubicBezTo>
                  <a:pt x="297728" y="95402"/>
                  <a:pt x="251179" y="95402"/>
                  <a:pt x="217535" y="49314"/>
                </a:cubicBezTo>
                <a:cubicBezTo>
                  <a:pt x="195874" y="19357"/>
                  <a:pt x="160386" y="0"/>
                  <a:pt x="120289" y="0"/>
                </a:cubicBezTo>
                <a:cubicBezTo>
                  <a:pt x="53923" y="0"/>
                  <a:pt x="0" y="53923"/>
                  <a:pt x="0" y="120289"/>
                </a:cubicBezTo>
                <a:cubicBezTo>
                  <a:pt x="0" y="186656"/>
                  <a:pt x="53923" y="240579"/>
                  <a:pt x="120289" y="240579"/>
                </a:cubicBezTo>
                <a:cubicBezTo>
                  <a:pt x="160386" y="240579"/>
                  <a:pt x="195413" y="221222"/>
                  <a:pt x="217535" y="191265"/>
                </a:cubicBezTo>
                <a:cubicBezTo>
                  <a:pt x="251179" y="145177"/>
                  <a:pt x="297728" y="145177"/>
                  <a:pt x="331372" y="191265"/>
                </a:cubicBezTo>
                <a:cubicBezTo>
                  <a:pt x="317085" y="171447"/>
                  <a:pt x="308328" y="147020"/>
                  <a:pt x="308328" y="120750"/>
                </a:cubicBezTo>
                <a:close/>
              </a:path>
            </a:pathLst>
          </a:custGeom>
          <a:solidFill>
            <a:srgbClr val="6754AC"/>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Freeform: Shape 12">
            <a:extLst>
              <a:ext uri="{FF2B5EF4-FFF2-40B4-BE49-F238E27FC236}">
                <a16:creationId xmlns:a16="http://schemas.microsoft.com/office/drawing/2014/main" id="{4E4D64A1-1683-6BEC-16F1-1E76757F2135}"/>
              </a:ext>
            </a:extLst>
          </p:cNvPr>
          <p:cNvSpPr/>
          <p:nvPr/>
        </p:nvSpPr>
        <p:spPr>
          <a:xfrm>
            <a:off x="6255459" y="4335980"/>
            <a:ext cx="1205278" cy="1638561"/>
          </a:xfrm>
          <a:custGeom>
            <a:avLst/>
            <a:gdLst>
              <a:gd name="connsiteX0" fmla="*/ 217535 w 252561"/>
              <a:gd name="connsiteY0" fmla="*/ 152551 h 343354"/>
              <a:gd name="connsiteX1" fmla="*/ 252562 w 252561"/>
              <a:gd name="connsiteY1" fmla="*/ 43783 h 343354"/>
              <a:gd name="connsiteX2" fmla="*/ 215691 w 252561"/>
              <a:gd name="connsiteY2" fmla="*/ 49314 h 343354"/>
              <a:gd name="connsiteX3" fmla="*/ 118446 w 252561"/>
              <a:gd name="connsiteY3" fmla="*/ 0 h 343354"/>
              <a:gd name="connsiteX4" fmla="*/ 83419 w 252561"/>
              <a:gd name="connsiteY4" fmla="*/ 108767 h 343354"/>
              <a:gd name="connsiteX5" fmla="*/ 0 w 252561"/>
              <a:gd name="connsiteY5" fmla="*/ 223065 h 343354"/>
              <a:gd name="connsiteX6" fmla="*/ 120289 w 252561"/>
              <a:gd name="connsiteY6" fmla="*/ 343355 h 343354"/>
              <a:gd name="connsiteX7" fmla="*/ 240579 w 252561"/>
              <a:gd name="connsiteY7" fmla="*/ 223065 h 343354"/>
              <a:gd name="connsiteX8" fmla="*/ 217535 w 252561"/>
              <a:gd name="connsiteY8" fmla="*/ 152551 h 343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561" h="343354">
                <a:moveTo>
                  <a:pt x="217535" y="152551"/>
                </a:moveTo>
                <a:cubicBezTo>
                  <a:pt x="183891" y="106463"/>
                  <a:pt x="198178" y="61758"/>
                  <a:pt x="252562" y="43783"/>
                </a:cubicBezTo>
                <a:cubicBezTo>
                  <a:pt x="241040" y="47471"/>
                  <a:pt x="228596" y="49314"/>
                  <a:pt x="215691" y="49314"/>
                </a:cubicBezTo>
                <a:cubicBezTo>
                  <a:pt x="175595" y="49314"/>
                  <a:pt x="140568" y="29957"/>
                  <a:pt x="118446" y="0"/>
                </a:cubicBezTo>
                <a:cubicBezTo>
                  <a:pt x="152090" y="46088"/>
                  <a:pt x="137342" y="90793"/>
                  <a:pt x="83419" y="108767"/>
                </a:cubicBezTo>
                <a:cubicBezTo>
                  <a:pt x="35027" y="124437"/>
                  <a:pt x="0" y="169603"/>
                  <a:pt x="0" y="223065"/>
                </a:cubicBezTo>
                <a:cubicBezTo>
                  <a:pt x="0" y="289432"/>
                  <a:pt x="53923" y="343355"/>
                  <a:pt x="120289" y="343355"/>
                </a:cubicBezTo>
                <a:cubicBezTo>
                  <a:pt x="186656" y="343355"/>
                  <a:pt x="240579" y="289432"/>
                  <a:pt x="240579" y="223065"/>
                </a:cubicBezTo>
                <a:cubicBezTo>
                  <a:pt x="240579" y="196795"/>
                  <a:pt x="231822" y="172369"/>
                  <a:pt x="217535" y="152551"/>
                </a:cubicBezTo>
                <a:close/>
              </a:path>
            </a:pathLst>
          </a:custGeom>
          <a:solidFill>
            <a:srgbClr val="4B2C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Freeform: Shape 13">
            <a:extLst>
              <a:ext uri="{FF2B5EF4-FFF2-40B4-BE49-F238E27FC236}">
                <a16:creationId xmlns:a16="http://schemas.microsoft.com/office/drawing/2014/main" id="{27B677D7-3C09-45BF-6AAD-AEEC5DC91760}"/>
              </a:ext>
            </a:extLst>
          </p:cNvPr>
          <p:cNvSpPr/>
          <p:nvPr/>
        </p:nvSpPr>
        <p:spPr>
          <a:xfrm>
            <a:off x="6275254" y="3139499"/>
            <a:ext cx="1585777" cy="1434018"/>
          </a:xfrm>
          <a:custGeom>
            <a:avLst/>
            <a:gdLst>
              <a:gd name="connsiteX0" fmla="*/ 211543 w 332293"/>
              <a:gd name="connsiteY0" fmla="*/ 60375 h 300493"/>
              <a:gd name="connsiteX1" fmla="*/ 174212 w 332293"/>
              <a:gd name="connsiteY1" fmla="*/ 66367 h 300493"/>
              <a:gd name="connsiteX2" fmla="*/ 82497 w 332293"/>
              <a:gd name="connsiteY2" fmla="*/ 0 h 300493"/>
              <a:gd name="connsiteX3" fmla="*/ 82497 w 332293"/>
              <a:gd name="connsiteY3" fmla="*/ 0 h 300493"/>
              <a:gd name="connsiteX4" fmla="*/ 0 w 332293"/>
              <a:gd name="connsiteY4" fmla="*/ 114298 h 300493"/>
              <a:gd name="connsiteX5" fmla="*/ 91715 w 332293"/>
              <a:gd name="connsiteY5" fmla="*/ 180665 h 300493"/>
              <a:gd name="connsiteX6" fmla="*/ 212004 w 332293"/>
              <a:gd name="connsiteY6" fmla="*/ 300493 h 300493"/>
              <a:gd name="connsiteX7" fmla="*/ 332294 w 332293"/>
              <a:gd name="connsiteY7" fmla="*/ 180204 h 300493"/>
              <a:gd name="connsiteX8" fmla="*/ 212004 w 332293"/>
              <a:gd name="connsiteY8" fmla="*/ 59914 h 300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2293" h="300493">
                <a:moveTo>
                  <a:pt x="211543" y="60375"/>
                </a:moveTo>
                <a:cubicBezTo>
                  <a:pt x="198639" y="60375"/>
                  <a:pt x="185734" y="62680"/>
                  <a:pt x="174212" y="66367"/>
                </a:cubicBezTo>
                <a:cubicBezTo>
                  <a:pt x="120289" y="83880"/>
                  <a:pt x="82497" y="56688"/>
                  <a:pt x="82497" y="0"/>
                </a:cubicBezTo>
                <a:cubicBezTo>
                  <a:pt x="82497" y="0"/>
                  <a:pt x="82497" y="0"/>
                  <a:pt x="82497" y="0"/>
                </a:cubicBezTo>
                <a:cubicBezTo>
                  <a:pt x="82497" y="53462"/>
                  <a:pt x="47931" y="98628"/>
                  <a:pt x="0" y="114298"/>
                </a:cubicBezTo>
                <a:cubicBezTo>
                  <a:pt x="53923" y="96785"/>
                  <a:pt x="91715" y="123976"/>
                  <a:pt x="91715" y="180665"/>
                </a:cubicBezTo>
                <a:cubicBezTo>
                  <a:pt x="91715" y="247031"/>
                  <a:pt x="145638" y="300493"/>
                  <a:pt x="212004" y="300493"/>
                </a:cubicBezTo>
                <a:cubicBezTo>
                  <a:pt x="278371" y="300493"/>
                  <a:pt x="332294" y="246570"/>
                  <a:pt x="332294" y="180204"/>
                </a:cubicBezTo>
                <a:cubicBezTo>
                  <a:pt x="332294" y="113837"/>
                  <a:pt x="278371" y="59914"/>
                  <a:pt x="212004" y="59914"/>
                </a:cubicBezTo>
                <a:close/>
              </a:path>
            </a:pathLst>
          </a:custGeom>
          <a:solidFill>
            <a:srgbClr val="4969A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15" name="Freeform: Shape 14">
            <a:extLst>
              <a:ext uri="{FF2B5EF4-FFF2-40B4-BE49-F238E27FC236}">
                <a16:creationId xmlns:a16="http://schemas.microsoft.com/office/drawing/2014/main" id="{DF6A4033-0333-F9CB-EB76-47B60B41C7D1}"/>
              </a:ext>
            </a:extLst>
          </p:cNvPr>
          <p:cNvSpPr/>
          <p:nvPr/>
        </p:nvSpPr>
        <p:spPr>
          <a:xfrm>
            <a:off x="6394025" y="496501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1952F0C4-4D82-E384-E3C7-B3FEAAD75853}"/>
              </a:ext>
            </a:extLst>
          </p:cNvPr>
          <p:cNvSpPr/>
          <p:nvPr/>
        </p:nvSpPr>
        <p:spPr>
          <a:xfrm>
            <a:off x="5659417" y="2701814"/>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068ACF97-17D6-26B3-A8E4-BED84A79173A}"/>
              </a:ext>
            </a:extLst>
          </p:cNvPr>
          <p:cNvSpPr/>
          <p:nvPr/>
        </p:nvSpPr>
        <p:spPr>
          <a:xfrm>
            <a:off x="4469535" y="356618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B822D119-3495-C352-8D6C-09E9FB50EF0D}"/>
              </a:ext>
            </a:extLst>
          </p:cNvPr>
          <p:cNvSpPr/>
          <p:nvPr/>
        </p:nvSpPr>
        <p:spPr>
          <a:xfrm>
            <a:off x="4924809" y="496501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53D0B6C2-D7D5-662B-F57E-60A232587E74}"/>
              </a:ext>
            </a:extLst>
          </p:cNvPr>
          <p:cNvSpPr/>
          <p:nvPr/>
        </p:nvSpPr>
        <p:spPr>
          <a:xfrm>
            <a:off x="6849299" y="3563986"/>
            <a:ext cx="870963" cy="870969"/>
          </a:xfrm>
          <a:custGeom>
            <a:avLst/>
            <a:gdLst>
              <a:gd name="connsiteX0" fmla="*/ 182508 w 182507"/>
              <a:gd name="connsiteY0" fmla="*/ 91254 h 182508"/>
              <a:gd name="connsiteX1" fmla="*/ 91254 w 182507"/>
              <a:gd name="connsiteY1" fmla="*/ 182508 h 182508"/>
              <a:gd name="connsiteX2" fmla="*/ 0 w 182507"/>
              <a:gd name="connsiteY2" fmla="*/ 91254 h 182508"/>
              <a:gd name="connsiteX3" fmla="*/ 91254 w 182507"/>
              <a:gd name="connsiteY3" fmla="*/ 0 h 182508"/>
              <a:gd name="connsiteX4" fmla="*/ 182508 w 182507"/>
              <a:gd name="connsiteY4" fmla="*/ 91254 h 182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507" h="182508">
                <a:moveTo>
                  <a:pt x="182508" y="91254"/>
                </a:moveTo>
                <a:cubicBezTo>
                  <a:pt x="182508" y="141951"/>
                  <a:pt x="141490" y="182508"/>
                  <a:pt x="91254" y="182508"/>
                </a:cubicBezTo>
                <a:cubicBezTo>
                  <a:pt x="41018" y="182508"/>
                  <a:pt x="0" y="141490"/>
                  <a:pt x="0" y="91254"/>
                </a:cubicBezTo>
                <a:cubicBezTo>
                  <a:pt x="0" y="41018"/>
                  <a:pt x="41018" y="0"/>
                  <a:pt x="91254" y="0"/>
                </a:cubicBezTo>
                <a:cubicBezTo>
                  <a:pt x="141490" y="0"/>
                  <a:pt x="182508" y="41018"/>
                  <a:pt x="182508" y="91254"/>
                </a:cubicBezTo>
                <a:close/>
              </a:path>
            </a:pathLst>
          </a:custGeom>
          <a:solidFill>
            <a:srgbClr val="FFFFFF"/>
          </a:solidFill>
          <a:ln w="46051" cap="flat">
            <a:noFill/>
            <a:prstDash val="solid"/>
            <a:miter/>
          </a:ln>
        </p:spPr>
        <p:txBody>
          <a:bodyPr rtlCol="0" anchor="ctr"/>
          <a:lstStyle/>
          <a:p>
            <a:endParaRPr lang="en-IN"/>
          </a:p>
        </p:txBody>
      </p:sp>
      <p:sp>
        <p:nvSpPr>
          <p:cNvPr id="20" name="Rectangle: Rounded Corners 19">
            <a:extLst>
              <a:ext uri="{FF2B5EF4-FFF2-40B4-BE49-F238E27FC236}">
                <a16:creationId xmlns:a16="http://schemas.microsoft.com/office/drawing/2014/main" id="{21D2D397-7A65-3E15-52EE-DEEE7D237BF1}"/>
              </a:ext>
            </a:extLst>
          </p:cNvPr>
          <p:cNvSpPr/>
          <p:nvPr/>
        </p:nvSpPr>
        <p:spPr>
          <a:xfrm>
            <a:off x="517072" y="4948715"/>
            <a:ext cx="3490434"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DA48DA0E-AB07-B92B-8FDA-DE1A06F5789F}"/>
              </a:ext>
            </a:extLst>
          </p:cNvPr>
          <p:cNvSpPr/>
          <p:nvPr/>
        </p:nvSpPr>
        <p:spPr bwMode="auto">
          <a:xfrm flipH="1" flipV="1">
            <a:off x="4007336" y="5338762"/>
            <a:ext cx="78740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6754AC"/>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63FA14A0-27B9-E202-18F9-0F12AF744580}"/>
              </a:ext>
            </a:extLst>
          </p:cNvPr>
          <p:cNvSpPr/>
          <p:nvPr/>
        </p:nvSpPr>
        <p:spPr>
          <a:xfrm>
            <a:off x="517072" y="2819025"/>
            <a:ext cx="3490434"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Freeform: Shape 46">
            <a:extLst>
              <a:ext uri="{FF2B5EF4-FFF2-40B4-BE49-F238E27FC236}">
                <a16:creationId xmlns:a16="http://schemas.microsoft.com/office/drawing/2014/main" id="{3ED00D03-51B2-905E-6EA3-369C197AF376}"/>
              </a:ext>
            </a:extLst>
          </p:cNvPr>
          <p:cNvSpPr/>
          <p:nvPr/>
        </p:nvSpPr>
        <p:spPr bwMode="auto">
          <a:xfrm flipH="1">
            <a:off x="4007336"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2181C5"/>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49" name="Rectangle: Rounded Corners 48">
            <a:extLst>
              <a:ext uri="{FF2B5EF4-FFF2-40B4-BE49-F238E27FC236}">
                <a16:creationId xmlns:a16="http://schemas.microsoft.com/office/drawing/2014/main" id="{0279D346-3B7B-270F-B771-357928391D4C}"/>
              </a:ext>
            </a:extLst>
          </p:cNvPr>
          <p:cNvSpPr/>
          <p:nvPr/>
        </p:nvSpPr>
        <p:spPr>
          <a:xfrm flipH="1">
            <a:off x="8184494" y="4948715"/>
            <a:ext cx="3490434"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Rounded Corners 52">
            <a:extLst>
              <a:ext uri="{FF2B5EF4-FFF2-40B4-BE49-F238E27FC236}">
                <a16:creationId xmlns:a16="http://schemas.microsoft.com/office/drawing/2014/main" id="{6CDD91AD-95D9-D80B-DE1C-37CFFAA3765F}"/>
              </a:ext>
            </a:extLst>
          </p:cNvPr>
          <p:cNvSpPr/>
          <p:nvPr/>
        </p:nvSpPr>
        <p:spPr>
          <a:xfrm flipH="1">
            <a:off x="8184494" y="2819025"/>
            <a:ext cx="3490434"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Freeform: Shape 55">
            <a:extLst>
              <a:ext uri="{FF2B5EF4-FFF2-40B4-BE49-F238E27FC236}">
                <a16:creationId xmlns:a16="http://schemas.microsoft.com/office/drawing/2014/main" id="{B4A60207-1031-944A-4E99-9A59BA59A85D}"/>
              </a:ext>
            </a:extLst>
          </p:cNvPr>
          <p:cNvSpPr/>
          <p:nvPr/>
        </p:nvSpPr>
        <p:spPr bwMode="auto">
          <a:xfrm>
            <a:off x="7708900" y="3468938"/>
            <a:ext cx="475764" cy="139968"/>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969A2"/>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7" name="Freeform: Shape 56">
            <a:extLst>
              <a:ext uri="{FF2B5EF4-FFF2-40B4-BE49-F238E27FC236}">
                <a16:creationId xmlns:a16="http://schemas.microsoft.com/office/drawing/2014/main" id="{C5B5773E-714C-FA1E-7A8F-36BE5D2366A6}"/>
              </a:ext>
            </a:extLst>
          </p:cNvPr>
          <p:cNvSpPr/>
          <p:nvPr/>
        </p:nvSpPr>
        <p:spPr bwMode="auto">
          <a:xfrm flipV="1">
            <a:off x="7393781" y="5338762"/>
            <a:ext cx="785950" cy="260786"/>
          </a:xfrm>
          <a:custGeom>
            <a:avLst/>
            <a:gdLst>
              <a:gd name="connsiteX0" fmla="*/ 0 w 444500"/>
              <a:gd name="connsiteY0" fmla="*/ 19050 h 19050"/>
              <a:gd name="connsiteX1" fmla="*/ 254000 w 444500"/>
              <a:gd name="connsiteY1" fmla="*/ 12700 h 19050"/>
              <a:gd name="connsiteX2" fmla="*/ 444500 w 444500"/>
              <a:gd name="connsiteY2" fmla="*/ 0 h 19050"/>
              <a:gd name="connsiteX0" fmla="*/ 0 w 920750"/>
              <a:gd name="connsiteY0" fmla="*/ 1435100 h 1536243"/>
              <a:gd name="connsiteX1" fmla="*/ 254000 w 920750"/>
              <a:gd name="connsiteY1" fmla="*/ 1428750 h 1536243"/>
              <a:gd name="connsiteX2" fmla="*/ 920750 w 920750"/>
              <a:gd name="connsiteY2" fmla="*/ 0 h 1536243"/>
              <a:gd name="connsiteX0" fmla="*/ 0 w 1536700"/>
              <a:gd name="connsiteY0" fmla="*/ 2070100 h 2070100"/>
              <a:gd name="connsiteX1" fmla="*/ 869950 w 1536700"/>
              <a:gd name="connsiteY1" fmla="*/ 1428750 h 2070100"/>
              <a:gd name="connsiteX2" fmla="*/ 1536700 w 1536700"/>
              <a:gd name="connsiteY2" fmla="*/ 0 h 2070100"/>
              <a:gd name="connsiteX0" fmla="*/ 0 w 1536700"/>
              <a:gd name="connsiteY0" fmla="*/ 2070620 h 2070620"/>
              <a:gd name="connsiteX1" fmla="*/ 1022350 w 1536700"/>
              <a:gd name="connsiteY1" fmla="*/ 318020 h 2070620"/>
              <a:gd name="connsiteX2" fmla="*/ 1536700 w 1536700"/>
              <a:gd name="connsiteY2" fmla="*/ 520 h 2070620"/>
              <a:gd name="connsiteX0" fmla="*/ 0 w 2197100"/>
              <a:gd name="connsiteY0" fmla="*/ 2120900 h 2120900"/>
              <a:gd name="connsiteX1" fmla="*/ 1022350 w 2197100"/>
              <a:gd name="connsiteY1" fmla="*/ 368300 h 2120900"/>
              <a:gd name="connsiteX2" fmla="*/ 2197100 w 2197100"/>
              <a:gd name="connsiteY2" fmla="*/ 0 h 2120900"/>
              <a:gd name="connsiteX0" fmla="*/ 0 w 2197100"/>
              <a:gd name="connsiteY0" fmla="*/ 2136469 h 2136469"/>
              <a:gd name="connsiteX1" fmla="*/ 1022350 w 2197100"/>
              <a:gd name="connsiteY1" fmla="*/ 383869 h 2136469"/>
              <a:gd name="connsiteX2" fmla="*/ 2197100 w 2197100"/>
              <a:gd name="connsiteY2" fmla="*/ 15569 h 2136469"/>
              <a:gd name="connsiteX0" fmla="*/ 0 w 2197100"/>
              <a:gd name="connsiteY0" fmla="*/ 2193356 h 2193356"/>
              <a:gd name="connsiteX1" fmla="*/ 1022350 w 2197100"/>
              <a:gd name="connsiteY1" fmla="*/ 440756 h 2193356"/>
              <a:gd name="connsiteX2" fmla="*/ 2197100 w 2197100"/>
              <a:gd name="connsiteY2" fmla="*/ 72456 h 2193356"/>
              <a:gd name="connsiteX0" fmla="*/ 0 w 2197100"/>
              <a:gd name="connsiteY0" fmla="*/ 2193356 h 2194313"/>
              <a:gd name="connsiteX1" fmla="*/ 1022350 w 2197100"/>
              <a:gd name="connsiteY1" fmla="*/ 440756 h 2194313"/>
              <a:gd name="connsiteX2" fmla="*/ 2197100 w 2197100"/>
              <a:gd name="connsiteY2" fmla="*/ 72456 h 2194313"/>
              <a:gd name="connsiteX0" fmla="*/ 0 w 2381250"/>
              <a:gd name="connsiteY0" fmla="*/ 1847075 h 1847704"/>
              <a:gd name="connsiteX1" fmla="*/ 1022350 w 2381250"/>
              <a:gd name="connsiteY1" fmla="*/ 94475 h 1847704"/>
              <a:gd name="connsiteX2" fmla="*/ 2381250 w 2381250"/>
              <a:gd name="connsiteY2" fmla="*/ 221475 h 1847704"/>
              <a:gd name="connsiteX0" fmla="*/ 0 w 2381250"/>
              <a:gd name="connsiteY0" fmla="*/ 1625600 h 1625600"/>
              <a:gd name="connsiteX1" fmla="*/ 2381250 w 2381250"/>
              <a:gd name="connsiteY1" fmla="*/ 0 h 1625600"/>
              <a:gd name="connsiteX0" fmla="*/ 0 w 2381250"/>
              <a:gd name="connsiteY0" fmla="*/ 1625600 h 1625600"/>
              <a:gd name="connsiteX1" fmla="*/ 2381250 w 2381250"/>
              <a:gd name="connsiteY1" fmla="*/ 0 h 1625600"/>
              <a:gd name="connsiteX0" fmla="*/ 0 w 2381250"/>
              <a:gd name="connsiteY0" fmla="*/ 1625600 h 1626744"/>
              <a:gd name="connsiteX1" fmla="*/ 2381250 w 2381250"/>
              <a:gd name="connsiteY1" fmla="*/ 0 h 1626744"/>
              <a:gd name="connsiteX0" fmla="*/ 0 w 2171700"/>
              <a:gd name="connsiteY0" fmla="*/ 933450 h 935512"/>
              <a:gd name="connsiteX1" fmla="*/ 2171700 w 2171700"/>
              <a:gd name="connsiteY1" fmla="*/ 0 h 935512"/>
              <a:gd name="connsiteX0" fmla="*/ 0 w 2171700"/>
              <a:gd name="connsiteY0" fmla="*/ 939172 h 940777"/>
              <a:gd name="connsiteX1" fmla="*/ 2171700 w 2171700"/>
              <a:gd name="connsiteY1" fmla="*/ 5722 h 940777"/>
              <a:gd name="connsiteX0" fmla="*/ 0 w 2239311"/>
              <a:gd name="connsiteY0" fmla="*/ 1052950 h 1054405"/>
              <a:gd name="connsiteX1" fmla="*/ 2239311 w 2239311"/>
              <a:gd name="connsiteY1" fmla="*/ 5200 h 1054405"/>
              <a:gd name="connsiteX0" fmla="*/ 0 w 2239311"/>
              <a:gd name="connsiteY0" fmla="*/ 1053527 h 1053527"/>
              <a:gd name="connsiteX1" fmla="*/ 2239311 w 2239311"/>
              <a:gd name="connsiteY1" fmla="*/ 5777 h 1053527"/>
              <a:gd name="connsiteX0" fmla="*/ 0 w 2239311"/>
              <a:gd name="connsiteY0" fmla="*/ 1049890 h 1049890"/>
              <a:gd name="connsiteX1" fmla="*/ 2239311 w 2239311"/>
              <a:gd name="connsiteY1" fmla="*/ 2140 h 1049890"/>
              <a:gd name="connsiteX0" fmla="*/ 0 w 2239311"/>
              <a:gd name="connsiteY0" fmla="*/ 1049864 h 1049864"/>
              <a:gd name="connsiteX1" fmla="*/ 2239311 w 2239311"/>
              <a:gd name="connsiteY1" fmla="*/ 2114 h 1049864"/>
            </a:gdLst>
            <a:ahLst/>
            <a:cxnLst>
              <a:cxn ang="0">
                <a:pos x="connsiteX0" y="connsiteY0"/>
              </a:cxn>
              <a:cxn ang="0">
                <a:pos x="connsiteX1" y="connsiteY1"/>
              </a:cxn>
            </a:cxnLst>
            <a:rect l="l" t="t" r="r" b="b"/>
            <a:pathLst>
              <a:path w="2239311" h="1049864">
                <a:moveTo>
                  <a:pt x="0" y="1049864"/>
                </a:moveTo>
                <a:cubicBezTo>
                  <a:pt x="750526" y="984247"/>
                  <a:pt x="1277254" y="-52919"/>
                  <a:pt x="2239311" y="2114"/>
                </a:cubicBezTo>
              </a:path>
            </a:pathLst>
          </a:custGeom>
          <a:ln>
            <a:solidFill>
              <a:srgbClr val="4B2C7F"/>
            </a:solidFill>
            <a:headEnd type="oval" w="sm" len="sm"/>
            <a:tailEnd type="none" w="sm" len="sm"/>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58" name="Rectangle: Rounded Corners 57">
            <a:extLst>
              <a:ext uri="{FF2B5EF4-FFF2-40B4-BE49-F238E27FC236}">
                <a16:creationId xmlns:a16="http://schemas.microsoft.com/office/drawing/2014/main" id="{C8D0D9AA-9FA2-6D05-3E6E-1D7FA10FDB29}"/>
              </a:ext>
            </a:extLst>
          </p:cNvPr>
          <p:cNvSpPr/>
          <p:nvPr/>
        </p:nvSpPr>
        <p:spPr>
          <a:xfrm>
            <a:off x="4350783" y="1008428"/>
            <a:ext cx="3490434"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2" name="Straight Connector 61">
            <a:extLst>
              <a:ext uri="{FF2B5EF4-FFF2-40B4-BE49-F238E27FC236}">
                <a16:creationId xmlns:a16="http://schemas.microsoft.com/office/drawing/2014/main" id="{F7BBDD89-6F3D-9374-3FB0-A6E3A374FA1C}"/>
              </a:ext>
            </a:extLst>
          </p:cNvPr>
          <p:cNvCxnSpPr>
            <a:cxnSpLocks/>
            <a:stCxn id="6" idx="0"/>
          </p:cNvCxnSpPr>
          <p:nvPr/>
        </p:nvCxnSpPr>
        <p:spPr>
          <a:xfrm flipV="1">
            <a:off x="6094903" y="2308113"/>
            <a:ext cx="1097" cy="257340"/>
          </a:xfrm>
          <a:prstGeom prst="line">
            <a:avLst/>
          </a:prstGeom>
          <a:ln>
            <a:solidFill>
              <a:srgbClr val="8D62B1"/>
            </a:solidFill>
            <a:headEnd type="oval" w="sm" len="sm"/>
            <a:tailEnd type="none" w="sm" len="sm"/>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A020A1C3-092A-1EAB-67E2-B356D03BA153}"/>
              </a:ext>
            </a:extLst>
          </p:cNvPr>
          <p:cNvSpPr txBox="1"/>
          <p:nvPr/>
        </p:nvSpPr>
        <p:spPr>
          <a:xfrm>
            <a:off x="4396381" y="1146452"/>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4" name="TextBox 63">
            <a:extLst>
              <a:ext uri="{FF2B5EF4-FFF2-40B4-BE49-F238E27FC236}">
                <a16:creationId xmlns:a16="http://schemas.microsoft.com/office/drawing/2014/main" id="{33342054-3B10-36CF-4DBD-E7908D6C793F}"/>
              </a:ext>
            </a:extLst>
          </p:cNvPr>
          <p:cNvSpPr txBox="1"/>
          <p:nvPr/>
        </p:nvSpPr>
        <p:spPr>
          <a:xfrm>
            <a:off x="54763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5" name="TextBox 64">
            <a:extLst>
              <a:ext uri="{FF2B5EF4-FFF2-40B4-BE49-F238E27FC236}">
                <a16:creationId xmlns:a16="http://schemas.microsoft.com/office/drawing/2014/main" id="{C9A65E09-02B9-E809-D4E0-620065B6C282}"/>
              </a:ext>
            </a:extLst>
          </p:cNvPr>
          <p:cNvSpPr txBox="1"/>
          <p:nvPr/>
        </p:nvSpPr>
        <p:spPr>
          <a:xfrm>
            <a:off x="54763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67" name="TextBox 66">
            <a:extLst>
              <a:ext uri="{FF2B5EF4-FFF2-40B4-BE49-F238E27FC236}">
                <a16:creationId xmlns:a16="http://schemas.microsoft.com/office/drawing/2014/main" id="{36F3596C-38B5-6EFB-5DE9-09120581013F}"/>
              </a:ext>
            </a:extLst>
          </p:cNvPr>
          <p:cNvSpPr txBox="1"/>
          <p:nvPr/>
        </p:nvSpPr>
        <p:spPr>
          <a:xfrm>
            <a:off x="8234966" y="2943693"/>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87" name="TextBox 86">
            <a:extLst>
              <a:ext uri="{FF2B5EF4-FFF2-40B4-BE49-F238E27FC236}">
                <a16:creationId xmlns:a16="http://schemas.microsoft.com/office/drawing/2014/main" id="{1A17B364-2F6E-BC84-5DB9-D139B20D9915}"/>
              </a:ext>
            </a:extLst>
          </p:cNvPr>
          <p:cNvSpPr txBox="1"/>
          <p:nvPr/>
        </p:nvSpPr>
        <p:spPr>
          <a:xfrm>
            <a:off x="8234966" y="5087178"/>
            <a:ext cx="3399238" cy="984308"/>
          </a:xfrm>
          <a:prstGeom prst="rect">
            <a:avLst/>
          </a:prstGeom>
          <a:noFill/>
          <a:ln>
            <a:noFill/>
          </a:ln>
        </p:spPr>
        <p:txBody>
          <a:bodyPr wrap="square" lIns="0" tIns="0" rIns="0" bIns="0" rtlCol="0" anchor="t">
            <a:spAutoFit/>
          </a:bodyPr>
          <a:lstStyle/>
          <a:p>
            <a:pPr lvl="0" algn="ctr">
              <a:lnSpc>
                <a:spcPct val="150000"/>
              </a:lnSpc>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pic>
        <p:nvPicPr>
          <p:cNvPr id="89" name="Graphic 88">
            <a:extLst>
              <a:ext uri="{FF2B5EF4-FFF2-40B4-BE49-F238E27FC236}">
                <a16:creationId xmlns:a16="http://schemas.microsoft.com/office/drawing/2014/main" id="{8FC6B3EE-53D6-C5F5-7ADA-6C735AE0F5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6051" y="3722705"/>
            <a:ext cx="557930" cy="557930"/>
          </a:xfrm>
          <a:prstGeom prst="rect">
            <a:avLst/>
          </a:prstGeom>
        </p:spPr>
      </p:pic>
      <p:pic>
        <p:nvPicPr>
          <p:cNvPr id="90" name="Graphic 89">
            <a:extLst>
              <a:ext uri="{FF2B5EF4-FFF2-40B4-BE49-F238E27FC236}">
                <a16:creationId xmlns:a16="http://schemas.microsoft.com/office/drawing/2014/main" id="{01B705D5-F7DE-8985-3C5C-F195E9FB135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05815" y="3722705"/>
            <a:ext cx="557930" cy="557930"/>
          </a:xfrm>
          <a:prstGeom prst="rect">
            <a:avLst/>
          </a:prstGeom>
        </p:spPr>
      </p:pic>
      <p:pic>
        <p:nvPicPr>
          <p:cNvPr id="91" name="Graphic 90">
            <a:extLst>
              <a:ext uri="{FF2B5EF4-FFF2-40B4-BE49-F238E27FC236}">
                <a16:creationId xmlns:a16="http://schemas.microsoft.com/office/drawing/2014/main" id="{BCFCC4D1-3336-53E2-177F-9115AE0D017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15933" y="2858333"/>
            <a:ext cx="557930" cy="557930"/>
          </a:xfrm>
          <a:prstGeom prst="rect">
            <a:avLst/>
          </a:prstGeom>
        </p:spPr>
      </p:pic>
      <p:pic>
        <p:nvPicPr>
          <p:cNvPr id="92" name="Graphic 91">
            <a:extLst>
              <a:ext uri="{FF2B5EF4-FFF2-40B4-BE49-F238E27FC236}">
                <a16:creationId xmlns:a16="http://schemas.microsoft.com/office/drawing/2014/main" id="{97BFCF46-2E48-369D-695F-BCA657C498C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50541" y="5121535"/>
            <a:ext cx="557930" cy="557930"/>
          </a:xfrm>
          <a:prstGeom prst="rect">
            <a:avLst/>
          </a:prstGeom>
        </p:spPr>
      </p:pic>
      <p:pic>
        <p:nvPicPr>
          <p:cNvPr id="93" name="Graphic 92">
            <a:extLst>
              <a:ext uri="{FF2B5EF4-FFF2-40B4-BE49-F238E27FC236}">
                <a16:creationId xmlns:a16="http://schemas.microsoft.com/office/drawing/2014/main" id="{85B41723-2CC9-146F-1C3B-6CE789FA4B6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81325" y="5121535"/>
            <a:ext cx="557930" cy="557930"/>
          </a:xfrm>
          <a:prstGeom prst="rect">
            <a:avLst/>
          </a:prstGeom>
        </p:spPr>
      </p:pic>
    </p:spTree>
    <p:extLst>
      <p:ext uri="{BB962C8B-B14F-4D97-AF65-F5344CB8AC3E}">
        <p14:creationId xmlns:p14="http://schemas.microsoft.com/office/powerpoint/2010/main" val="23272205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32DC5-BE12-A2FB-59B1-E4C7811E8B1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F53C7C0-9A5D-2840-9467-5A33FD8CFB25}"/>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F4C95983-B9AA-EAC1-3707-FDC20D662868}"/>
              </a:ext>
            </a:extLst>
          </p:cNvPr>
          <p:cNvSpPr>
            <a:spLocks noGrp="1"/>
          </p:cNvSpPr>
          <p:nvPr>
            <p:ph type="title"/>
          </p:nvPr>
        </p:nvSpPr>
        <p:spPr/>
        <p:txBody>
          <a:bodyPr/>
          <a:lstStyle/>
          <a:p>
            <a:r>
              <a:rPr lang="en-US" sz="1800" dirty="0"/>
              <a:t>Title</a:t>
            </a:r>
            <a:endParaRPr lang="es-MX" sz="1800" dirty="0"/>
          </a:p>
        </p:txBody>
      </p:sp>
      <p:sp>
        <p:nvSpPr>
          <p:cNvPr id="9" name="Freeform: Shape 8">
            <a:extLst>
              <a:ext uri="{FF2B5EF4-FFF2-40B4-BE49-F238E27FC236}">
                <a16:creationId xmlns:a16="http://schemas.microsoft.com/office/drawing/2014/main" id="{7B34DCEA-257B-4D21-13EF-FE0AD159413D}"/>
              </a:ext>
            </a:extLst>
          </p:cNvPr>
          <p:cNvSpPr/>
          <p:nvPr/>
        </p:nvSpPr>
        <p:spPr>
          <a:xfrm rot="18900000">
            <a:off x="1281567" y="1449475"/>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0" y="1480412"/>
                  <a:pt x="740206" y="1480412"/>
                </a:cubicBezTo>
                <a:cubicBezTo>
                  <a:pt x="331401" y="1480412"/>
                  <a:pt x="0" y="1149011"/>
                  <a:pt x="0" y="740206"/>
                </a:cubicBezTo>
                <a:cubicBezTo>
                  <a:pt x="0" y="331402"/>
                  <a:pt x="331401" y="0"/>
                  <a:pt x="740206" y="0"/>
                </a:cubicBezTo>
                <a:cubicBezTo>
                  <a:pt x="1149010" y="0"/>
                  <a:pt x="1480412" y="331402"/>
                  <a:pt x="1480412" y="740206"/>
                </a:cubicBezTo>
                <a:close/>
              </a:path>
            </a:pathLst>
          </a:custGeom>
          <a:solidFill>
            <a:srgbClr val="9164B4"/>
          </a:solidFill>
          <a:ln w="3584"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D3326B03-AA49-0241-6614-26C630A8B18D}"/>
              </a:ext>
            </a:extLst>
          </p:cNvPr>
          <p:cNvSpPr/>
          <p:nvPr/>
        </p:nvSpPr>
        <p:spPr>
          <a:xfrm rot="18900000">
            <a:off x="1477586" y="1650282"/>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25" name="Freeform: Shape 24">
            <a:extLst>
              <a:ext uri="{FF2B5EF4-FFF2-40B4-BE49-F238E27FC236}">
                <a16:creationId xmlns:a16="http://schemas.microsoft.com/office/drawing/2014/main" id="{78CBAB86-FF64-D476-F41B-3F42B57E410E}"/>
              </a:ext>
            </a:extLst>
          </p:cNvPr>
          <p:cNvSpPr/>
          <p:nvPr/>
        </p:nvSpPr>
        <p:spPr>
          <a:xfrm>
            <a:off x="977900" y="1625722"/>
            <a:ext cx="1815903" cy="1607664"/>
          </a:xfrm>
          <a:custGeom>
            <a:avLst/>
            <a:gdLst>
              <a:gd name="connsiteX0" fmla="*/ 164518 w 1815903"/>
              <a:gd name="connsiteY0" fmla="*/ 36 h 1607664"/>
              <a:gd name="connsiteX1" fmla="*/ 0 w 1815903"/>
              <a:gd name="connsiteY1" fmla="*/ 562991 h 1607664"/>
              <a:gd name="connsiteX2" fmla="*/ 305974 w 1815903"/>
              <a:gd name="connsiteY2" fmla="*/ 1301691 h 1607664"/>
              <a:gd name="connsiteX3" fmla="*/ 1044673 w 1815903"/>
              <a:gd name="connsiteY3" fmla="*/ 1607665 h 1607664"/>
              <a:gd name="connsiteX4" fmla="*/ 1473202 w 1815903"/>
              <a:gd name="connsiteY4" fmla="*/ 1515991 h 1607664"/>
              <a:gd name="connsiteX5" fmla="*/ 1815903 w 1815903"/>
              <a:gd name="connsiteY5" fmla="*/ 1267725 h 1607664"/>
              <a:gd name="connsiteX6" fmla="*/ 1732228 w 1815903"/>
              <a:gd name="connsiteY6" fmla="*/ 1191223 h 1607664"/>
              <a:gd name="connsiteX7" fmla="*/ 1044673 w 1815903"/>
              <a:gd name="connsiteY7" fmla="*/ 1494292 h 1607664"/>
              <a:gd name="connsiteX8" fmla="*/ 113373 w 1815903"/>
              <a:gd name="connsiteY8" fmla="*/ 562991 h 1607664"/>
              <a:gd name="connsiteX9" fmla="*/ 259994 w 1815903"/>
              <a:gd name="connsiteY9" fmla="*/ 61188 h 1607664"/>
              <a:gd name="connsiteX10" fmla="*/ 164554 w 1815903"/>
              <a:gd name="connsiteY10" fmla="*/ 0 h 160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5903" h="1607664">
                <a:moveTo>
                  <a:pt x="164518" y="36"/>
                </a:moveTo>
                <a:cubicBezTo>
                  <a:pt x="56884" y="167997"/>
                  <a:pt x="0" y="362643"/>
                  <a:pt x="0" y="562991"/>
                </a:cubicBezTo>
                <a:cubicBezTo>
                  <a:pt x="0" y="842030"/>
                  <a:pt x="108674" y="1104391"/>
                  <a:pt x="305974" y="1301691"/>
                </a:cubicBezTo>
                <a:cubicBezTo>
                  <a:pt x="503274" y="1498990"/>
                  <a:pt x="765635" y="1607665"/>
                  <a:pt x="1044673" y="1607665"/>
                </a:cubicBezTo>
                <a:cubicBezTo>
                  <a:pt x="1193948" y="1607665"/>
                  <a:pt x="1338094" y="1576820"/>
                  <a:pt x="1473202" y="1515991"/>
                </a:cubicBezTo>
                <a:cubicBezTo>
                  <a:pt x="1603647" y="1457242"/>
                  <a:pt x="1718957" y="1373710"/>
                  <a:pt x="1815903" y="1267725"/>
                </a:cubicBezTo>
                <a:lnTo>
                  <a:pt x="1732228" y="1191223"/>
                </a:lnTo>
                <a:cubicBezTo>
                  <a:pt x="1556089" y="1383824"/>
                  <a:pt x="1305492" y="1494292"/>
                  <a:pt x="1044673" y="1494292"/>
                </a:cubicBezTo>
                <a:cubicBezTo>
                  <a:pt x="531142" y="1494292"/>
                  <a:pt x="113373" y="1076523"/>
                  <a:pt x="113373" y="562991"/>
                </a:cubicBezTo>
                <a:cubicBezTo>
                  <a:pt x="113373" y="384378"/>
                  <a:pt x="164088" y="210857"/>
                  <a:pt x="259994" y="61188"/>
                </a:cubicBezTo>
                <a:lnTo>
                  <a:pt x="164554" y="0"/>
                </a:lnTo>
                <a:close/>
              </a:path>
            </a:pathLst>
          </a:custGeom>
          <a:solidFill>
            <a:srgbClr val="8E63B1"/>
          </a:solidFill>
          <a:ln w="3584"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B8083FBA-F50F-B5C2-6A7F-D0963571D84A}"/>
              </a:ext>
            </a:extLst>
          </p:cNvPr>
          <p:cNvSpPr/>
          <p:nvPr/>
        </p:nvSpPr>
        <p:spPr>
          <a:xfrm rot="18900000">
            <a:off x="3318278" y="2745208"/>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2" y="0"/>
                  <a:pt x="740206" y="0"/>
                </a:cubicBezTo>
                <a:cubicBezTo>
                  <a:pt x="1149011" y="0"/>
                  <a:pt x="1480412" y="331402"/>
                  <a:pt x="1480412" y="740206"/>
                </a:cubicBezTo>
                <a:close/>
              </a:path>
            </a:pathLst>
          </a:custGeom>
          <a:solidFill>
            <a:srgbClr val="4968A0"/>
          </a:solidFill>
          <a:ln w="3584"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9E347E4E-16B8-779C-5BBE-F4F8B59837F3}"/>
              </a:ext>
            </a:extLst>
          </p:cNvPr>
          <p:cNvSpPr/>
          <p:nvPr/>
        </p:nvSpPr>
        <p:spPr>
          <a:xfrm>
            <a:off x="3515143" y="2946027"/>
            <a:ext cx="1086672" cy="1086672"/>
          </a:xfrm>
          <a:custGeom>
            <a:avLst/>
            <a:gdLst>
              <a:gd name="connsiteX0" fmla="*/ 1086673 w 1086672"/>
              <a:gd name="connsiteY0" fmla="*/ 543337 h 1086672"/>
              <a:gd name="connsiteX1" fmla="*/ 543337 w 1086672"/>
              <a:gd name="connsiteY1" fmla="*/ 1086673 h 1086672"/>
              <a:gd name="connsiteX2" fmla="*/ 0 w 1086672"/>
              <a:gd name="connsiteY2" fmla="*/ 543337 h 1086672"/>
              <a:gd name="connsiteX3" fmla="*/ 543337 w 1086672"/>
              <a:gd name="connsiteY3" fmla="*/ 0 h 1086672"/>
              <a:gd name="connsiteX4" fmla="*/ 1086673 w 1086672"/>
              <a:gd name="connsiteY4" fmla="*/ 543337 h 108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2" h="1086672">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61" name="Freeform: Shape 60">
            <a:extLst>
              <a:ext uri="{FF2B5EF4-FFF2-40B4-BE49-F238E27FC236}">
                <a16:creationId xmlns:a16="http://schemas.microsoft.com/office/drawing/2014/main" id="{3DFC1A68-040B-E654-D6D2-208D8993D31D}"/>
              </a:ext>
            </a:extLst>
          </p:cNvPr>
          <p:cNvSpPr/>
          <p:nvPr/>
        </p:nvSpPr>
        <p:spPr>
          <a:xfrm>
            <a:off x="3014559" y="3084363"/>
            <a:ext cx="2089347" cy="1444760"/>
          </a:xfrm>
          <a:custGeom>
            <a:avLst/>
            <a:gdLst>
              <a:gd name="connsiteX0" fmla="*/ 2010047 w 2089347"/>
              <a:gd name="connsiteY0" fmla="*/ 0 h 1444760"/>
              <a:gd name="connsiteX1" fmla="*/ 1905318 w 2089347"/>
              <a:gd name="connsiteY1" fmla="*/ 43434 h 1444760"/>
              <a:gd name="connsiteX2" fmla="*/ 1976010 w 2089347"/>
              <a:gd name="connsiteY2" fmla="*/ 400051 h 1444760"/>
              <a:gd name="connsiteX3" fmla="*/ 1044709 w 2089347"/>
              <a:gd name="connsiteY3" fmla="*/ 1331352 h 1444760"/>
              <a:gd name="connsiteX4" fmla="*/ 113409 w 2089347"/>
              <a:gd name="connsiteY4" fmla="*/ 400051 h 1444760"/>
              <a:gd name="connsiteX5" fmla="*/ 184101 w 2089347"/>
              <a:gd name="connsiteY5" fmla="*/ 43434 h 1444760"/>
              <a:gd name="connsiteX6" fmla="*/ 79372 w 2089347"/>
              <a:gd name="connsiteY6" fmla="*/ 0 h 1444760"/>
              <a:gd name="connsiteX7" fmla="*/ 0 w 2089347"/>
              <a:gd name="connsiteY7" fmla="*/ 400087 h 1444760"/>
              <a:gd name="connsiteX8" fmla="*/ 305974 w 2089347"/>
              <a:gd name="connsiteY8" fmla="*/ 1138786 h 1444760"/>
              <a:gd name="connsiteX9" fmla="*/ 1044674 w 2089347"/>
              <a:gd name="connsiteY9" fmla="*/ 1444761 h 1444760"/>
              <a:gd name="connsiteX10" fmla="*/ 1783373 w 2089347"/>
              <a:gd name="connsiteY10" fmla="*/ 1138786 h 1444760"/>
              <a:gd name="connsiteX11" fmla="*/ 2089347 w 2089347"/>
              <a:gd name="connsiteY11" fmla="*/ 400087 h 1444760"/>
              <a:gd name="connsiteX12" fmla="*/ 2009975 w 2089347"/>
              <a:gd name="connsiteY12" fmla="*/ 0 h 144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89347" h="1444760">
                <a:moveTo>
                  <a:pt x="2010047" y="0"/>
                </a:moveTo>
                <a:lnTo>
                  <a:pt x="1905318" y="43434"/>
                </a:lnTo>
                <a:cubicBezTo>
                  <a:pt x="1952231" y="156520"/>
                  <a:pt x="1976010" y="276492"/>
                  <a:pt x="1976010" y="400051"/>
                </a:cubicBezTo>
                <a:cubicBezTo>
                  <a:pt x="1976010" y="913583"/>
                  <a:pt x="1558241" y="1331352"/>
                  <a:pt x="1044709" y="1331352"/>
                </a:cubicBezTo>
                <a:cubicBezTo>
                  <a:pt x="531178" y="1331352"/>
                  <a:pt x="113409" y="913583"/>
                  <a:pt x="113409" y="400051"/>
                </a:cubicBezTo>
                <a:cubicBezTo>
                  <a:pt x="113409" y="276492"/>
                  <a:pt x="137188" y="156520"/>
                  <a:pt x="184101" y="43434"/>
                </a:cubicBezTo>
                <a:lnTo>
                  <a:pt x="79372" y="0"/>
                </a:lnTo>
                <a:cubicBezTo>
                  <a:pt x="26720" y="126930"/>
                  <a:pt x="0" y="261536"/>
                  <a:pt x="0" y="400087"/>
                </a:cubicBezTo>
                <a:cubicBezTo>
                  <a:pt x="0" y="679126"/>
                  <a:pt x="108675" y="941487"/>
                  <a:pt x="305974" y="1138786"/>
                </a:cubicBezTo>
                <a:cubicBezTo>
                  <a:pt x="503274" y="1336086"/>
                  <a:pt x="765635" y="1444761"/>
                  <a:pt x="1044674" y="1444761"/>
                </a:cubicBezTo>
                <a:cubicBezTo>
                  <a:pt x="1323712" y="1444761"/>
                  <a:pt x="1586073" y="1336086"/>
                  <a:pt x="1783373" y="1138786"/>
                </a:cubicBezTo>
                <a:cubicBezTo>
                  <a:pt x="1980672" y="941487"/>
                  <a:pt x="2089347" y="679126"/>
                  <a:pt x="2089347" y="400087"/>
                </a:cubicBezTo>
                <a:cubicBezTo>
                  <a:pt x="2089347" y="261536"/>
                  <a:pt x="2062662" y="126930"/>
                  <a:pt x="2009975" y="0"/>
                </a:cubicBezTo>
                <a:close/>
              </a:path>
            </a:pathLst>
          </a:custGeom>
          <a:solidFill>
            <a:srgbClr val="4968A0"/>
          </a:solidFill>
          <a:ln w="3584" cap="flat">
            <a:noFill/>
            <a:prstDash val="solid"/>
            <a:miter/>
          </a:ln>
        </p:spPr>
        <p:txBody>
          <a:bodyPr rtlCol="0" anchor="ctr"/>
          <a:lstStyle/>
          <a:p>
            <a:endParaRPr lang="en-IN"/>
          </a:p>
        </p:txBody>
      </p:sp>
      <p:sp>
        <p:nvSpPr>
          <p:cNvPr id="66" name="Freeform: Shape 65">
            <a:extLst>
              <a:ext uri="{FF2B5EF4-FFF2-40B4-BE49-F238E27FC236}">
                <a16:creationId xmlns:a16="http://schemas.microsoft.com/office/drawing/2014/main" id="{10523588-6A9E-E454-4666-BCD23A68ABE6}"/>
              </a:ext>
            </a:extLst>
          </p:cNvPr>
          <p:cNvSpPr/>
          <p:nvPr/>
        </p:nvSpPr>
        <p:spPr>
          <a:xfrm rot="18900000">
            <a:off x="5355003" y="1449466"/>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1" y="0"/>
                  <a:pt x="740206" y="0"/>
                </a:cubicBezTo>
                <a:cubicBezTo>
                  <a:pt x="1149010" y="0"/>
                  <a:pt x="1480412" y="331402"/>
                  <a:pt x="1480412" y="740206"/>
                </a:cubicBezTo>
                <a:close/>
              </a:path>
            </a:pathLst>
          </a:custGeom>
          <a:solidFill>
            <a:srgbClr val="4A2D7F"/>
          </a:solidFill>
          <a:ln w="3584" cap="flat">
            <a:noFill/>
            <a:prstDash val="solid"/>
            <a:miter/>
          </a:ln>
        </p:spPr>
        <p:txBody>
          <a:bodyPr rtlCol="0" anchor="ctr"/>
          <a:lstStyle/>
          <a:p>
            <a:endParaRPr lang="en-IN"/>
          </a:p>
        </p:txBody>
      </p:sp>
      <p:sp>
        <p:nvSpPr>
          <p:cNvPr id="70" name="Freeform: Shape 69">
            <a:extLst>
              <a:ext uri="{FF2B5EF4-FFF2-40B4-BE49-F238E27FC236}">
                <a16:creationId xmlns:a16="http://schemas.microsoft.com/office/drawing/2014/main" id="{317BBED6-F4A3-FA4C-49F2-AE220879C567}"/>
              </a:ext>
            </a:extLst>
          </p:cNvPr>
          <p:cNvSpPr/>
          <p:nvPr/>
        </p:nvSpPr>
        <p:spPr>
          <a:xfrm rot="18900000">
            <a:off x="5551865" y="1650273"/>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71" name="Freeform: Shape 70">
            <a:extLst>
              <a:ext uri="{FF2B5EF4-FFF2-40B4-BE49-F238E27FC236}">
                <a16:creationId xmlns:a16="http://schemas.microsoft.com/office/drawing/2014/main" id="{2F283DB2-30F0-44EC-C5F2-104F714573AC}"/>
              </a:ext>
            </a:extLst>
          </p:cNvPr>
          <p:cNvSpPr/>
          <p:nvPr/>
        </p:nvSpPr>
        <p:spPr>
          <a:xfrm>
            <a:off x="5324770" y="2816945"/>
            <a:ext cx="1542459" cy="416442"/>
          </a:xfrm>
          <a:custGeom>
            <a:avLst/>
            <a:gdLst>
              <a:gd name="connsiteX0" fmla="*/ 1458784 w 1542459"/>
              <a:gd name="connsiteY0" fmla="*/ 0 h 416442"/>
              <a:gd name="connsiteX1" fmla="*/ 771230 w 1542459"/>
              <a:gd name="connsiteY1" fmla="*/ 303069 h 416442"/>
              <a:gd name="connsiteX2" fmla="*/ 83676 w 1542459"/>
              <a:gd name="connsiteY2" fmla="*/ 0 h 416442"/>
              <a:gd name="connsiteX3" fmla="*/ 0 w 1542459"/>
              <a:gd name="connsiteY3" fmla="*/ 76503 h 416442"/>
              <a:gd name="connsiteX4" fmla="*/ 342701 w 1542459"/>
              <a:gd name="connsiteY4" fmla="*/ 324768 h 416442"/>
              <a:gd name="connsiteX5" fmla="*/ 771230 w 1542459"/>
              <a:gd name="connsiteY5" fmla="*/ 416442 h 416442"/>
              <a:gd name="connsiteX6" fmla="*/ 1199759 w 1542459"/>
              <a:gd name="connsiteY6" fmla="*/ 324768 h 416442"/>
              <a:gd name="connsiteX7" fmla="*/ 1542460 w 1542459"/>
              <a:gd name="connsiteY7" fmla="*/ 76503 h 416442"/>
              <a:gd name="connsiteX8" fmla="*/ 1458784 w 1542459"/>
              <a:gd name="connsiteY8" fmla="*/ 0 h 416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2459" h="416442">
                <a:moveTo>
                  <a:pt x="1458784" y="0"/>
                </a:moveTo>
                <a:cubicBezTo>
                  <a:pt x="1282645" y="192601"/>
                  <a:pt x="1032049" y="303069"/>
                  <a:pt x="771230" y="303069"/>
                </a:cubicBezTo>
                <a:cubicBezTo>
                  <a:pt x="510411" y="303069"/>
                  <a:pt x="259851" y="192601"/>
                  <a:pt x="83676" y="0"/>
                </a:cubicBezTo>
                <a:lnTo>
                  <a:pt x="0" y="76503"/>
                </a:lnTo>
                <a:cubicBezTo>
                  <a:pt x="96946" y="182487"/>
                  <a:pt x="212220" y="266019"/>
                  <a:pt x="342701" y="324768"/>
                </a:cubicBezTo>
                <a:cubicBezTo>
                  <a:pt x="477773" y="385597"/>
                  <a:pt x="621955" y="416442"/>
                  <a:pt x="771230" y="416442"/>
                </a:cubicBezTo>
                <a:cubicBezTo>
                  <a:pt x="920505" y="416442"/>
                  <a:pt x="1064687" y="385597"/>
                  <a:pt x="1199759" y="324768"/>
                </a:cubicBezTo>
                <a:cubicBezTo>
                  <a:pt x="1330204" y="266019"/>
                  <a:pt x="1445514" y="182487"/>
                  <a:pt x="1542460" y="76503"/>
                </a:cubicBezTo>
                <a:lnTo>
                  <a:pt x="1458784" y="0"/>
                </a:lnTo>
                <a:close/>
              </a:path>
            </a:pathLst>
          </a:custGeom>
          <a:solidFill>
            <a:srgbClr val="4A2D7F"/>
          </a:solidFill>
          <a:ln w="3584" cap="flat">
            <a:noFill/>
            <a:prstDash val="solid"/>
            <a:miter/>
          </a:ln>
        </p:spPr>
        <p:txBody>
          <a:bodyPr rtlCol="0" anchor="ctr"/>
          <a:lstStyle/>
          <a:p>
            <a:endParaRPr lang="en-IN"/>
          </a:p>
        </p:txBody>
      </p:sp>
      <p:sp>
        <p:nvSpPr>
          <p:cNvPr id="72" name="Freeform: Shape 71">
            <a:extLst>
              <a:ext uri="{FF2B5EF4-FFF2-40B4-BE49-F238E27FC236}">
                <a16:creationId xmlns:a16="http://schemas.microsoft.com/office/drawing/2014/main" id="{56EAF9B3-E539-F056-4343-91E3F822A38D}"/>
              </a:ext>
            </a:extLst>
          </p:cNvPr>
          <p:cNvSpPr/>
          <p:nvPr/>
        </p:nvSpPr>
        <p:spPr>
          <a:xfrm rot="18900000">
            <a:off x="7391714" y="2745198"/>
            <a:ext cx="1480411" cy="1480412"/>
          </a:xfrm>
          <a:custGeom>
            <a:avLst/>
            <a:gdLst>
              <a:gd name="connsiteX0" fmla="*/ 1480412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2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2" y="740206"/>
                </a:moveTo>
                <a:cubicBezTo>
                  <a:pt x="1480412" y="1149011"/>
                  <a:pt x="1149011" y="1480412"/>
                  <a:pt x="740206" y="1480412"/>
                </a:cubicBezTo>
                <a:cubicBezTo>
                  <a:pt x="331402" y="1480412"/>
                  <a:pt x="0" y="1149011"/>
                  <a:pt x="0" y="740206"/>
                </a:cubicBezTo>
                <a:cubicBezTo>
                  <a:pt x="0" y="331402"/>
                  <a:pt x="331401" y="0"/>
                  <a:pt x="740206" y="0"/>
                </a:cubicBezTo>
                <a:cubicBezTo>
                  <a:pt x="1149011" y="0"/>
                  <a:pt x="1480412" y="331402"/>
                  <a:pt x="1480412" y="740206"/>
                </a:cubicBezTo>
                <a:close/>
              </a:path>
            </a:pathLst>
          </a:custGeom>
          <a:solidFill>
            <a:srgbClr val="227FC2"/>
          </a:solidFill>
          <a:ln w="3584" cap="flat">
            <a:noFill/>
            <a:prstDash val="solid"/>
            <a:miter/>
          </a:ln>
        </p:spPr>
        <p:txBody>
          <a:bodyPr rtlCol="0" anchor="ctr"/>
          <a:lstStyle/>
          <a:p>
            <a:endParaRPr lang="en-IN"/>
          </a:p>
        </p:txBody>
      </p:sp>
      <p:sp>
        <p:nvSpPr>
          <p:cNvPr id="75" name="Freeform: Shape 74">
            <a:extLst>
              <a:ext uri="{FF2B5EF4-FFF2-40B4-BE49-F238E27FC236}">
                <a16:creationId xmlns:a16="http://schemas.microsoft.com/office/drawing/2014/main" id="{40F4CB19-BA8D-27D7-D321-0604F086D42E}"/>
              </a:ext>
            </a:extLst>
          </p:cNvPr>
          <p:cNvSpPr/>
          <p:nvPr/>
        </p:nvSpPr>
        <p:spPr>
          <a:xfrm>
            <a:off x="7588569" y="2946027"/>
            <a:ext cx="1086672" cy="1086672"/>
          </a:xfrm>
          <a:custGeom>
            <a:avLst/>
            <a:gdLst>
              <a:gd name="connsiteX0" fmla="*/ 1086672 w 1086672"/>
              <a:gd name="connsiteY0" fmla="*/ 543337 h 1086672"/>
              <a:gd name="connsiteX1" fmla="*/ 543336 w 1086672"/>
              <a:gd name="connsiteY1" fmla="*/ 1086673 h 1086672"/>
              <a:gd name="connsiteX2" fmla="*/ 0 w 1086672"/>
              <a:gd name="connsiteY2" fmla="*/ 543337 h 1086672"/>
              <a:gd name="connsiteX3" fmla="*/ 543336 w 1086672"/>
              <a:gd name="connsiteY3" fmla="*/ 0 h 1086672"/>
              <a:gd name="connsiteX4" fmla="*/ 1086672 w 1086672"/>
              <a:gd name="connsiteY4" fmla="*/ 543337 h 1086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2" h="1086672">
                <a:moveTo>
                  <a:pt x="1086672" y="543337"/>
                </a:moveTo>
                <a:cubicBezTo>
                  <a:pt x="1086672" y="843413"/>
                  <a:pt x="843412" y="1086673"/>
                  <a:pt x="543336" y="1086673"/>
                </a:cubicBezTo>
                <a:cubicBezTo>
                  <a:pt x="243259" y="1086673"/>
                  <a:pt x="0" y="843413"/>
                  <a:pt x="0" y="543337"/>
                </a:cubicBezTo>
                <a:cubicBezTo>
                  <a:pt x="0" y="243260"/>
                  <a:pt x="243259" y="0"/>
                  <a:pt x="543336" y="0"/>
                </a:cubicBezTo>
                <a:cubicBezTo>
                  <a:pt x="843412" y="0"/>
                  <a:pt x="1086672" y="243260"/>
                  <a:pt x="1086672"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76" name="Freeform: Shape 75">
            <a:extLst>
              <a:ext uri="{FF2B5EF4-FFF2-40B4-BE49-F238E27FC236}">
                <a16:creationId xmlns:a16="http://schemas.microsoft.com/office/drawing/2014/main" id="{E0C7F7C4-4097-387F-D190-02BF64CFF298}"/>
              </a:ext>
            </a:extLst>
          </p:cNvPr>
          <p:cNvSpPr/>
          <p:nvPr/>
        </p:nvSpPr>
        <p:spPr>
          <a:xfrm>
            <a:off x="7088021" y="3084363"/>
            <a:ext cx="2089346" cy="1444760"/>
          </a:xfrm>
          <a:custGeom>
            <a:avLst/>
            <a:gdLst>
              <a:gd name="connsiteX0" fmla="*/ 79372 w 2089346"/>
              <a:gd name="connsiteY0" fmla="*/ 0 h 1444760"/>
              <a:gd name="connsiteX1" fmla="*/ 0 w 2089346"/>
              <a:gd name="connsiteY1" fmla="*/ 400087 h 1444760"/>
              <a:gd name="connsiteX2" fmla="*/ 305974 w 2089346"/>
              <a:gd name="connsiteY2" fmla="*/ 1138786 h 1444760"/>
              <a:gd name="connsiteX3" fmla="*/ 1044674 w 2089346"/>
              <a:gd name="connsiteY3" fmla="*/ 1444761 h 1444760"/>
              <a:gd name="connsiteX4" fmla="*/ 1783373 w 2089346"/>
              <a:gd name="connsiteY4" fmla="*/ 1138786 h 1444760"/>
              <a:gd name="connsiteX5" fmla="*/ 2089347 w 2089346"/>
              <a:gd name="connsiteY5" fmla="*/ 400087 h 1444760"/>
              <a:gd name="connsiteX6" fmla="*/ 2010083 w 2089346"/>
              <a:gd name="connsiteY6" fmla="*/ 215 h 1444760"/>
              <a:gd name="connsiteX7" fmla="*/ 1905354 w 2089346"/>
              <a:gd name="connsiteY7" fmla="*/ 43649 h 1444760"/>
              <a:gd name="connsiteX8" fmla="*/ 1975974 w 2089346"/>
              <a:gd name="connsiteY8" fmla="*/ 400087 h 1444760"/>
              <a:gd name="connsiteX9" fmla="*/ 1044674 w 2089346"/>
              <a:gd name="connsiteY9" fmla="*/ 1331388 h 1444760"/>
              <a:gd name="connsiteX10" fmla="*/ 113373 w 2089346"/>
              <a:gd name="connsiteY10" fmla="*/ 400087 h 1444760"/>
              <a:gd name="connsiteX11" fmla="*/ 184065 w 2089346"/>
              <a:gd name="connsiteY11" fmla="*/ 43470 h 1444760"/>
              <a:gd name="connsiteX12" fmla="*/ 79336 w 2089346"/>
              <a:gd name="connsiteY12" fmla="*/ 36 h 1444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89346" h="1444760">
                <a:moveTo>
                  <a:pt x="79372" y="0"/>
                </a:moveTo>
                <a:cubicBezTo>
                  <a:pt x="26721" y="126930"/>
                  <a:pt x="0" y="261536"/>
                  <a:pt x="0" y="400087"/>
                </a:cubicBezTo>
                <a:cubicBezTo>
                  <a:pt x="0" y="679126"/>
                  <a:pt x="108675" y="941487"/>
                  <a:pt x="305974" y="1138786"/>
                </a:cubicBezTo>
                <a:cubicBezTo>
                  <a:pt x="503274" y="1336086"/>
                  <a:pt x="765635" y="1444761"/>
                  <a:pt x="1044674" y="1444761"/>
                </a:cubicBezTo>
                <a:cubicBezTo>
                  <a:pt x="1323712" y="1444761"/>
                  <a:pt x="1586073" y="1336086"/>
                  <a:pt x="1783373" y="1138786"/>
                </a:cubicBezTo>
                <a:cubicBezTo>
                  <a:pt x="1980673" y="941487"/>
                  <a:pt x="2089347" y="679126"/>
                  <a:pt x="2089347" y="400087"/>
                </a:cubicBezTo>
                <a:cubicBezTo>
                  <a:pt x="2089347" y="261608"/>
                  <a:pt x="2062662" y="127074"/>
                  <a:pt x="2010083" y="215"/>
                </a:cubicBezTo>
                <a:lnTo>
                  <a:pt x="1905354" y="43649"/>
                </a:lnTo>
                <a:cubicBezTo>
                  <a:pt x="1952230" y="156663"/>
                  <a:pt x="1975974" y="276600"/>
                  <a:pt x="1975974" y="400087"/>
                </a:cubicBezTo>
                <a:cubicBezTo>
                  <a:pt x="1975974" y="913619"/>
                  <a:pt x="1558205" y="1331388"/>
                  <a:pt x="1044674" y="1331388"/>
                </a:cubicBezTo>
                <a:cubicBezTo>
                  <a:pt x="531142" y="1331388"/>
                  <a:pt x="113373" y="913619"/>
                  <a:pt x="113373" y="400087"/>
                </a:cubicBezTo>
                <a:cubicBezTo>
                  <a:pt x="113373" y="276528"/>
                  <a:pt x="137152" y="156556"/>
                  <a:pt x="184065" y="43470"/>
                </a:cubicBezTo>
                <a:lnTo>
                  <a:pt x="79336" y="36"/>
                </a:lnTo>
                <a:close/>
              </a:path>
            </a:pathLst>
          </a:custGeom>
          <a:solidFill>
            <a:srgbClr val="227FC2"/>
          </a:solidFill>
          <a:ln w="3584" cap="flat">
            <a:noFill/>
            <a:prstDash val="solid"/>
            <a:miter/>
          </a:ln>
        </p:spPr>
        <p:txBody>
          <a:bodyPr rtlCol="0" anchor="ctr"/>
          <a:lstStyle/>
          <a:p>
            <a:endParaRPr lang="en-IN"/>
          </a:p>
        </p:txBody>
      </p:sp>
      <p:sp>
        <p:nvSpPr>
          <p:cNvPr id="77" name="Freeform: Shape 76">
            <a:extLst>
              <a:ext uri="{FF2B5EF4-FFF2-40B4-BE49-F238E27FC236}">
                <a16:creationId xmlns:a16="http://schemas.microsoft.com/office/drawing/2014/main" id="{3F1B8141-4272-CD34-80E3-F43B36E57D1C}"/>
              </a:ext>
            </a:extLst>
          </p:cNvPr>
          <p:cNvSpPr/>
          <p:nvPr/>
        </p:nvSpPr>
        <p:spPr>
          <a:xfrm rot="18900000">
            <a:off x="9428439" y="1449457"/>
            <a:ext cx="1480411" cy="1480412"/>
          </a:xfrm>
          <a:custGeom>
            <a:avLst/>
            <a:gdLst>
              <a:gd name="connsiteX0" fmla="*/ 1480411 w 1480411"/>
              <a:gd name="connsiteY0" fmla="*/ 740206 h 1480412"/>
              <a:gd name="connsiteX1" fmla="*/ 740206 w 1480411"/>
              <a:gd name="connsiteY1" fmla="*/ 1480412 h 1480412"/>
              <a:gd name="connsiteX2" fmla="*/ 0 w 1480411"/>
              <a:gd name="connsiteY2" fmla="*/ 740206 h 1480412"/>
              <a:gd name="connsiteX3" fmla="*/ 740206 w 1480411"/>
              <a:gd name="connsiteY3" fmla="*/ 0 h 1480412"/>
              <a:gd name="connsiteX4" fmla="*/ 1480411 w 1480411"/>
              <a:gd name="connsiteY4" fmla="*/ 740206 h 148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80411" h="1480412">
                <a:moveTo>
                  <a:pt x="1480411" y="740206"/>
                </a:moveTo>
                <a:cubicBezTo>
                  <a:pt x="1480411" y="1149011"/>
                  <a:pt x="1149010" y="1480412"/>
                  <a:pt x="740206" y="1480412"/>
                </a:cubicBezTo>
                <a:cubicBezTo>
                  <a:pt x="331402" y="1480412"/>
                  <a:pt x="0" y="1149011"/>
                  <a:pt x="0" y="740206"/>
                </a:cubicBezTo>
                <a:cubicBezTo>
                  <a:pt x="0" y="331402"/>
                  <a:pt x="331402" y="0"/>
                  <a:pt x="740206" y="0"/>
                </a:cubicBezTo>
                <a:cubicBezTo>
                  <a:pt x="1149010" y="0"/>
                  <a:pt x="1480411" y="331402"/>
                  <a:pt x="1480411" y="740206"/>
                </a:cubicBezTo>
                <a:close/>
              </a:path>
            </a:pathLst>
          </a:custGeom>
          <a:solidFill>
            <a:srgbClr val="6654AB"/>
          </a:solidFill>
          <a:ln w="3584" cap="flat">
            <a:noFill/>
            <a:prstDash val="solid"/>
            <a:miter/>
          </a:ln>
        </p:spPr>
        <p:txBody>
          <a:bodyPr rtlCol="0" anchor="ctr"/>
          <a:lstStyle/>
          <a:p>
            <a:endParaRPr lang="en-IN"/>
          </a:p>
        </p:txBody>
      </p:sp>
      <p:sp>
        <p:nvSpPr>
          <p:cNvPr id="80" name="Freeform: Shape 79">
            <a:extLst>
              <a:ext uri="{FF2B5EF4-FFF2-40B4-BE49-F238E27FC236}">
                <a16:creationId xmlns:a16="http://schemas.microsoft.com/office/drawing/2014/main" id="{899D26B4-9969-00DE-44BD-0B3B05690237}"/>
              </a:ext>
            </a:extLst>
          </p:cNvPr>
          <p:cNvSpPr/>
          <p:nvPr/>
        </p:nvSpPr>
        <p:spPr>
          <a:xfrm rot="18900000">
            <a:off x="9625301" y="1650263"/>
            <a:ext cx="1086673" cy="1086673"/>
          </a:xfrm>
          <a:custGeom>
            <a:avLst/>
            <a:gdLst>
              <a:gd name="connsiteX0" fmla="*/ 1086673 w 1086673"/>
              <a:gd name="connsiteY0" fmla="*/ 543337 h 1086673"/>
              <a:gd name="connsiteX1" fmla="*/ 543337 w 1086673"/>
              <a:gd name="connsiteY1" fmla="*/ 1086673 h 1086673"/>
              <a:gd name="connsiteX2" fmla="*/ 0 w 1086673"/>
              <a:gd name="connsiteY2" fmla="*/ 543337 h 1086673"/>
              <a:gd name="connsiteX3" fmla="*/ 543337 w 1086673"/>
              <a:gd name="connsiteY3" fmla="*/ 0 h 1086673"/>
              <a:gd name="connsiteX4" fmla="*/ 1086673 w 1086673"/>
              <a:gd name="connsiteY4" fmla="*/ 543337 h 1086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6673" h="1086673">
                <a:moveTo>
                  <a:pt x="1086673" y="543337"/>
                </a:moveTo>
                <a:cubicBezTo>
                  <a:pt x="1086673" y="843413"/>
                  <a:pt x="843413" y="1086673"/>
                  <a:pt x="543337" y="1086673"/>
                </a:cubicBezTo>
                <a:cubicBezTo>
                  <a:pt x="243260" y="1086673"/>
                  <a:pt x="0" y="843413"/>
                  <a:pt x="0" y="543337"/>
                </a:cubicBezTo>
                <a:cubicBezTo>
                  <a:pt x="0" y="243260"/>
                  <a:pt x="243260" y="0"/>
                  <a:pt x="543337" y="0"/>
                </a:cubicBezTo>
                <a:cubicBezTo>
                  <a:pt x="843413" y="0"/>
                  <a:pt x="1086673" y="243260"/>
                  <a:pt x="1086673" y="543337"/>
                </a:cubicBezTo>
                <a:close/>
              </a:path>
            </a:pathLst>
          </a:custGeom>
          <a:solidFill>
            <a:srgbClr val="FFFFFF"/>
          </a:solidFill>
          <a:ln w="3584"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81" name="Freeform: Shape 80">
            <a:extLst>
              <a:ext uri="{FF2B5EF4-FFF2-40B4-BE49-F238E27FC236}">
                <a16:creationId xmlns:a16="http://schemas.microsoft.com/office/drawing/2014/main" id="{E14B9F96-4861-789D-82D2-37628F88CCD0}"/>
              </a:ext>
            </a:extLst>
          </p:cNvPr>
          <p:cNvSpPr/>
          <p:nvPr/>
        </p:nvSpPr>
        <p:spPr>
          <a:xfrm>
            <a:off x="9398447" y="1789343"/>
            <a:ext cx="1815652" cy="1444043"/>
          </a:xfrm>
          <a:custGeom>
            <a:avLst/>
            <a:gdLst>
              <a:gd name="connsiteX0" fmla="*/ 1736603 w 1815652"/>
              <a:gd name="connsiteY0" fmla="*/ 0 h 1444043"/>
              <a:gd name="connsiteX1" fmla="*/ 1631838 w 1815652"/>
              <a:gd name="connsiteY1" fmla="*/ 43326 h 1444043"/>
              <a:gd name="connsiteX2" fmla="*/ 1702279 w 1815652"/>
              <a:gd name="connsiteY2" fmla="*/ 399370 h 1444043"/>
              <a:gd name="connsiteX3" fmla="*/ 770979 w 1815652"/>
              <a:gd name="connsiteY3" fmla="*/ 1330671 h 1444043"/>
              <a:gd name="connsiteX4" fmla="*/ 83640 w 1815652"/>
              <a:gd name="connsiteY4" fmla="*/ 1027781 h 1444043"/>
              <a:gd name="connsiteX5" fmla="*/ 0 w 1815652"/>
              <a:gd name="connsiteY5" fmla="*/ 1104319 h 1444043"/>
              <a:gd name="connsiteX6" fmla="*/ 342594 w 1815652"/>
              <a:gd name="connsiteY6" fmla="*/ 1352441 h 1444043"/>
              <a:gd name="connsiteX7" fmla="*/ 770979 w 1815652"/>
              <a:gd name="connsiteY7" fmla="*/ 1444043 h 1444043"/>
              <a:gd name="connsiteX8" fmla="*/ 1509678 w 1815652"/>
              <a:gd name="connsiteY8" fmla="*/ 1138069 h 1444043"/>
              <a:gd name="connsiteX9" fmla="*/ 1815652 w 1815652"/>
              <a:gd name="connsiteY9" fmla="*/ 399370 h 1444043"/>
              <a:gd name="connsiteX10" fmla="*/ 1736603 w 1815652"/>
              <a:gd name="connsiteY10" fmla="*/ 0 h 1444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15652" h="1444043">
                <a:moveTo>
                  <a:pt x="1736603" y="0"/>
                </a:moveTo>
                <a:lnTo>
                  <a:pt x="1631838" y="43326"/>
                </a:lnTo>
                <a:cubicBezTo>
                  <a:pt x="1678572" y="156305"/>
                  <a:pt x="1702279" y="276098"/>
                  <a:pt x="1702279" y="399370"/>
                </a:cubicBezTo>
                <a:cubicBezTo>
                  <a:pt x="1702279" y="912901"/>
                  <a:pt x="1284510" y="1330671"/>
                  <a:pt x="770979" y="1330671"/>
                </a:cubicBezTo>
                <a:cubicBezTo>
                  <a:pt x="510268" y="1330671"/>
                  <a:pt x="259742" y="1220274"/>
                  <a:pt x="83640" y="1027781"/>
                </a:cubicBezTo>
                <a:lnTo>
                  <a:pt x="0" y="1104319"/>
                </a:lnTo>
                <a:cubicBezTo>
                  <a:pt x="96910" y="1210268"/>
                  <a:pt x="212184" y="1293728"/>
                  <a:pt x="342594" y="1352441"/>
                </a:cubicBezTo>
                <a:cubicBezTo>
                  <a:pt x="477629" y="1413234"/>
                  <a:pt x="621775" y="1444043"/>
                  <a:pt x="770979" y="1444043"/>
                </a:cubicBezTo>
                <a:cubicBezTo>
                  <a:pt x="1050018" y="1444043"/>
                  <a:pt x="1312378" y="1335369"/>
                  <a:pt x="1509678" y="1138069"/>
                </a:cubicBezTo>
                <a:cubicBezTo>
                  <a:pt x="1706978" y="940769"/>
                  <a:pt x="1815652" y="678408"/>
                  <a:pt x="1815652" y="399370"/>
                </a:cubicBezTo>
                <a:cubicBezTo>
                  <a:pt x="1815652" y="261177"/>
                  <a:pt x="1789040" y="126787"/>
                  <a:pt x="1736603" y="0"/>
                </a:cubicBezTo>
                <a:close/>
              </a:path>
            </a:pathLst>
          </a:custGeom>
          <a:solidFill>
            <a:srgbClr val="6654AB"/>
          </a:solidFill>
          <a:ln w="3584" cap="flat">
            <a:noFill/>
            <a:prstDash val="solid"/>
            <a:miter/>
          </a:ln>
        </p:spPr>
        <p:txBody>
          <a:bodyPr rtlCol="0" anchor="ctr"/>
          <a:lstStyle/>
          <a:p>
            <a:endParaRPr lang="en-IN"/>
          </a:p>
        </p:txBody>
      </p:sp>
      <p:grpSp>
        <p:nvGrpSpPr>
          <p:cNvPr id="864" name="Group 863">
            <a:extLst>
              <a:ext uri="{FF2B5EF4-FFF2-40B4-BE49-F238E27FC236}">
                <a16:creationId xmlns:a16="http://schemas.microsoft.com/office/drawing/2014/main" id="{435F3BF1-A4F0-A332-C4F1-B1E80F968863}"/>
              </a:ext>
            </a:extLst>
          </p:cNvPr>
          <p:cNvGrpSpPr/>
          <p:nvPr/>
        </p:nvGrpSpPr>
        <p:grpSpPr>
          <a:xfrm>
            <a:off x="1264689" y="1187187"/>
            <a:ext cx="9759262" cy="1786420"/>
            <a:chOff x="1264689" y="1250687"/>
            <a:chExt cx="9759262" cy="1786420"/>
          </a:xfrm>
        </p:grpSpPr>
        <p:sp>
          <p:nvSpPr>
            <p:cNvPr id="83" name="Freeform: Shape 82">
              <a:extLst>
                <a:ext uri="{FF2B5EF4-FFF2-40B4-BE49-F238E27FC236}">
                  <a16:creationId xmlns:a16="http://schemas.microsoft.com/office/drawing/2014/main" id="{DC6EC46A-16D0-3CB3-54A6-078965E5D4C0}"/>
                </a:ext>
              </a:extLst>
            </p:cNvPr>
            <p:cNvSpPr/>
            <p:nvPr/>
          </p:nvSpPr>
          <p:spPr>
            <a:xfrm>
              <a:off x="10970149" y="1679287"/>
              <a:ext cx="53802" cy="67298"/>
            </a:xfrm>
            <a:custGeom>
              <a:avLst/>
              <a:gdLst>
                <a:gd name="connsiteX0" fmla="*/ 14156 w 53802"/>
                <a:gd name="connsiteY0" fmla="*/ 0 h 67298"/>
                <a:gd name="connsiteX1" fmla="*/ 6158 w 53802"/>
                <a:gd name="connsiteY1" fmla="*/ 2475 h 67298"/>
                <a:gd name="connsiteX2" fmla="*/ 2500 w 53802"/>
                <a:gd name="connsiteY2" fmla="*/ 22165 h 67298"/>
                <a:gd name="connsiteX3" fmla="*/ 27570 w 53802"/>
                <a:gd name="connsiteY3" fmla="*/ 60578 h 67298"/>
                <a:gd name="connsiteX4" fmla="*/ 47082 w 53802"/>
                <a:gd name="connsiteY4" fmla="*/ 65169 h 67298"/>
                <a:gd name="connsiteX5" fmla="*/ 51672 w 53802"/>
                <a:gd name="connsiteY5" fmla="*/ 45658 h 67298"/>
                <a:gd name="connsiteX6" fmla="*/ 25848 w 53802"/>
                <a:gd name="connsiteY6" fmla="*/ 6133 h 67298"/>
                <a:gd name="connsiteX7" fmla="*/ 14156 w 53802"/>
                <a:gd name="connsiteY7" fmla="*/ 0 h 67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802" h="67298">
                  <a:moveTo>
                    <a:pt x="14156" y="0"/>
                  </a:moveTo>
                  <a:cubicBezTo>
                    <a:pt x="11394" y="0"/>
                    <a:pt x="8597" y="789"/>
                    <a:pt x="6158" y="2475"/>
                  </a:cubicBezTo>
                  <a:cubicBezTo>
                    <a:pt x="-298" y="6886"/>
                    <a:pt x="-1948" y="15745"/>
                    <a:pt x="2500" y="22165"/>
                  </a:cubicBezTo>
                  <a:cubicBezTo>
                    <a:pt x="11108" y="34718"/>
                    <a:pt x="19572" y="47630"/>
                    <a:pt x="27570" y="60578"/>
                  </a:cubicBezTo>
                  <a:cubicBezTo>
                    <a:pt x="31695" y="67249"/>
                    <a:pt x="40446" y="69293"/>
                    <a:pt x="47082" y="65169"/>
                  </a:cubicBezTo>
                  <a:cubicBezTo>
                    <a:pt x="53752" y="61044"/>
                    <a:pt x="55797" y="52293"/>
                    <a:pt x="51672" y="45658"/>
                  </a:cubicBezTo>
                  <a:cubicBezTo>
                    <a:pt x="43423" y="32315"/>
                    <a:pt x="34707" y="19009"/>
                    <a:pt x="25848" y="6133"/>
                  </a:cubicBezTo>
                  <a:cubicBezTo>
                    <a:pt x="23087" y="2116"/>
                    <a:pt x="18675" y="0"/>
                    <a:pt x="14156" y="0"/>
                  </a:cubicBezTo>
                  <a:close/>
                </a:path>
              </a:pathLst>
            </a:custGeom>
            <a:solidFill>
              <a:srgbClr val="4B2C80"/>
            </a:solidFill>
            <a:ln w="3584"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297215C1-86EA-33C2-DF83-6D1DFD783E37}"/>
                </a:ext>
              </a:extLst>
            </p:cNvPr>
            <p:cNvSpPr/>
            <p:nvPr/>
          </p:nvSpPr>
          <p:spPr>
            <a:xfrm>
              <a:off x="9167254" y="1250938"/>
              <a:ext cx="1775971" cy="1423646"/>
            </a:xfrm>
            <a:custGeom>
              <a:avLst/>
              <a:gdLst>
                <a:gd name="connsiteX0" fmla="*/ 1045032 w 1775971"/>
                <a:gd name="connsiteY0" fmla="*/ 0 h 1423646"/>
                <a:gd name="connsiteX1" fmla="*/ 1137567 w 1775971"/>
                <a:gd name="connsiteY1" fmla="*/ 8177 h 1423646"/>
                <a:gd name="connsiteX2" fmla="*/ 1149726 w 1775971"/>
                <a:gd name="connsiteY2" fmla="*/ 24138 h 1423646"/>
                <a:gd name="connsiteX3" fmla="*/ 1133765 w 1775971"/>
                <a:gd name="connsiteY3" fmla="*/ 36297 h 1423646"/>
                <a:gd name="connsiteX4" fmla="*/ 1043849 w 1775971"/>
                <a:gd name="connsiteY4" fmla="*/ 28370 h 1423646"/>
                <a:gd name="connsiteX5" fmla="*/ 1030291 w 1775971"/>
                <a:gd name="connsiteY5" fmla="*/ 13629 h 1423646"/>
                <a:gd name="connsiteX6" fmla="*/ 1044422 w 1775971"/>
                <a:gd name="connsiteY6" fmla="*/ 72 h 1423646"/>
                <a:gd name="connsiteX7" fmla="*/ 1045032 w 1775971"/>
                <a:gd name="connsiteY7" fmla="*/ 72 h 1423646"/>
                <a:gd name="connsiteX8" fmla="*/ 967023 w 1775971"/>
                <a:gd name="connsiteY8" fmla="*/ 13808 h 1423646"/>
                <a:gd name="connsiteX9" fmla="*/ 953573 w 1775971"/>
                <a:gd name="connsiteY9" fmla="*/ 28657 h 1423646"/>
                <a:gd name="connsiteX10" fmla="*/ 863728 w 1775971"/>
                <a:gd name="connsiteY10" fmla="*/ 37229 h 1423646"/>
                <a:gd name="connsiteX11" fmla="*/ 847696 w 1775971"/>
                <a:gd name="connsiteY11" fmla="*/ 25214 h 1423646"/>
                <a:gd name="connsiteX12" fmla="*/ 859712 w 1775971"/>
                <a:gd name="connsiteY12" fmla="*/ 9182 h 1423646"/>
                <a:gd name="connsiteX13" fmla="*/ 952139 w 1775971"/>
                <a:gd name="connsiteY13" fmla="*/ 359 h 1423646"/>
                <a:gd name="connsiteX14" fmla="*/ 952856 w 1775971"/>
                <a:gd name="connsiteY14" fmla="*/ 359 h 1423646"/>
                <a:gd name="connsiteX15" fmla="*/ 966987 w 1775971"/>
                <a:gd name="connsiteY15" fmla="*/ 13844 h 1423646"/>
                <a:gd name="connsiteX16" fmla="*/ 1228882 w 1775971"/>
                <a:gd name="connsiteY16" fmla="*/ 24855 h 1423646"/>
                <a:gd name="connsiteX17" fmla="*/ 1318261 w 1775971"/>
                <a:gd name="connsiteY17" fmla="*/ 49962 h 1423646"/>
                <a:gd name="connsiteX18" fmla="*/ 1327227 w 1775971"/>
                <a:gd name="connsiteY18" fmla="*/ 67859 h 1423646"/>
                <a:gd name="connsiteX19" fmla="*/ 1309330 w 1775971"/>
                <a:gd name="connsiteY19" fmla="*/ 76825 h 1423646"/>
                <a:gd name="connsiteX20" fmla="*/ 1222461 w 1775971"/>
                <a:gd name="connsiteY20" fmla="*/ 52436 h 1423646"/>
                <a:gd name="connsiteX21" fmla="*/ 1211845 w 1775971"/>
                <a:gd name="connsiteY21" fmla="*/ 35436 h 1423646"/>
                <a:gd name="connsiteX22" fmla="*/ 1225654 w 1775971"/>
                <a:gd name="connsiteY22" fmla="*/ 24461 h 1423646"/>
                <a:gd name="connsiteX23" fmla="*/ 1228846 w 1775971"/>
                <a:gd name="connsiteY23" fmla="*/ 24819 h 1423646"/>
                <a:gd name="connsiteX24" fmla="*/ 785576 w 1775971"/>
                <a:gd name="connsiteY24" fmla="*/ 36978 h 1423646"/>
                <a:gd name="connsiteX25" fmla="*/ 775103 w 1775971"/>
                <a:gd name="connsiteY25" fmla="*/ 54050 h 1423646"/>
                <a:gd name="connsiteX26" fmla="*/ 688415 w 1775971"/>
                <a:gd name="connsiteY26" fmla="*/ 79085 h 1423646"/>
                <a:gd name="connsiteX27" fmla="*/ 670446 w 1775971"/>
                <a:gd name="connsiteY27" fmla="*/ 70226 h 1423646"/>
                <a:gd name="connsiteX28" fmla="*/ 679305 w 1775971"/>
                <a:gd name="connsiteY28" fmla="*/ 52257 h 1423646"/>
                <a:gd name="connsiteX29" fmla="*/ 768540 w 1775971"/>
                <a:gd name="connsiteY29" fmla="*/ 26505 h 1423646"/>
                <a:gd name="connsiteX30" fmla="*/ 771839 w 1775971"/>
                <a:gd name="connsiteY30" fmla="*/ 26111 h 1423646"/>
                <a:gd name="connsiteX31" fmla="*/ 785612 w 1775971"/>
                <a:gd name="connsiteY31" fmla="*/ 36978 h 1423646"/>
                <a:gd name="connsiteX32" fmla="*/ 1404949 w 1775971"/>
                <a:gd name="connsiteY32" fmla="*/ 83317 h 1423646"/>
                <a:gd name="connsiteX33" fmla="*/ 1488158 w 1775971"/>
                <a:gd name="connsiteY33" fmla="*/ 124599 h 1423646"/>
                <a:gd name="connsiteX34" fmla="*/ 1493682 w 1775971"/>
                <a:gd name="connsiteY34" fmla="*/ 143859 h 1423646"/>
                <a:gd name="connsiteX35" fmla="*/ 1474421 w 1775971"/>
                <a:gd name="connsiteY35" fmla="*/ 149383 h 1423646"/>
                <a:gd name="connsiteX36" fmla="*/ 1393580 w 1775971"/>
                <a:gd name="connsiteY36" fmla="*/ 109284 h 1423646"/>
                <a:gd name="connsiteX37" fmla="*/ 1386299 w 1775971"/>
                <a:gd name="connsiteY37" fmla="*/ 90598 h 1423646"/>
                <a:gd name="connsiteX38" fmla="*/ 1399282 w 1775971"/>
                <a:gd name="connsiteY38" fmla="*/ 82134 h 1423646"/>
                <a:gd name="connsiteX39" fmla="*/ 1404985 w 1775971"/>
                <a:gd name="connsiteY39" fmla="*/ 83353 h 1423646"/>
                <a:gd name="connsiteX40" fmla="*/ 611554 w 1775971"/>
                <a:gd name="connsiteY40" fmla="*/ 93395 h 1423646"/>
                <a:gd name="connsiteX41" fmla="*/ 604417 w 1775971"/>
                <a:gd name="connsiteY41" fmla="*/ 112118 h 1423646"/>
                <a:gd name="connsiteX42" fmla="*/ 523861 w 1775971"/>
                <a:gd name="connsiteY42" fmla="*/ 152826 h 1423646"/>
                <a:gd name="connsiteX43" fmla="*/ 504565 w 1775971"/>
                <a:gd name="connsiteY43" fmla="*/ 147446 h 1423646"/>
                <a:gd name="connsiteX44" fmla="*/ 509945 w 1775971"/>
                <a:gd name="connsiteY44" fmla="*/ 128150 h 1423646"/>
                <a:gd name="connsiteX45" fmla="*/ 592868 w 1775971"/>
                <a:gd name="connsiteY45" fmla="*/ 86258 h 1423646"/>
                <a:gd name="connsiteX46" fmla="*/ 598642 w 1775971"/>
                <a:gd name="connsiteY46" fmla="*/ 85003 h 1423646"/>
                <a:gd name="connsiteX47" fmla="*/ 611590 w 1775971"/>
                <a:gd name="connsiteY47" fmla="*/ 93395 h 1423646"/>
                <a:gd name="connsiteX48" fmla="*/ 1567136 w 1775971"/>
                <a:gd name="connsiteY48" fmla="*/ 173413 h 1423646"/>
                <a:gd name="connsiteX49" fmla="*/ 1641306 w 1775971"/>
                <a:gd name="connsiteY49" fmla="*/ 229328 h 1423646"/>
                <a:gd name="connsiteX50" fmla="*/ 1643172 w 1775971"/>
                <a:gd name="connsiteY50" fmla="*/ 249270 h 1423646"/>
                <a:gd name="connsiteX51" fmla="*/ 1623230 w 1775971"/>
                <a:gd name="connsiteY51" fmla="*/ 251135 h 1423646"/>
                <a:gd name="connsiteX52" fmla="*/ 1551139 w 1775971"/>
                <a:gd name="connsiteY52" fmla="*/ 196798 h 1423646"/>
                <a:gd name="connsiteX53" fmla="*/ 1547445 w 1775971"/>
                <a:gd name="connsiteY53" fmla="*/ 177107 h 1423646"/>
                <a:gd name="connsiteX54" fmla="*/ 1559173 w 1775971"/>
                <a:gd name="connsiteY54" fmla="*/ 170938 h 1423646"/>
                <a:gd name="connsiteX55" fmla="*/ 1567171 w 1775971"/>
                <a:gd name="connsiteY55" fmla="*/ 173413 h 1423646"/>
                <a:gd name="connsiteX56" fmla="*/ 450945 w 1775971"/>
                <a:gd name="connsiteY56" fmla="*/ 181088 h 1423646"/>
                <a:gd name="connsiteX57" fmla="*/ 447394 w 1775971"/>
                <a:gd name="connsiteY57" fmla="*/ 200815 h 1423646"/>
                <a:gd name="connsiteX58" fmla="*/ 375698 w 1775971"/>
                <a:gd name="connsiteY58" fmla="*/ 255654 h 1423646"/>
                <a:gd name="connsiteX59" fmla="*/ 355720 w 1775971"/>
                <a:gd name="connsiteY59" fmla="*/ 253932 h 1423646"/>
                <a:gd name="connsiteX60" fmla="*/ 357442 w 1775971"/>
                <a:gd name="connsiteY60" fmla="*/ 233955 h 1423646"/>
                <a:gd name="connsiteX61" fmla="*/ 431219 w 1775971"/>
                <a:gd name="connsiteY61" fmla="*/ 177502 h 1423646"/>
                <a:gd name="connsiteX62" fmla="*/ 439289 w 1775971"/>
                <a:gd name="connsiteY62" fmla="*/ 174955 h 1423646"/>
                <a:gd name="connsiteX63" fmla="*/ 450945 w 1775971"/>
                <a:gd name="connsiteY63" fmla="*/ 181052 h 1423646"/>
                <a:gd name="connsiteX64" fmla="*/ 1710027 w 1775971"/>
                <a:gd name="connsiteY64" fmla="*/ 291843 h 1423646"/>
                <a:gd name="connsiteX65" fmla="*/ 1772685 w 1775971"/>
                <a:gd name="connsiteY65" fmla="*/ 360419 h 1423646"/>
                <a:gd name="connsiteX66" fmla="*/ 1770855 w 1775971"/>
                <a:gd name="connsiteY66" fmla="*/ 380361 h 1423646"/>
                <a:gd name="connsiteX67" fmla="*/ 1750914 w 1775971"/>
                <a:gd name="connsiteY67" fmla="*/ 378531 h 1423646"/>
                <a:gd name="connsiteX68" fmla="*/ 1690013 w 1775971"/>
                <a:gd name="connsiteY68" fmla="*/ 311892 h 1423646"/>
                <a:gd name="connsiteX69" fmla="*/ 1690013 w 1775971"/>
                <a:gd name="connsiteY69" fmla="*/ 291843 h 1423646"/>
                <a:gd name="connsiteX70" fmla="*/ 1700056 w 1775971"/>
                <a:gd name="connsiteY70" fmla="*/ 287682 h 1423646"/>
                <a:gd name="connsiteX71" fmla="*/ 1710063 w 1775971"/>
                <a:gd name="connsiteY71" fmla="*/ 291807 h 1423646"/>
                <a:gd name="connsiteX72" fmla="*/ 309274 w 1775971"/>
                <a:gd name="connsiteY72" fmla="*/ 296864 h 1423646"/>
                <a:gd name="connsiteX73" fmla="*/ 309381 w 1775971"/>
                <a:gd name="connsiteY73" fmla="*/ 316913 h 1423646"/>
                <a:gd name="connsiteX74" fmla="*/ 248947 w 1775971"/>
                <a:gd name="connsiteY74" fmla="*/ 383983 h 1423646"/>
                <a:gd name="connsiteX75" fmla="*/ 229005 w 1775971"/>
                <a:gd name="connsiteY75" fmla="*/ 385956 h 1423646"/>
                <a:gd name="connsiteX76" fmla="*/ 227033 w 1775971"/>
                <a:gd name="connsiteY76" fmla="*/ 366014 h 1423646"/>
                <a:gd name="connsiteX77" fmla="*/ 289188 w 1775971"/>
                <a:gd name="connsiteY77" fmla="*/ 297008 h 1423646"/>
                <a:gd name="connsiteX78" fmla="*/ 299267 w 1775971"/>
                <a:gd name="connsiteY78" fmla="*/ 292811 h 1423646"/>
                <a:gd name="connsiteX79" fmla="*/ 309238 w 1775971"/>
                <a:gd name="connsiteY79" fmla="*/ 296900 h 1423646"/>
                <a:gd name="connsiteX80" fmla="*/ 191203 w 1775971"/>
                <a:gd name="connsiteY80" fmla="*/ 436635 h 1423646"/>
                <a:gd name="connsiteX81" fmla="*/ 195004 w 1775971"/>
                <a:gd name="connsiteY81" fmla="*/ 456325 h 1423646"/>
                <a:gd name="connsiteX82" fmla="*/ 147948 w 1775971"/>
                <a:gd name="connsiteY82" fmla="*/ 533330 h 1423646"/>
                <a:gd name="connsiteX83" fmla="*/ 128723 w 1775971"/>
                <a:gd name="connsiteY83" fmla="*/ 538925 h 1423646"/>
                <a:gd name="connsiteX84" fmla="*/ 123128 w 1775971"/>
                <a:gd name="connsiteY84" fmla="*/ 519701 h 1423646"/>
                <a:gd name="connsiteX85" fmla="*/ 171547 w 1775971"/>
                <a:gd name="connsiteY85" fmla="*/ 440436 h 1423646"/>
                <a:gd name="connsiteX86" fmla="*/ 183311 w 1775971"/>
                <a:gd name="connsiteY86" fmla="*/ 434196 h 1423646"/>
                <a:gd name="connsiteX87" fmla="*/ 191238 w 1775971"/>
                <a:gd name="connsiteY87" fmla="*/ 436635 h 1423646"/>
                <a:gd name="connsiteX88" fmla="*/ 100891 w 1775971"/>
                <a:gd name="connsiteY88" fmla="*/ 595701 h 1423646"/>
                <a:gd name="connsiteX89" fmla="*/ 108244 w 1775971"/>
                <a:gd name="connsiteY89" fmla="*/ 614351 h 1423646"/>
                <a:gd name="connsiteX90" fmla="*/ 76251 w 1775971"/>
                <a:gd name="connsiteY90" fmla="*/ 698709 h 1423646"/>
                <a:gd name="connsiteX91" fmla="*/ 58390 w 1775971"/>
                <a:gd name="connsiteY91" fmla="*/ 707783 h 1423646"/>
                <a:gd name="connsiteX92" fmla="*/ 49316 w 1775971"/>
                <a:gd name="connsiteY92" fmla="*/ 689921 h 1423646"/>
                <a:gd name="connsiteX93" fmla="*/ 82241 w 1775971"/>
                <a:gd name="connsiteY93" fmla="*/ 603090 h 1423646"/>
                <a:gd name="connsiteX94" fmla="*/ 95261 w 1775971"/>
                <a:gd name="connsiteY94" fmla="*/ 594553 h 1423646"/>
                <a:gd name="connsiteX95" fmla="*/ 100891 w 1775971"/>
                <a:gd name="connsiteY95" fmla="*/ 595737 h 1423646"/>
                <a:gd name="connsiteX96" fmla="*/ 41604 w 1775971"/>
                <a:gd name="connsiteY96" fmla="*/ 768755 h 1423646"/>
                <a:gd name="connsiteX97" fmla="*/ 52292 w 1775971"/>
                <a:gd name="connsiteY97" fmla="*/ 785720 h 1423646"/>
                <a:gd name="connsiteX98" fmla="*/ 36512 w 1775971"/>
                <a:gd name="connsiteY98" fmla="*/ 874560 h 1423646"/>
                <a:gd name="connsiteX99" fmla="*/ 20623 w 1775971"/>
                <a:gd name="connsiteY99" fmla="*/ 886791 h 1423646"/>
                <a:gd name="connsiteX100" fmla="*/ 8392 w 1775971"/>
                <a:gd name="connsiteY100" fmla="*/ 870902 h 1423646"/>
                <a:gd name="connsiteX101" fmla="*/ 24604 w 1775971"/>
                <a:gd name="connsiteY101" fmla="*/ 779479 h 1423646"/>
                <a:gd name="connsiteX102" fmla="*/ 38413 w 1775971"/>
                <a:gd name="connsiteY102" fmla="*/ 768433 h 1423646"/>
                <a:gd name="connsiteX103" fmla="*/ 41532 w 1775971"/>
                <a:gd name="connsiteY103" fmla="*/ 768791 h 1423646"/>
                <a:gd name="connsiteX104" fmla="*/ 15387 w 1775971"/>
                <a:gd name="connsiteY104" fmla="*/ 949772 h 1423646"/>
                <a:gd name="connsiteX105" fmla="*/ 29015 w 1775971"/>
                <a:gd name="connsiteY105" fmla="*/ 964477 h 1423646"/>
                <a:gd name="connsiteX106" fmla="*/ 28334 w 1775971"/>
                <a:gd name="connsiteY106" fmla="*/ 1001276 h 1423646"/>
                <a:gd name="connsiteX107" fmla="*/ 29769 w 1775971"/>
                <a:gd name="connsiteY107" fmla="*/ 1054752 h 1423646"/>
                <a:gd name="connsiteX108" fmla="*/ 16390 w 1775971"/>
                <a:gd name="connsiteY108" fmla="*/ 1069672 h 1423646"/>
                <a:gd name="connsiteX109" fmla="*/ 1470 w 1775971"/>
                <a:gd name="connsiteY109" fmla="*/ 1056294 h 1423646"/>
                <a:gd name="connsiteX110" fmla="*/ 0 w 1775971"/>
                <a:gd name="connsiteY110" fmla="*/ 1001276 h 1423646"/>
                <a:gd name="connsiteX111" fmla="*/ 717 w 1775971"/>
                <a:gd name="connsiteY111" fmla="*/ 963401 h 1423646"/>
                <a:gd name="connsiteX112" fmla="*/ 14884 w 1775971"/>
                <a:gd name="connsiteY112" fmla="*/ 949772 h 1423646"/>
                <a:gd name="connsiteX113" fmla="*/ 15423 w 1775971"/>
                <a:gd name="connsiteY113" fmla="*/ 949772 h 1423646"/>
                <a:gd name="connsiteX114" fmla="*/ 38842 w 1775971"/>
                <a:gd name="connsiteY114" fmla="*/ 1144597 h 1423646"/>
                <a:gd name="connsiteX115" fmla="*/ 56166 w 1775971"/>
                <a:gd name="connsiteY115" fmla="*/ 1233186 h 1423646"/>
                <a:gd name="connsiteX116" fmla="*/ 45765 w 1775971"/>
                <a:gd name="connsiteY116" fmla="*/ 1250330 h 1423646"/>
                <a:gd name="connsiteX117" fmla="*/ 28621 w 1775971"/>
                <a:gd name="connsiteY117" fmla="*/ 1239929 h 1423646"/>
                <a:gd name="connsiteX118" fmla="*/ 10796 w 1775971"/>
                <a:gd name="connsiteY118" fmla="*/ 1148721 h 1423646"/>
                <a:gd name="connsiteX119" fmla="*/ 22739 w 1775971"/>
                <a:gd name="connsiteY119" fmla="*/ 1132617 h 1423646"/>
                <a:gd name="connsiteX120" fmla="*/ 24819 w 1775971"/>
                <a:gd name="connsiteY120" fmla="*/ 1132474 h 1423646"/>
                <a:gd name="connsiteX121" fmla="*/ 38842 w 1775971"/>
                <a:gd name="connsiteY121" fmla="*/ 1144597 h 1423646"/>
                <a:gd name="connsiteX122" fmla="*/ 81631 w 1775971"/>
                <a:gd name="connsiteY122" fmla="*/ 1319767 h 1423646"/>
                <a:gd name="connsiteX123" fmla="*/ 110360 w 1775971"/>
                <a:gd name="connsiteY123" fmla="*/ 1393006 h 1423646"/>
                <a:gd name="connsiteX124" fmla="*/ 115094 w 1775971"/>
                <a:gd name="connsiteY124" fmla="*/ 1403622 h 1423646"/>
                <a:gd name="connsiteX125" fmla="*/ 108028 w 1775971"/>
                <a:gd name="connsiteY125" fmla="*/ 1422380 h 1423646"/>
                <a:gd name="connsiteX126" fmla="*/ 89270 w 1775971"/>
                <a:gd name="connsiteY126" fmla="*/ 1415350 h 1423646"/>
                <a:gd name="connsiteX127" fmla="*/ 84393 w 1775971"/>
                <a:gd name="connsiteY127" fmla="*/ 1404411 h 1423646"/>
                <a:gd name="connsiteX128" fmla="*/ 54839 w 1775971"/>
                <a:gd name="connsiteY128" fmla="*/ 1329056 h 1423646"/>
                <a:gd name="connsiteX129" fmla="*/ 63591 w 1775971"/>
                <a:gd name="connsiteY129" fmla="*/ 1311016 h 1423646"/>
                <a:gd name="connsiteX130" fmla="*/ 68217 w 1775971"/>
                <a:gd name="connsiteY130" fmla="*/ 1310227 h 1423646"/>
                <a:gd name="connsiteX131" fmla="*/ 81596 w 1775971"/>
                <a:gd name="connsiteY131" fmla="*/ 1319767 h 1423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Lst>
              <a:rect l="l" t="t" r="r" b="b"/>
              <a:pathLst>
                <a:path w="1775971" h="1423646">
                  <a:moveTo>
                    <a:pt x="1045032" y="0"/>
                  </a:moveTo>
                  <a:cubicBezTo>
                    <a:pt x="1075913" y="1291"/>
                    <a:pt x="1107044" y="4053"/>
                    <a:pt x="1137567" y="8177"/>
                  </a:cubicBezTo>
                  <a:cubicBezTo>
                    <a:pt x="1145313" y="9218"/>
                    <a:pt x="1150765" y="16355"/>
                    <a:pt x="1149726" y="24138"/>
                  </a:cubicBezTo>
                  <a:cubicBezTo>
                    <a:pt x="1148685" y="31885"/>
                    <a:pt x="1141584" y="37337"/>
                    <a:pt x="1133765" y="36297"/>
                  </a:cubicBezTo>
                  <a:cubicBezTo>
                    <a:pt x="1104139" y="32280"/>
                    <a:pt x="1073868" y="29625"/>
                    <a:pt x="1043849" y="28370"/>
                  </a:cubicBezTo>
                  <a:cubicBezTo>
                    <a:pt x="1036029" y="28047"/>
                    <a:pt x="1029968" y="21448"/>
                    <a:pt x="1030291" y="13629"/>
                  </a:cubicBezTo>
                  <a:cubicBezTo>
                    <a:pt x="1030613" y="6026"/>
                    <a:pt x="1036890" y="72"/>
                    <a:pt x="1044422" y="72"/>
                  </a:cubicBezTo>
                  <a:cubicBezTo>
                    <a:pt x="1044638" y="72"/>
                    <a:pt x="1044817" y="72"/>
                    <a:pt x="1045032" y="72"/>
                  </a:cubicBezTo>
                  <a:close/>
                  <a:moveTo>
                    <a:pt x="967023" y="13808"/>
                  </a:moveTo>
                  <a:cubicBezTo>
                    <a:pt x="967418" y="21627"/>
                    <a:pt x="961392" y="28263"/>
                    <a:pt x="953573" y="28657"/>
                  </a:cubicBezTo>
                  <a:cubicBezTo>
                    <a:pt x="923553" y="30128"/>
                    <a:pt x="893318" y="32997"/>
                    <a:pt x="863728" y="37229"/>
                  </a:cubicBezTo>
                  <a:cubicBezTo>
                    <a:pt x="856017" y="38341"/>
                    <a:pt x="848808" y="32961"/>
                    <a:pt x="847696" y="25214"/>
                  </a:cubicBezTo>
                  <a:cubicBezTo>
                    <a:pt x="846585" y="17467"/>
                    <a:pt x="851965" y="10294"/>
                    <a:pt x="859712" y="9182"/>
                  </a:cubicBezTo>
                  <a:cubicBezTo>
                    <a:pt x="890162" y="4842"/>
                    <a:pt x="921258" y="1865"/>
                    <a:pt x="952139" y="359"/>
                  </a:cubicBezTo>
                  <a:cubicBezTo>
                    <a:pt x="952390" y="359"/>
                    <a:pt x="952605" y="359"/>
                    <a:pt x="952856" y="359"/>
                  </a:cubicBezTo>
                  <a:cubicBezTo>
                    <a:pt x="960352" y="359"/>
                    <a:pt x="966629" y="6241"/>
                    <a:pt x="966987" y="13844"/>
                  </a:cubicBezTo>
                  <a:close/>
                  <a:moveTo>
                    <a:pt x="1228882" y="24855"/>
                  </a:moveTo>
                  <a:cubicBezTo>
                    <a:pt x="1258938" y="31813"/>
                    <a:pt x="1289029" y="40278"/>
                    <a:pt x="1318261" y="49962"/>
                  </a:cubicBezTo>
                  <a:cubicBezTo>
                    <a:pt x="1325684" y="52436"/>
                    <a:pt x="1329702" y="60434"/>
                    <a:pt x="1327227" y="67859"/>
                  </a:cubicBezTo>
                  <a:cubicBezTo>
                    <a:pt x="1324752" y="75283"/>
                    <a:pt x="1316754" y="79336"/>
                    <a:pt x="1309330" y="76825"/>
                  </a:cubicBezTo>
                  <a:cubicBezTo>
                    <a:pt x="1280888" y="67393"/>
                    <a:pt x="1251693" y="59179"/>
                    <a:pt x="1222461" y="52436"/>
                  </a:cubicBezTo>
                  <a:cubicBezTo>
                    <a:pt x="1214822" y="50679"/>
                    <a:pt x="1210088" y="43075"/>
                    <a:pt x="1211845" y="35436"/>
                  </a:cubicBezTo>
                  <a:cubicBezTo>
                    <a:pt x="1213352" y="28872"/>
                    <a:pt x="1219198" y="24461"/>
                    <a:pt x="1225654" y="24461"/>
                  </a:cubicBezTo>
                  <a:cubicBezTo>
                    <a:pt x="1226694" y="24461"/>
                    <a:pt x="1227770" y="24568"/>
                    <a:pt x="1228846" y="24819"/>
                  </a:cubicBezTo>
                  <a:close/>
                  <a:moveTo>
                    <a:pt x="785576" y="36978"/>
                  </a:moveTo>
                  <a:cubicBezTo>
                    <a:pt x="787406" y="44582"/>
                    <a:pt x="782707" y="52221"/>
                    <a:pt x="775103" y="54050"/>
                  </a:cubicBezTo>
                  <a:cubicBezTo>
                    <a:pt x="745944" y="61008"/>
                    <a:pt x="716785" y="69437"/>
                    <a:pt x="688415" y="79085"/>
                  </a:cubicBezTo>
                  <a:cubicBezTo>
                    <a:pt x="680990" y="81596"/>
                    <a:pt x="672956" y="77650"/>
                    <a:pt x="670446" y="70226"/>
                  </a:cubicBezTo>
                  <a:cubicBezTo>
                    <a:pt x="667935" y="62802"/>
                    <a:pt x="671880" y="54768"/>
                    <a:pt x="679305" y="52257"/>
                  </a:cubicBezTo>
                  <a:cubicBezTo>
                    <a:pt x="708500" y="42322"/>
                    <a:pt x="738520" y="33642"/>
                    <a:pt x="768540" y="26505"/>
                  </a:cubicBezTo>
                  <a:cubicBezTo>
                    <a:pt x="769651" y="26254"/>
                    <a:pt x="770763" y="26111"/>
                    <a:pt x="771839" y="26111"/>
                  </a:cubicBezTo>
                  <a:cubicBezTo>
                    <a:pt x="778260" y="26111"/>
                    <a:pt x="784070" y="30486"/>
                    <a:pt x="785612" y="36978"/>
                  </a:cubicBezTo>
                  <a:close/>
                  <a:moveTo>
                    <a:pt x="1404949" y="83317"/>
                  </a:moveTo>
                  <a:cubicBezTo>
                    <a:pt x="1433175" y="95727"/>
                    <a:pt x="1461187" y="109607"/>
                    <a:pt x="1488158" y="124599"/>
                  </a:cubicBezTo>
                  <a:cubicBezTo>
                    <a:pt x="1495008" y="128401"/>
                    <a:pt x="1497484" y="137045"/>
                    <a:pt x="1493682" y="143859"/>
                  </a:cubicBezTo>
                  <a:cubicBezTo>
                    <a:pt x="1489880" y="150710"/>
                    <a:pt x="1481236" y="153149"/>
                    <a:pt x="1474421" y="149383"/>
                  </a:cubicBezTo>
                  <a:cubicBezTo>
                    <a:pt x="1448204" y="134821"/>
                    <a:pt x="1421017" y="121335"/>
                    <a:pt x="1393580" y="109284"/>
                  </a:cubicBezTo>
                  <a:cubicBezTo>
                    <a:pt x="1386406" y="106128"/>
                    <a:pt x="1383178" y="97771"/>
                    <a:pt x="1386299" y="90598"/>
                  </a:cubicBezTo>
                  <a:cubicBezTo>
                    <a:pt x="1388630" y="85290"/>
                    <a:pt x="1393830" y="82134"/>
                    <a:pt x="1399282" y="82134"/>
                  </a:cubicBezTo>
                  <a:cubicBezTo>
                    <a:pt x="1401183" y="82134"/>
                    <a:pt x="1403120" y="82528"/>
                    <a:pt x="1404985" y="83353"/>
                  </a:cubicBezTo>
                  <a:close/>
                  <a:moveTo>
                    <a:pt x="611554" y="93395"/>
                  </a:moveTo>
                  <a:cubicBezTo>
                    <a:pt x="614746" y="100533"/>
                    <a:pt x="611554" y="108926"/>
                    <a:pt x="604417" y="112118"/>
                  </a:cubicBezTo>
                  <a:cubicBezTo>
                    <a:pt x="577086" y="124384"/>
                    <a:pt x="549971" y="138049"/>
                    <a:pt x="523861" y="152826"/>
                  </a:cubicBezTo>
                  <a:cubicBezTo>
                    <a:pt x="517046" y="156663"/>
                    <a:pt x="508403" y="154260"/>
                    <a:pt x="504565" y="147446"/>
                  </a:cubicBezTo>
                  <a:cubicBezTo>
                    <a:pt x="500727" y="140631"/>
                    <a:pt x="503131" y="131987"/>
                    <a:pt x="509945" y="128150"/>
                  </a:cubicBezTo>
                  <a:cubicBezTo>
                    <a:pt x="536808" y="112978"/>
                    <a:pt x="564712" y="98883"/>
                    <a:pt x="592868" y="86258"/>
                  </a:cubicBezTo>
                  <a:cubicBezTo>
                    <a:pt x="594732" y="85433"/>
                    <a:pt x="596705" y="85003"/>
                    <a:pt x="598642" y="85003"/>
                  </a:cubicBezTo>
                  <a:cubicBezTo>
                    <a:pt x="604057" y="85003"/>
                    <a:pt x="609222" y="88123"/>
                    <a:pt x="611590" y="93395"/>
                  </a:cubicBezTo>
                  <a:close/>
                  <a:moveTo>
                    <a:pt x="1567136" y="173413"/>
                  </a:moveTo>
                  <a:cubicBezTo>
                    <a:pt x="1592565" y="190808"/>
                    <a:pt x="1617528" y="209638"/>
                    <a:pt x="1641306" y="229328"/>
                  </a:cubicBezTo>
                  <a:cubicBezTo>
                    <a:pt x="1647333" y="234314"/>
                    <a:pt x="1648157" y="243244"/>
                    <a:pt x="1643172" y="249270"/>
                  </a:cubicBezTo>
                  <a:cubicBezTo>
                    <a:pt x="1638187" y="255295"/>
                    <a:pt x="1629256" y="256120"/>
                    <a:pt x="1623230" y="251135"/>
                  </a:cubicBezTo>
                  <a:cubicBezTo>
                    <a:pt x="1600132" y="231982"/>
                    <a:pt x="1575887" y="213691"/>
                    <a:pt x="1551139" y="196798"/>
                  </a:cubicBezTo>
                  <a:cubicBezTo>
                    <a:pt x="1544683" y="192386"/>
                    <a:pt x="1543034" y="183563"/>
                    <a:pt x="1547445" y="177107"/>
                  </a:cubicBezTo>
                  <a:cubicBezTo>
                    <a:pt x="1550207" y="173090"/>
                    <a:pt x="1554618" y="170938"/>
                    <a:pt x="1559173" y="170938"/>
                  </a:cubicBezTo>
                  <a:cubicBezTo>
                    <a:pt x="1561935" y="170938"/>
                    <a:pt x="1564697" y="171727"/>
                    <a:pt x="1567171" y="173413"/>
                  </a:cubicBezTo>
                  <a:close/>
                  <a:moveTo>
                    <a:pt x="450945" y="181088"/>
                  </a:moveTo>
                  <a:cubicBezTo>
                    <a:pt x="455392" y="187508"/>
                    <a:pt x="453815" y="196331"/>
                    <a:pt x="447394" y="200815"/>
                  </a:cubicBezTo>
                  <a:cubicBezTo>
                    <a:pt x="422790" y="217923"/>
                    <a:pt x="398652" y="236358"/>
                    <a:pt x="375698" y="255654"/>
                  </a:cubicBezTo>
                  <a:cubicBezTo>
                    <a:pt x="369708" y="260675"/>
                    <a:pt x="360777" y="259922"/>
                    <a:pt x="355720" y="253932"/>
                  </a:cubicBezTo>
                  <a:cubicBezTo>
                    <a:pt x="350699" y="247943"/>
                    <a:pt x="351452" y="239012"/>
                    <a:pt x="357442" y="233955"/>
                  </a:cubicBezTo>
                  <a:cubicBezTo>
                    <a:pt x="381042" y="214085"/>
                    <a:pt x="405861" y="195112"/>
                    <a:pt x="431219" y="177502"/>
                  </a:cubicBezTo>
                  <a:cubicBezTo>
                    <a:pt x="433693" y="175780"/>
                    <a:pt x="436491" y="174955"/>
                    <a:pt x="439289" y="174955"/>
                  </a:cubicBezTo>
                  <a:cubicBezTo>
                    <a:pt x="443772" y="174955"/>
                    <a:pt x="448183" y="177071"/>
                    <a:pt x="450945" y="181052"/>
                  </a:cubicBezTo>
                  <a:close/>
                  <a:moveTo>
                    <a:pt x="1710027" y="291843"/>
                  </a:moveTo>
                  <a:cubicBezTo>
                    <a:pt x="1731869" y="313650"/>
                    <a:pt x="1752958" y="336712"/>
                    <a:pt x="1772685" y="360419"/>
                  </a:cubicBezTo>
                  <a:cubicBezTo>
                    <a:pt x="1777706" y="366445"/>
                    <a:pt x="1776881" y="375375"/>
                    <a:pt x="1770855" y="380361"/>
                  </a:cubicBezTo>
                  <a:cubicBezTo>
                    <a:pt x="1764830" y="385382"/>
                    <a:pt x="1755899" y="384557"/>
                    <a:pt x="1750914" y="378531"/>
                  </a:cubicBezTo>
                  <a:cubicBezTo>
                    <a:pt x="1731725" y="355505"/>
                    <a:pt x="1711245" y="333089"/>
                    <a:pt x="1690013" y="311892"/>
                  </a:cubicBezTo>
                  <a:cubicBezTo>
                    <a:pt x="1684489" y="306369"/>
                    <a:pt x="1684454" y="297402"/>
                    <a:pt x="1690013" y="291843"/>
                  </a:cubicBezTo>
                  <a:cubicBezTo>
                    <a:pt x="1692775" y="289081"/>
                    <a:pt x="1696397" y="287682"/>
                    <a:pt x="1700056" y="287682"/>
                  </a:cubicBezTo>
                  <a:cubicBezTo>
                    <a:pt x="1703714" y="287682"/>
                    <a:pt x="1707301" y="289045"/>
                    <a:pt x="1710063" y="291807"/>
                  </a:cubicBezTo>
                  <a:close/>
                  <a:moveTo>
                    <a:pt x="309274" y="296864"/>
                  </a:moveTo>
                  <a:cubicBezTo>
                    <a:pt x="314833" y="302352"/>
                    <a:pt x="314905" y="311354"/>
                    <a:pt x="309381" y="316913"/>
                  </a:cubicBezTo>
                  <a:cubicBezTo>
                    <a:pt x="288328" y="338254"/>
                    <a:pt x="267992" y="360814"/>
                    <a:pt x="248947" y="383983"/>
                  </a:cubicBezTo>
                  <a:cubicBezTo>
                    <a:pt x="243998" y="390045"/>
                    <a:pt x="235067" y="390905"/>
                    <a:pt x="229005" y="385956"/>
                  </a:cubicBezTo>
                  <a:cubicBezTo>
                    <a:pt x="222944" y="381006"/>
                    <a:pt x="222083" y="372076"/>
                    <a:pt x="227033" y="366014"/>
                  </a:cubicBezTo>
                  <a:cubicBezTo>
                    <a:pt x="246616" y="342163"/>
                    <a:pt x="267525" y="318958"/>
                    <a:pt x="289188" y="297008"/>
                  </a:cubicBezTo>
                  <a:cubicBezTo>
                    <a:pt x="291950" y="294210"/>
                    <a:pt x="295609" y="292811"/>
                    <a:pt x="299267" y="292811"/>
                  </a:cubicBezTo>
                  <a:cubicBezTo>
                    <a:pt x="302925" y="292811"/>
                    <a:pt x="306476" y="294174"/>
                    <a:pt x="309238" y="296900"/>
                  </a:cubicBezTo>
                  <a:close/>
                  <a:moveTo>
                    <a:pt x="191203" y="436635"/>
                  </a:moveTo>
                  <a:cubicBezTo>
                    <a:pt x="197694" y="441010"/>
                    <a:pt x="199379" y="449833"/>
                    <a:pt x="195004" y="456325"/>
                  </a:cubicBezTo>
                  <a:cubicBezTo>
                    <a:pt x="178183" y="481180"/>
                    <a:pt x="162366" y="507076"/>
                    <a:pt x="147948" y="533330"/>
                  </a:cubicBezTo>
                  <a:cubicBezTo>
                    <a:pt x="144182" y="540180"/>
                    <a:pt x="135574" y="542691"/>
                    <a:pt x="128723" y="538925"/>
                  </a:cubicBezTo>
                  <a:cubicBezTo>
                    <a:pt x="121873" y="535159"/>
                    <a:pt x="119363" y="526551"/>
                    <a:pt x="123128" y="519701"/>
                  </a:cubicBezTo>
                  <a:cubicBezTo>
                    <a:pt x="137941" y="492693"/>
                    <a:pt x="154260" y="466009"/>
                    <a:pt x="171547" y="440436"/>
                  </a:cubicBezTo>
                  <a:cubicBezTo>
                    <a:pt x="174273" y="436384"/>
                    <a:pt x="178756" y="434196"/>
                    <a:pt x="183311" y="434196"/>
                  </a:cubicBezTo>
                  <a:cubicBezTo>
                    <a:pt x="186037" y="434196"/>
                    <a:pt x="188799" y="434985"/>
                    <a:pt x="191238" y="436635"/>
                  </a:cubicBezTo>
                  <a:close/>
                  <a:moveTo>
                    <a:pt x="100891" y="595701"/>
                  </a:moveTo>
                  <a:cubicBezTo>
                    <a:pt x="108064" y="598821"/>
                    <a:pt x="111365" y="607142"/>
                    <a:pt x="108244" y="614351"/>
                  </a:cubicBezTo>
                  <a:cubicBezTo>
                    <a:pt x="96336" y="641861"/>
                    <a:pt x="85576" y="670231"/>
                    <a:pt x="76251" y="698709"/>
                  </a:cubicBezTo>
                  <a:cubicBezTo>
                    <a:pt x="73812" y="706133"/>
                    <a:pt x="65814" y="710222"/>
                    <a:pt x="58390" y="707783"/>
                  </a:cubicBezTo>
                  <a:cubicBezTo>
                    <a:pt x="50966" y="705344"/>
                    <a:pt x="46876" y="697346"/>
                    <a:pt x="49316" y="689921"/>
                  </a:cubicBezTo>
                  <a:cubicBezTo>
                    <a:pt x="58892" y="660619"/>
                    <a:pt x="69975" y="631388"/>
                    <a:pt x="82241" y="603090"/>
                  </a:cubicBezTo>
                  <a:cubicBezTo>
                    <a:pt x="84572" y="597745"/>
                    <a:pt x="89773" y="594553"/>
                    <a:pt x="95261" y="594553"/>
                  </a:cubicBezTo>
                  <a:cubicBezTo>
                    <a:pt x="97125" y="594553"/>
                    <a:pt x="99062" y="594912"/>
                    <a:pt x="100891" y="595737"/>
                  </a:cubicBezTo>
                  <a:close/>
                  <a:moveTo>
                    <a:pt x="41604" y="768755"/>
                  </a:moveTo>
                  <a:cubicBezTo>
                    <a:pt x="49244" y="770477"/>
                    <a:pt x="54015" y="778080"/>
                    <a:pt x="52292" y="785720"/>
                  </a:cubicBezTo>
                  <a:cubicBezTo>
                    <a:pt x="45693" y="814915"/>
                    <a:pt x="40385" y="844792"/>
                    <a:pt x="36512" y="874560"/>
                  </a:cubicBezTo>
                  <a:cubicBezTo>
                    <a:pt x="35507" y="882308"/>
                    <a:pt x="28442" y="887795"/>
                    <a:pt x="20623" y="886791"/>
                  </a:cubicBezTo>
                  <a:cubicBezTo>
                    <a:pt x="12875" y="885787"/>
                    <a:pt x="7389" y="878685"/>
                    <a:pt x="8392" y="870902"/>
                  </a:cubicBezTo>
                  <a:cubicBezTo>
                    <a:pt x="12374" y="840272"/>
                    <a:pt x="17825" y="809499"/>
                    <a:pt x="24604" y="779479"/>
                  </a:cubicBezTo>
                  <a:cubicBezTo>
                    <a:pt x="26075" y="772880"/>
                    <a:pt x="31956" y="768433"/>
                    <a:pt x="38413" y="768433"/>
                  </a:cubicBezTo>
                  <a:cubicBezTo>
                    <a:pt x="39453" y="768433"/>
                    <a:pt x="40493" y="768540"/>
                    <a:pt x="41532" y="768791"/>
                  </a:cubicBezTo>
                  <a:close/>
                  <a:moveTo>
                    <a:pt x="15387" y="949772"/>
                  </a:moveTo>
                  <a:cubicBezTo>
                    <a:pt x="23205" y="950059"/>
                    <a:pt x="29302" y="956622"/>
                    <a:pt x="29015" y="964477"/>
                  </a:cubicBezTo>
                  <a:cubicBezTo>
                    <a:pt x="28549" y="976707"/>
                    <a:pt x="28334" y="989081"/>
                    <a:pt x="28334" y="1001276"/>
                  </a:cubicBezTo>
                  <a:cubicBezTo>
                    <a:pt x="28334" y="1019101"/>
                    <a:pt x="28837" y="1037070"/>
                    <a:pt x="29769" y="1054752"/>
                  </a:cubicBezTo>
                  <a:cubicBezTo>
                    <a:pt x="30199" y="1062571"/>
                    <a:pt x="24210" y="1069242"/>
                    <a:pt x="16390" y="1069672"/>
                  </a:cubicBezTo>
                  <a:cubicBezTo>
                    <a:pt x="8500" y="1070031"/>
                    <a:pt x="1901" y="1064113"/>
                    <a:pt x="1470" y="1056294"/>
                  </a:cubicBezTo>
                  <a:cubicBezTo>
                    <a:pt x="502" y="1038110"/>
                    <a:pt x="0" y="1019603"/>
                    <a:pt x="0" y="1001276"/>
                  </a:cubicBezTo>
                  <a:cubicBezTo>
                    <a:pt x="0" y="988722"/>
                    <a:pt x="250" y="975990"/>
                    <a:pt x="717" y="963401"/>
                  </a:cubicBezTo>
                  <a:cubicBezTo>
                    <a:pt x="1004" y="955761"/>
                    <a:pt x="7281" y="949772"/>
                    <a:pt x="14884" y="949772"/>
                  </a:cubicBezTo>
                  <a:cubicBezTo>
                    <a:pt x="15064" y="949772"/>
                    <a:pt x="15243" y="949772"/>
                    <a:pt x="15423" y="949772"/>
                  </a:cubicBezTo>
                  <a:close/>
                  <a:moveTo>
                    <a:pt x="38842" y="1144597"/>
                  </a:moveTo>
                  <a:cubicBezTo>
                    <a:pt x="43219" y="1174294"/>
                    <a:pt x="49065" y="1204135"/>
                    <a:pt x="56166" y="1233186"/>
                  </a:cubicBezTo>
                  <a:cubicBezTo>
                    <a:pt x="58031" y="1240790"/>
                    <a:pt x="53368" y="1248465"/>
                    <a:pt x="45765" y="1250330"/>
                  </a:cubicBezTo>
                  <a:cubicBezTo>
                    <a:pt x="38161" y="1252195"/>
                    <a:pt x="30486" y="1247533"/>
                    <a:pt x="28621" y="1239929"/>
                  </a:cubicBezTo>
                  <a:cubicBezTo>
                    <a:pt x="21304" y="1210017"/>
                    <a:pt x="15315" y="1179315"/>
                    <a:pt x="10796" y="1148721"/>
                  </a:cubicBezTo>
                  <a:cubicBezTo>
                    <a:pt x="9648" y="1140974"/>
                    <a:pt x="14992" y="1133765"/>
                    <a:pt x="22739" y="1132617"/>
                  </a:cubicBezTo>
                  <a:cubicBezTo>
                    <a:pt x="23457" y="1132510"/>
                    <a:pt x="24138" y="1132474"/>
                    <a:pt x="24819" y="1132474"/>
                  </a:cubicBezTo>
                  <a:cubicBezTo>
                    <a:pt x="31741" y="1132474"/>
                    <a:pt x="37803" y="1137531"/>
                    <a:pt x="38842" y="1144597"/>
                  </a:cubicBezTo>
                  <a:close/>
                  <a:moveTo>
                    <a:pt x="81631" y="1319767"/>
                  </a:moveTo>
                  <a:cubicBezTo>
                    <a:pt x="90167" y="1344443"/>
                    <a:pt x="99815" y="1369047"/>
                    <a:pt x="110360" y="1393006"/>
                  </a:cubicBezTo>
                  <a:cubicBezTo>
                    <a:pt x="111902" y="1396557"/>
                    <a:pt x="113480" y="1400107"/>
                    <a:pt x="115094" y="1403622"/>
                  </a:cubicBezTo>
                  <a:cubicBezTo>
                    <a:pt x="118322" y="1410760"/>
                    <a:pt x="115166" y="1419152"/>
                    <a:pt x="108028" y="1422380"/>
                  </a:cubicBezTo>
                  <a:cubicBezTo>
                    <a:pt x="100927" y="1425608"/>
                    <a:pt x="92499" y="1422452"/>
                    <a:pt x="89270" y="1415350"/>
                  </a:cubicBezTo>
                  <a:cubicBezTo>
                    <a:pt x="87621" y="1411728"/>
                    <a:pt x="86007" y="1408070"/>
                    <a:pt x="84393" y="1404411"/>
                  </a:cubicBezTo>
                  <a:cubicBezTo>
                    <a:pt x="73562" y="1379807"/>
                    <a:pt x="63627" y="1354450"/>
                    <a:pt x="54839" y="1329056"/>
                  </a:cubicBezTo>
                  <a:cubicBezTo>
                    <a:pt x="52292" y="1321668"/>
                    <a:pt x="56202" y="1313598"/>
                    <a:pt x="63591" y="1311016"/>
                  </a:cubicBezTo>
                  <a:cubicBezTo>
                    <a:pt x="65133" y="1310478"/>
                    <a:pt x="66675" y="1310227"/>
                    <a:pt x="68217" y="1310227"/>
                  </a:cubicBezTo>
                  <a:cubicBezTo>
                    <a:pt x="74099" y="1310227"/>
                    <a:pt x="79587" y="1313921"/>
                    <a:pt x="81596" y="1319767"/>
                  </a:cubicBezTo>
                  <a:close/>
                </a:path>
              </a:pathLst>
            </a:custGeom>
            <a:solidFill>
              <a:srgbClr val="4B2C80"/>
            </a:solidFill>
            <a:ln w="3584" cap="flat">
              <a:noFill/>
              <a:prstDash val="solid"/>
              <a:miter/>
            </a:ln>
          </p:spPr>
          <p:txBody>
            <a:bodyPr rtlCol="0" anchor="ctr"/>
            <a:lstStyle/>
            <a:p>
              <a:endParaRPr lang="en-IN"/>
            </a:p>
          </p:txBody>
        </p:sp>
        <p:sp>
          <p:nvSpPr>
            <p:cNvPr id="85" name="Freeform: Shape 84">
              <a:extLst>
                <a:ext uri="{FF2B5EF4-FFF2-40B4-BE49-F238E27FC236}">
                  <a16:creationId xmlns:a16="http://schemas.microsoft.com/office/drawing/2014/main" id="{C4790411-67E2-4056-51CD-66E0A64BC8A8}"/>
                </a:ext>
              </a:extLst>
            </p:cNvPr>
            <p:cNvSpPr/>
            <p:nvPr/>
          </p:nvSpPr>
          <p:spPr>
            <a:xfrm>
              <a:off x="9282284" y="2728587"/>
              <a:ext cx="73051" cy="93172"/>
            </a:xfrm>
            <a:custGeom>
              <a:avLst/>
              <a:gdLst>
                <a:gd name="connsiteX0" fmla="*/ 29331 w 73051"/>
                <a:gd name="connsiteY0" fmla="*/ 0 h 93172"/>
                <a:gd name="connsiteX1" fmla="*/ 22301 w 73051"/>
                <a:gd name="connsiteY1" fmla="*/ 1865 h 93172"/>
                <a:gd name="connsiteX2" fmla="*/ 17064 w 73051"/>
                <a:gd name="connsiteY2" fmla="*/ 21197 h 93172"/>
                <a:gd name="connsiteX3" fmla="*/ 33958 w 73051"/>
                <a:gd name="connsiteY3" fmla="*/ 49603 h 93172"/>
                <a:gd name="connsiteX4" fmla="*/ 6556 w 73051"/>
                <a:gd name="connsiteY4" fmla="*/ 67034 h 93172"/>
                <a:gd name="connsiteX5" fmla="*/ 2216 w 73051"/>
                <a:gd name="connsiteY5" fmla="*/ 86617 h 93172"/>
                <a:gd name="connsiteX6" fmla="*/ 21799 w 73051"/>
                <a:gd name="connsiteY6" fmla="*/ 90957 h 93172"/>
                <a:gd name="connsiteX7" fmla="*/ 73052 w 73051"/>
                <a:gd name="connsiteY7" fmla="*/ 58354 h 93172"/>
                <a:gd name="connsiteX8" fmla="*/ 65448 w 73051"/>
                <a:gd name="connsiteY8" fmla="*/ 46411 h 93172"/>
                <a:gd name="connsiteX9" fmla="*/ 41705 w 73051"/>
                <a:gd name="connsiteY9" fmla="*/ 7137 h 93172"/>
                <a:gd name="connsiteX10" fmla="*/ 29403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29331" y="0"/>
                  </a:moveTo>
                  <a:cubicBezTo>
                    <a:pt x="26927" y="0"/>
                    <a:pt x="24525" y="610"/>
                    <a:pt x="22301" y="1865"/>
                  </a:cubicBezTo>
                  <a:cubicBezTo>
                    <a:pt x="15522" y="5739"/>
                    <a:pt x="13155" y="14418"/>
                    <a:pt x="17064" y="21197"/>
                  </a:cubicBezTo>
                  <a:cubicBezTo>
                    <a:pt x="22516" y="30701"/>
                    <a:pt x="28183" y="40242"/>
                    <a:pt x="33958" y="49603"/>
                  </a:cubicBezTo>
                  <a:lnTo>
                    <a:pt x="6556" y="67034"/>
                  </a:lnTo>
                  <a:cubicBezTo>
                    <a:pt x="-43" y="71230"/>
                    <a:pt x="-1980" y="79981"/>
                    <a:pt x="2216" y="86617"/>
                  </a:cubicBezTo>
                  <a:cubicBezTo>
                    <a:pt x="6412" y="93216"/>
                    <a:pt x="15164" y="95153"/>
                    <a:pt x="21799" y="90957"/>
                  </a:cubicBezTo>
                  <a:lnTo>
                    <a:pt x="73052" y="58354"/>
                  </a:lnTo>
                  <a:lnTo>
                    <a:pt x="65448" y="46411"/>
                  </a:lnTo>
                  <a:cubicBezTo>
                    <a:pt x="57271" y="33571"/>
                    <a:pt x="49273" y="20372"/>
                    <a:pt x="41705" y="7137"/>
                  </a:cubicBezTo>
                  <a:cubicBezTo>
                    <a:pt x="39087" y="2582"/>
                    <a:pt x="34316" y="0"/>
                    <a:pt x="29403" y="0"/>
                  </a:cubicBezTo>
                  <a:close/>
                </a:path>
              </a:pathLst>
            </a:custGeom>
            <a:solidFill>
              <a:srgbClr val="4B2C80"/>
            </a:solidFill>
            <a:ln w="3584" cap="flat">
              <a:noFill/>
              <a:prstDash val="solid"/>
              <a:miter/>
            </a:ln>
          </p:spPr>
          <p:txBody>
            <a:bodyPr rtlCol="0" anchor="ctr"/>
            <a:lstStyle/>
            <a:p>
              <a:endParaRPr lang="en-IN"/>
            </a:p>
          </p:txBody>
        </p:sp>
        <p:sp>
          <p:nvSpPr>
            <p:cNvPr id="86" name="Freeform: Shape 85">
              <a:extLst>
                <a:ext uri="{FF2B5EF4-FFF2-40B4-BE49-F238E27FC236}">
                  <a16:creationId xmlns:a16="http://schemas.microsoft.com/office/drawing/2014/main" id="{25795FC6-8461-C392-5ECB-0998D77AA45A}"/>
                </a:ext>
              </a:extLst>
            </p:cNvPr>
            <p:cNvSpPr/>
            <p:nvPr/>
          </p:nvSpPr>
          <p:spPr>
            <a:xfrm>
              <a:off x="9088428" y="2855087"/>
              <a:ext cx="125265" cy="89980"/>
            </a:xfrm>
            <a:custGeom>
              <a:avLst/>
              <a:gdLst>
                <a:gd name="connsiteX0" fmla="*/ 111070 w 125265"/>
                <a:gd name="connsiteY0" fmla="*/ 0 h 89980"/>
                <a:gd name="connsiteX1" fmla="*/ 103466 w 125265"/>
                <a:gd name="connsiteY1" fmla="*/ 2224 h 89980"/>
                <a:gd name="connsiteX2" fmla="*/ 6556 w 125265"/>
                <a:gd name="connsiteY2" fmla="*/ 63878 h 89980"/>
                <a:gd name="connsiteX3" fmla="*/ 2216 w 125265"/>
                <a:gd name="connsiteY3" fmla="*/ 83425 h 89980"/>
                <a:gd name="connsiteX4" fmla="*/ 21799 w 125265"/>
                <a:gd name="connsiteY4" fmla="*/ 87765 h 89980"/>
                <a:gd name="connsiteX5" fmla="*/ 118709 w 125265"/>
                <a:gd name="connsiteY5" fmla="*/ 26111 h 89980"/>
                <a:gd name="connsiteX6" fmla="*/ 123049 w 125265"/>
                <a:gd name="connsiteY6" fmla="*/ 6564 h 89980"/>
                <a:gd name="connsiteX7" fmla="*/ 111070 w 125265"/>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65" h="89980">
                  <a:moveTo>
                    <a:pt x="111070" y="0"/>
                  </a:moveTo>
                  <a:cubicBezTo>
                    <a:pt x="108452" y="0"/>
                    <a:pt x="105834" y="717"/>
                    <a:pt x="103466" y="2224"/>
                  </a:cubicBezTo>
                  <a:lnTo>
                    <a:pt x="6556" y="63878"/>
                  </a:lnTo>
                  <a:cubicBezTo>
                    <a:pt x="-43" y="68074"/>
                    <a:pt x="-1980" y="76825"/>
                    <a:pt x="2216" y="83425"/>
                  </a:cubicBezTo>
                  <a:cubicBezTo>
                    <a:pt x="6413" y="90024"/>
                    <a:pt x="15200" y="91961"/>
                    <a:pt x="21799" y="87765"/>
                  </a:cubicBezTo>
                  <a:lnTo>
                    <a:pt x="118709" y="26111"/>
                  </a:lnTo>
                  <a:cubicBezTo>
                    <a:pt x="125309" y="21914"/>
                    <a:pt x="127246" y="13163"/>
                    <a:pt x="123049" y="6564"/>
                  </a:cubicBezTo>
                  <a:cubicBezTo>
                    <a:pt x="120359" y="2331"/>
                    <a:pt x="115769" y="0"/>
                    <a:pt x="111070" y="0"/>
                  </a:cubicBezTo>
                  <a:close/>
                </a:path>
              </a:pathLst>
            </a:custGeom>
            <a:solidFill>
              <a:srgbClr val="4B2C80"/>
            </a:solidFill>
            <a:ln w="3584" cap="flat">
              <a:noFill/>
              <a:prstDash val="solid"/>
              <a:miter/>
            </a:ln>
          </p:spPr>
          <p:txBody>
            <a:bodyPr rtlCol="0" anchor="ctr"/>
            <a:lstStyle/>
            <a:p>
              <a:endParaRPr lang="en-IN"/>
            </a:p>
          </p:txBody>
        </p:sp>
        <p:sp>
          <p:nvSpPr>
            <p:cNvPr id="88" name="Freeform: Shape 87">
              <a:extLst>
                <a:ext uri="{FF2B5EF4-FFF2-40B4-BE49-F238E27FC236}">
                  <a16:creationId xmlns:a16="http://schemas.microsoft.com/office/drawing/2014/main" id="{835E3DA4-AF0E-BB68-563C-DE3B4981D00E}"/>
                </a:ext>
              </a:extLst>
            </p:cNvPr>
            <p:cNvSpPr/>
            <p:nvPr/>
          </p:nvSpPr>
          <p:spPr>
            <a:xfrm>
              <a:off x="8926330" y="2964694"/>
              <a:ext cx="93542" cy="72413"/>
            </a:xfrm>
            <a:custGeom>
              <a:avLst/>
              <a:gdLst>
                <a:gd name="connsiteX0" fmla="*/ 14143 w 93542"/>
                <a:gd name="connsiteY0" fmla="*/ 0 h 72413"/>
                <a:gd name="connsiteX1" fmla="*/ 6001 w 93542"/>
                <a:gd name="connsiteY1" fmla="*/ 2582 h 72413"/>
                <a:gd name="connsiteX2" fmla="*/ 2594 w 93542"/>
                <a:gd name="connsiteY2" fmla="*/ 22345 h 72413"/>
                <a:gd name="connsiteX3" fmla="*/ 28166 w 93542"/>
                <a:gd name="connsiteY3" fmla="*/ 60470 h 72413"/>
                <a:gd name="connsiteX4" fmla="*/ 35770 w 93542"/>
                <a:gd name="connsiteY4" fmla="*/ 72414 h 72413"/>
                <a:gd name="connsiteX5" fmla="*/ 86986 w 93542"/>
                <a:gd name="connsiteY5" fmla="*/ 39811 h 72413"/>
                <a:gd name="connsiteX6" fmla="*/ 91327 w 93542"/>
                <a:gd name="connsiteY6" fmla="*/ 20228 h 72413"/>
                <a:gd name="connsiteX7" fmla="*/ 71743 w 93542"/>
                <a:gd name="connsiteY7" fmla="*/ 15889 h 72413"/>
                <a:gd name="connsiteX8" fmla="*/ 44306 w 93542"/>
                <a:gd name="connsiteY8" fmla="*/ 33320 h 72413"/>
                <a:gd name="connsiteX9" fmla="*/ 25692 w 93542"/>
                <a:gd name="connsiteY9" fmla="*/ 5990 h 72413"/>
                <a:gd name="connsiteX10" fmla="*/ 14107 w 93542"/>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42" h="72413">
                  <a:moveTo>
                    <a:pt x="14143" y="0"/>
                  </a:moveTo>
                  <a:cubicBezTo>
                    <a:pt x="11309" y="0"/>
                    <a:pt x="8476" y="825"/>
                    <a:pt x="6001" y="2582"/>
                  </a:cubicBezTo>
                  <a:cubicBezTo>
                    <a:pt x="-383" y="7101"/>
                    <a:pt x="-1925" y="15924"/>
                    <a:pt x="2594" y="22345"/>
                  </a:cubicBezTo>
                  <a:cubicBezTo>
                    <a:pt x="11345" y="34754"/>
                    <a:pt x="19953" y="47558"/>
                    <a:pt x="28166" y="60470"/>
                  </a:cubicBezTo>
                  <a:lnTo>
                    <a:pt x="35770" y="72414"/>
                  </a:lnTo>
                  <a:lnTo>
                    <a:pt x="86986" y="39811"/>
                  </a:lnTo>
                  <a:cubicBezTo>
                    <a:pt x="93586" y="35615"/>
                    <a:pt x="95523" y="26864"/>
                    <a:pt x="91327" y="20228"/>
                  </a:cubicBezTo>
                  <a:cubicBezTo>
                    <a:pt x="87130" y="13629"/>
                    <a:pt x="78379" y="11692"/>
                    <a:pt x="71743" y="15889"/>
                  </a:cubicBezTo>
                  <a:lnTo>
                    <a:pt x="44306" y="33320"/>
                  </a:lnTo>
                  <a:cubicBezTo>
                    <a:pt x="38245" y="24066"/>
                    <a:pt x="32004" y="14920"/>
                    <a:pt x="25692" y="5990"/>
                  </a:cubicBezTo>
                  <a:cubicBezTo>
                    <a:pt x="22930" y="2080"/>
                    <a:pt x="18554" y="0"/>
                    <a:pt x="14107" y="0"/>
                  </a:cubicBezTo>
                  <a:close/>
                </a:path>
              </a:pathLst>
            </a:custGeom>
            <a:solidFill>
              <a:srgbClr val="4B2C80"/>
            </a:solidFill>
            <a:ln w="3584" cap="flat">
              <a:noFill/>
              <a:prstDash val="solid"/>
              <a:miter/>
            </a:ln>
          </p:spPr>
          <p:txBody>
            <a:bodyPr rtlCol="0" anchor="ctr"/>
            <a:lstStyle/>
            <a:p>
              <a:endParaRPr lang="en-IN"/>
            </a:p>
          </p:txBody>
        </p:sp>
        <p:sp>
          <p:nvSpPr>
            <p:cNvPr id="94" name="Freeform: Shape 93">
              <a:extLst>
                <a:ext uri="{FF2B5EF4-FFF2-40B4-BE49-F238E27FC236}">
                  <a16:creationId xmlns:a16="http://schemas.microsoft.com/office/drawing/2014/main" id="{189FE065-11BE-5EE0-5604-D3F21393519C}"/>
                </a:ext>
              </a:extLst>
            </p:cNvPr>
            <p:cNvSpPr/>
            <p:nvPr/>
          </p:nvSpPr>
          <p:spPr>
            <a:xfrm>
              <a:off x="7366137" y="2546782"/>
              <a:ext cx="1533328" cy="375150"/>
            </a:xfrm>
            <a:custGeom>
              <a:avLst/>
              <a:gdLst>
                <a:gd name="connsiteX0" fmla="*/ 736036 w 1533328"/>
                <a:gd name="connsiteY0" fmla="*/ 13522 h 375150"/>
                <a:gd name="connsiteX1" fmla="*/ 722514 w 1533328"/>
                <a:gd name="connsiteY1" fmla="*/ 28298 h 375150"/>
                <a:gd name="connsiteX2" fmla="*/ 634069 w 1533328"/>
                <a:gd name="connsiteY2" fmla="*/ 36261 h 375150"/>
                <a:gd name="connsiteX3" fmla="*/ 618108 w 1533328"/>
                <a:gd name="connsiteY3" fmla="*/ 24138 h 375150"/>
                <a:gd name="connsiteX4" fmla="*/ 630231 w 1533328"/>
                <a:gd name="connsiteY4" fmla="*/ 8177 h 375150"/>
                <a:gd name="connsiteX5" fmla="*/ 721223 w 1533328"/>
                <a:gd name="connsiteY5" fmla="*/ 0 h 375150"/>
                <a:gd name="connsiteX6" fmla="*/ 721869 w 1533328"/>
                <a:gd name="connsiteY6" fmla="*/ 0 h 375150"/>
                <a:gd name="connsiteX7" fmla="*/ 736000 w 1533328"/>
                <a:gd name="connsiteY7" fmla="*/ 13557 h 375150"/>
                <a:gd name="connsiteX8" fmla="*/ 812539 w 1533328"/>
                <a:gd name="connsiteY8" fmla="*/ 36 h 375150"/>
                <a:gd name="connsiteX9" fmla="*/ 903459 w 1533328"/>
                <a:gd name="connsiteY9" fmla="*/ 8285 h 375150"/>
                <a:gd name="connsiteX10" fmla="*/ 915582 w 1533328"/>
                <a:gd name="connsiteY10" fmla="*/ 24246 h 375150"/>
                <a:gd name="connsiteX11" fmla="*/ 899621 w 1533328"/>
                <a:gd name="connsiteY11" fmla="*/ 36368 h 375150"/>
                <a:gd name="connsiteX12" fmla="*/ 811247 w 1533328"/>
                <a:gd name="connsiteY12" fmla="*/ 28370 h 375150"/>
                <a:gd name="connsiteX13" fmla="*/ 797726 w 1533328"/>
                <a:gd name="connsiteY13" fmla="*/ 13557 h 375150"/>
                <a:gd name="connsiteX14" fmla="*/ 811857 w 1533328"/>
                <a:gd name="connsiteY14" fmla="*/ 36 h 375150"/>
                <a:gd name="connsiteX15" fmla="*/ 812503 w 1533328"/>
                <a:gd name="connsiteY15" fmla="*/ 36 h 375150"/>
                <a:gd name="connsiteX16" fmla="*/ 557387 w 1533328"/>
                <a:gd name="connsiteY16" fmla="*/ 35256 h 375150"/>
                <a:gd name="connsiteX17" fmla="*/ 546770 w 1533328"/>
                <a:gd name="connsiteY17" fmla="*/ 52257 h 375150"/>
                <a:gd name="connsiteX18" fmla="*/ 461301 w 1533328"/>
                <a:gd name="connsiteY18" fmla="*/ 76144 h 375150"/>
                <a:gd name="connsiteX19" fmla="*/ 443404 w 1533328"/>
                <a:gd name="connsiteY19" fmla="*/ 67141 h 375150"/>
                <a:gd name="connsiteX20" fmla="*/ 452442 w 1533328"/>
                <a:gd name="connsiteY20" fmla="*/ 49244 h 375150"/>
                <a:gd name="connsiteX21" fmla="*/ 540422 w 1533328"/>
                <a:gd name="connsiteY21" fmla="*/ 24640 h 375150"/>
                <a:gd name="connsiteX22" fmla="*/ 543614 w 1533328"/>
                <a:gd name="connsiteY22" fmla="*/ 24281 h 375150"/>
                <a:gd name="connsiteX23" fmla="*/ 557423 w 1533328"/>
                <a:gd name="connsiteY23" fmla="*/ 35256 h 375150"/>
                <a:gd name="connsiteX24" fmla="*/ 993232 w 1533328"/>
                <a:gd name="connsiteY24" fmla="*/ 24748 h 375150"/>
                <a:gd name="connsiteX25" fmla="*/ 1081140 w 1533328"/>
                <a:gd name="connsiteY25" fmla="*/ 49352 h 375150"/>
                <a:gd name="connsiteX26" fmla="*/ 1090143 w 1533328"/>
                <a:gd name="connsiteY26" fmla="*/ 67249 h 375150"/>
                <a:gd name="connsiteX27" fmla="*/ 1072246 w 1533328"/>
                <a:gd name="connsiteY27" fmla="*/ 76251 h 375150"/>
                <a:gd name="connsiteX28" fmla="*/ 986848 w 1533328"/>
                <a:gd name="connsiteY28" fmla="*/ 52329 h 375150"/>
                <a:gd name="connsiteX29" fmla="*/ 976232 w 1533328"/>
                <a:gd name="connsiteY29" fmla="*/ 35328 h 375150"/>
                <a:gd name="connsiteX30" fmla="*/ 990040 w 1533328"/>
                <a:gd name="connsiteY30" fmla="*/ 24353 h 375150"/>
                <a:gd name="connsiteX31" fmla="*/ 993232 w 1533328"/>
                <a:gd name="connsiteY31" fmla="*/ 24712 h 375150"/>
                <a:gd name="connsiteX32" fmla="*/ 385732 w 1533328"/>
                <a:gd name="connsiteY32" fmla="*/ 89127 h 375150"/>
                <a:gd name="connsiteX33" fmla="*/ 378379 w 1533328"/>
                <a:gd name="connsiteY33" fmla="*/ 107778 h 375150"/>
                <a:gd name="connsiteX34" fmla="*/ 298720 w 1533328"/>
                <a:gd name="connsiteY34" fmla="*/ 146872 h 375150"/>
                <a:gd name="connsiteX35" fmla="*/ 279496 w 1533328"/>
                <a:gd name="connsiteY35" fmla="*/ 141277 h 375150"/>
                <a:gd name="connsiteX36" fmla="*/ 285091 w 1533328"/>
                <a:gd name="connsiteY36" fmla="*/ 122053 h 375150"/>
                <a:gd name="connsiteX37" fmla="*/ 367081 w 1533328"/>
                <a:gd name="connsiteY37" fmla="*/ 81811 h 375150"/>
                <a:gd name="connsiteX38" fmla="*/ 372712 w 1533328"/>
                <a:gd name="connsiteY38" fmla="*/ 80627 h 375150"/>
                <a:gd name="connsiteX39" fmla="*/ 385696 w 1533328"/>
                <a:gd name="connsiteY39" fmla="*/ 89163 h 375150"/>
                <a:gd name="connsiteX40" fmla="*/ 1166394 w 1533328"/>
                <a:gd name="connsiteY40" fmla="*/ 81918 h 375150"/>
                <a:gd name="connsiteX41" fmla="*/ 1248348 w 1533328"/>
                <a:gd name="connsiteY41" fmla="*/ 122160 h 375150"/>
                <a:gd name="connsiteX42" fmla="*/ 1253943 w 1533328"/>
                <a:gd name="connsiteY42" fmla="*/ 141420 h 375150"/>
                <a:gd name="connsiteX43" fmla="*/ 1234719 w 1533328"/>
                <a:gd name="connsiteY43" fmla="*/ 147015 h 375150"/>
                <a:gd name="connsiteX44" fmla="*/ 1155096 w 1533328"/>
                <a:gd name="connsiteY44" fmla="*/ 107921 h 375150"/>
                <a:gd name="connsiteX45" fmla="*/ 1147743 w 1533328"/>
                <a:gd name="connsiteY45" fmla="*/ 89271 h 375150"/>
                <a:gd name="connsiteX46" fmla="*/ 1160727 w 1533328"/>
                <a:gd name="connsiteY46" fmla="*/ 80771 h 375150"/>
                <a:gd name="connsiteX47" fmla="*/ 1166394 w 1533328"/>
                <a:gd name="connsiteY47" fmla="*/ 81954 h 375150"/>
                <a:gd name="connsiteX48" fmla="*/ 226808 w 1533328"/>
                <a:gd name="connsiteY48" fmla="*/ 173377 h 375150"/>
                <a:gd name="connsiteX49" fmla="*/ 222971 w 1533328"/>
                <a:gd name="connsiteY49" fmla="*/ 193068 h 375150"/>
                <a:gd name="connsiteX50" fmla="*/ 151705 w 1533328"/>
                <a:gd name="connsiteY50" fmla="*/ 245970 h 375150"/>
                <a:gd name="connsiteX51" fmla="*/ 131763 w 1533328"/>
                <a:gd name="connsiteY51" fmla="*/ 243926 h 375150"/>
                <a:gd name="connsiteX52" fmla="*/ 133807 w 1533328"/>
                <a:gd name="connsiteY52" fmla="*/ 223984 h 375150"/>
                <a:gd name="connsiteX53" fmla="*/ 207118 w 1533328"/>
                <a:gd name="connsiteY53" fmla="*/ 169575 h 375150"/>
                <a:gd name="connsiteX54" fmla="*/ 215008 w 1533328"/>
                <a:gd name="connsiteY54" fmla="*/ 167136 h 375150"/>
                <a:gd name="connsiteX55" fmla="*/ 226772 w 1533328"/>
                <a:gd name="connsiteY55" fmla="*/ 173377 h 375150"/>
                <a:gd name="connsiteX56" fmla="*/ 1326285 w 1533328"/>
                <a:gd name="connsiteY56" fmla="*/ 169719 h 375150"/>
                <a:gd name="connsiteX57" fmla="*/ 1399560 w 1533328"/>
                <a:gd name="connsiteY57" fmla="*/ 224164 h 375150"/>
                <a:gd name="connsiteX58" fmla="*/ 1401568 w 1533328"/>
                <a:gd name="connsiteY58" fmla="*/ 244105 h 375150"/>
                <a:gd name="connsiteX59" fmla="*/ 1381627 w 1533328"/>
                <a:gd name="connsiteY59" fmla="*/ 246114 h 375150"/>
                <a:gd name="connsiteX60" fmla="*/ 1310397 w 1533328"/>
                <a:gd name="connsiteY60" fmla="*/ 193211 h 375150"/>
                <a:gd name="connsiteX61" fmla="*/ 1306559 w 1533328"/>
                <a:gd name="connsiteY61" fmla="*/ 173521 h 375150"/>
                <a:gd name="connsiteX62" fmla="*/ 1318323 w 1533328"/>
                <a:gd name="connsiteY62" fmla="*/ 167280 h 375150"/>
                <a:gd name="connsiteX63" fmla="*/ 1326249 w 1533328"/>
                <a:gd name="connsiteY63" fmla="*/ 169719 h 375150"/>
                <a:gd name="connsiteX64" fmla="*/ 85747 w 1533328"/>
                <a:gd name="connsiteY64" fmla="*/ 285028 h 375150"/>
                <a:gd name="connsiteX65" fmla="*/ 85532 w 1533328"/>
                <a:gd name="connsiteY65" fmla="*/ 305078 h 375150"/>
                <a:gd name="connsiteX66" fmla="*/ 33992 w 1533328"/>
                <a:gd name="connsiteY66" fmla="*/ 359522 h 375150"/>
                <a:gd name="connsiteX67" fmla="*/ 24954 w 1533328"/>
                <a:gd name="connsiteY67" fmla="*/ 369959 h 375150"/>
                <a:gd name="connsiteX68" fmla="*/ 4976 w 1533328"/>
                <a:gd name="connsiteY68" fmla="*/ 371538 h 375150"/>
                <a:gd name="connsiteX69" fmla="*/ 3398 w 1533328"/>
                <a:gd name="connsiteY69" fmla="*/ 351560 h 375150"/>
                <a:gd name="connsiteX70" fmla="*/ 12688 w 1533328"/>
                <a:gd name="connsiteY70" fmla="*/ 340836 h 375150"/>
                <a:gd name="connsiteX71" fmla="*/ 65697 w 1533328"/>
                <a:gd name="connsiteY71" fmla="*/ 284813 h 375150"/>
                <a:gd name="connsiteX72" fmla="*/ 75597 w 1533328"/>
                <a:gd name="connsiteY72" fmla="*/ 280760 h 375150"/>
                <a:gd name="connsiteX73" fmla="*/ 85711 w 1533328"/>
                <a:gd name="connsiteY73" fmla="*/ 285028 h 375150"/>
                <a:gd name="connsiteX74" fmla="*/ 1467634 w 1533328"/>
                <a:gd name="connsiteY74" fmla="*/ 285028 h 375150"/>
                <a:gd name="connsiteX75" fmla="*/ 1520465 w 1533328"/>
                <a:gd name="connsiteY75" fmla="*/ 340836 h 375150"/>
                <a:gd name="connsiteX76" fmla="*/ 1529933 w 1533328"/>
                <a:gd name="connsiteY76" fmla="*/ 351775 h 375150"/>
                <a:gd name="connsiteX77" fmla="*/ 1528319 w 1533328"/>
                <a:gd name="connsiteY77" fmla="*/ 371753 h 375150"/>
                <a:gd name="connsiteX78" fmla="*/ 1508342 w 1533328"/>
                <a:gd name="connsiteY78" fmla="*/ 370175 h 375150"/>
                <a:gd name="connsiteX79" fmla="*/ 1499125 w 1533328"/>
                <a:gd name="connsiteY79" fmla="*/ 359522 h 375150"/>
                <a:gd name="connsiteX80" fmla="*/ 1447800 w 1533328"/>
                <a:gd name="connsiteY80" fmla="*/ 305257 h 375150"/>
                <a:gd name="connsiteX81" fmla="*/ 1447585 w 1533328"/>
                <a:gd name="connsiteY81" fmla="*/ 285208 h 375150"/>
                <a:gd name="connsiteX82" fmla="*/ 1457699 w 1533328"/>
                <a:gd name="connsiteY82" fmla="*/ 280940 h 375150"/>
                <a:gd name="connsiteX83" fmla="*/ 1467598 w 1533328"/>
                <a:gd name="connsiteY83" fmla="*/ 284992 h 37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533328" h="375150">
                  <a:moveTo>
                    <a:pt x="736036" y="13522"/>
                  </a:moveTo>
                  <a:cubicBezTo>
                    <a:pt x="736395" y="21340"/>
                    <a:pt x="730333" y="27976"/>
                    <a:pt x="722514" y="28298"/>
                  </a:cubicBezTo>
                  <a:cubicBezTo>
                    <a:pt x="692997" y="29625"/>
                    <a:pt x="663228" y="32280"/>
                    <a:pt x="634069" y="36261"/>
                  </a:cubicBezTo>
                  <a:cubicBezTo>
                    <a:pt x="626322" y="37301"/>
                    <a:pt x="619184" y="31885"/>
                    <a:pt x="618108" y="24138"/>
                  </a:cubicBezTo>
                  <a:cubicBezTo>
                    <a:pt x="617068" y="16391"/>
                    <a:pt x="622484" y="9254"/>
                    <a:pt x="630231" y="8177"/>
                  </a:cubicBezTo>
                  <a:cubicBezTo>
                    <a:pt x="660215" y="4089"/>
                    <a:pt x="690845" y="1327"/>
                    <a:pt x="721223" y="0"/>
                  </a:cubicBezTo>
                  <a:cubicBezTo>
                    <a:pt x="721439" y="0"/>
                    <a:pt x="721654" y="0"/>
                    <a:pt x="721869" y="0"/>
                  </a:cubicBezTo>
                  <a:cubicBezTo>
                    <a:pt x="729401" y="0"/>
                    <a:pt x="735677" y="5954"/>
                    <a:pt x="736000" y="13557"/>
                  </a:cubicBezTo>
                  <a:close/>
                  <a:moveTo>
                    <a:pt x="812539" y="36"/>
                  </a:moveTo>
                  <a:cubicBezTo>
                    <a:pt x="842917" y="1399"/>
                    <a:pt x="873475" y="4196"/>
                    <a:pt x="903459" y="8285"/>
                  </a:cubicBezTo>
                  <a:cubicBezTo>
                    <a:pt x="911206" y="9361"/>
                    <a:pt x="916658" y="16498"/>
                    <a:pt x="915582" y="24246"/>
                  </a:cubicBezTo>
                  <a:cubicBezTo>
                    <a:pt x="914542" y="31993"/>
                    <a:pt x="907333" y="37444"/>
                    <a:pt x="899621" y="36368"/>
                  </a:cubicBezTo>
                  <a:cubicBezTo>
                    <a:pt x="870498" y="32387"/>
                    <a:pt x="840765" y="29697"/>
                    <a:pt x="811247" y="28370"/>
                  </a:cubicBezTo>
                  <a:cubicBezTo>
                    <a:pt x="803429" y="28011"/>
                    <a:pt x="797367" y="21376"/>
                    <a:pt x="797726" y="13557"/>
                  </a:cubicBezTo>
                  <a:cubicBezTo>
                    <a:pt x="798085" y="5954"/>
                    <a:pt x="804325" y="36"/>
                    <a:pt x="811857" y="36"/>
                  </a:cubicBezTo>
                  <a:cubicBezTo>
                    <a:pt x="812072" y="36"/>
                    <a:pt x="812287" y="36"/>
                    <a:pt x="812503" y="36"/>
                  </a:cubicBezTo>
                  <a:close/>
                  <a:moveTo>
                    <a:pt x="557387" y="35256"/>
                  </a:moveTo>
                  <a:cubicBezTo>
                    <a:pt x="559144" y="42896"/>
                    <a:pt x="554374" y="50500"/>
                    <a:pt x="546770" y="52257"/>
                  </a:cubicBezTo>
                  <a:cubicBezTo>
                    <a:pt x="518041" y="58892"/>
                    <a:pt x="489277" y="66926"/>
                    <a:pt x="461301" y="76144"/>
                  </a:cubicBezTo>
                  <a:cubicBezTo>
                    <a:pt x="453877" y="78583"/>
                    <a:pt x="445843" y="74566"/>
                    <a:pt x="443404" y="67141"/>
                  </a:cubicBezTo>
                  <a:cubicBezTo>
                    <a:pt x="440965" y="59717"/>
                    <a:pt x="444982" y="51683"/>
                    <a:pt x="452442" y="49244"/>
                  </a:cubicBezTo>
                  <a:cubicBezTo>
                    <a:pt x="481243" y="39740"/>
                    <a:pt x="510833" y="31455"/>
                    <a:pt x="540422" y="24640"/>
                  </a:cubicBezTo>
                  <a:cubicBezTo>
                    <a:pt x="541498" y="24389"/>
                    <a:pt x="542574" y="24281"/>
                    <a:pt x="543614" y="24281"/>
                  </a:cubicBezTo>
                  <a:cubicBezTo>
                    <a:pt x="550070" y="24281"/>
                    <a:pt x="555916" y="28729"/>
                    <a:pt x="557423" y="35256"/>
                  </a:cubicBezTo>
                  <a:close/>
                  <a:moveTo>
                    <a:pt x="993232" y="24748"/>
                  </a:moveTo>
                  <a:cubicBezTo>
                    <a:pt x="1022786" y="31562"/>
                    <a:pt x="1052340" y="39847"/>
                    <a:pt x="1081140" y="49352"/>
                  </a:cubicBezTo>
                  <a:cubicBezTo>
                    <a:pt x="1088564" y="51791"/>
                    <a:pt x="1092617" y="59825"/>
                    <a:pt x="1090143" y="67249"/>
                  </a:cubicBezTo>
                  <a:cubicBezTo>
                    <a:pt x="1087703" y="74673"/>
                    <a:pt x="1079669" y="78726"/>
                    <a:pt x="1072246" y="76251"/>
                  </a:cubicBezTo>
                  <a:cubicBezTo>
                    <a:pt x="1044270" y="67034"/>
                    <a:pt x="1015541" y="58964"/>
                    <a:pt x="986848" y="52329"/>
                  </a:cubicBezTo>
                  <a:cubicBezTo>
                    <a:pt x="979208" y="50571"/>
                    <a:pt x="974475" y="42968"/>
                    <a:pt x="976232" y="35328"/>
                  </a:cubicBezTo>
                  <a:cubicBezTo>
                    <a:pt x="977738" y="28765"/>
                    <a:pt x="983585" y="24353"/>
                    <a:pt x="990040" y="24353"/>
                  </a:cubicBezTo>
                  <a:cubicBezTo>
                    <a:pt x="991080" y="24353"/>
                    <a:pt x="992156" y="24461"/>
                    <a:pt x="993232" y="24712"/>
                  </a:cubicBezTo>
                  <a:close/>
                  <a:moveTo>
                    <a:pt x="385732" y="89127"/>
                  </a:moveTo>
                  <a:cubicBezTo>
                    <a:pt x="388852" y="96301"/>
                    <a:pt x="385552" y="104657"/>
                    <a:pt x="378379" y="107778"/>
                  </a:cubicBezTo>
                  <a:cubicBezTo>
                    <a:pt x="351371" y="119506"/>
                    <a:pt x="324580" y="132669"/>
                    <a:pt x="298720" y="146872"/>
                  </a:cubicBezTo>
                  <a:cubicBezTo>
                    <a:pt x="291870" y="150638"/>
                    <a:pt x="283226" y="148127"/>
                    <a:pt x="279496" y="141277"/>
                  </a:cubicBezTo>
                  <a:cubicBezTo>
                    <a:pt x="275730" y="134426"/>
                    <a:pt x="278240" y="125783"/>
                    <a:pt x="285091" y="122053"/>
                  </a:cubicBezTo>
                  <a:cubicBezTo>
                    <a:pt x="311704" y="107455"/>
                    <a:pt x="339320" y="93898"/>
                    <a:pt x="367081" y="81811"/>
                  </a:cubicBezTo>
                  <a:cubicBezTo>
                    <a:pt x="368910" y="81022"/>
                    <a:pt x="370847" y="80627"/>
                    <a:pt x="372712" y="80627"/>
                  </a:cubicBezTo>
                  <a:cubicBezTo>
                    <a:pt x="378163" y="80627"/>
                    <a:pt x="383400" y="83819"/>
                    <a:pt x="385696" y="89163"/>
                  </a:cubicBezTo>
                  <a:close/>
                  <a:moveTo>
                    <a:pt x="1166394" y="81918"/>
                  </a:moveTo>
                  <a:cubicBezTo>
                    <a:pt x="1194191" y="94005"/>
                    <a:pt x="1221736" y="107563"/>
                    <a:pt x="1248348" y="122160"/>
                  </a:cubicBezTo>
                  <a:cubicBezTo>
                    <a:pt x="1255199" y="125926"/>
                    <a:pt x="1257709" y="134534"/>
                    <a:pt x="1253943" y="141420"/>
                  </a:cubicBezTo>
                  <a:cubicBezTo>
                    <a:pt x="1250177" y="148271"/>
                    <a:pt x="1241570" y="150781"/>
                    <a:pt x="1234719" y="147015"/>
                  </a:cubicBezTo>
                  <a:cubicBezTo>
                    <a:pt x="1208895" y="132812"/>
                    <a:pt x="1182103" y="119685"/>
                    <a:pt x="1155096" y="107921"/>
                  </a:cubicBezTo>
                  <a:cubicBezTo>
                    <a:pt x="1147923" y="104801"/>
                    <a:pt x="1144623" y="96444"/>
                    <a:pt x="1147743" y="89271"/>
                  </a:cubicBezTo>
                  <a:cubicBezTo>
                    <a:pt x="1150075" y="83927"/>
                    <a:pt x="1155275" y="80771"/>
                    <a:pt x="1160727" y="80771"/>
                  </a:cubicBezTo>
                  <a:cubicBezTo>
                    <a:pt x="1162628" y="80771"/>
                    <a:pt x="1164529" y="81165"/>
                    <a:pt x="1166394" y="81954"/>
                  </a:cubicBezTo>
                  <a:close/>
                  <a:moveTo>
                    <a:pt x="226808" y="173377"/>
                  </a:moveTo>
                  <a:cubicBezTo>
                    <a:pt x="231184" y="179869"/>
                    <a:pt x="229462" y="188692"/>
                    <a:pt x="222971" y="193068"/>
                  </a:cubicBezTo>
                  <a:cubicBezTo>
                    <a:pt x="198546" y="209530"/>
                    <a:pt x="174552" y="227356"/>
                    <a:pt x="151705" y="245970"/>
                  </a:cubicBezTo>
                  <a:cubicBezTo>
                    <a:pt x="145643" y="250920"/>
                    <a:pt x="136713" y="250023"/>
                    <a:pt x="131763" y="243926"/>
                  </a:cubicBezTo>
                  <a:cubicBezTo>
                    <a:pt x="126814" y="237864"/>
                    <a:pt x="127710" y="228934"/>
                    <a:pt x="133807" y="223984"/>
                  </a:cubicBezTo>
                  <a:cubicBezTo>
                    <a:pt x="157300" y="204832"/>
                    <a:pt x="181976" y="186504"/>
                    <a:pt x="207118" y="169575"/>
                  </a:cubicBezTo>
                  <a:cubicBezTo>
                    <a:pt x="209557" y="167925"/>
                    <a:pt x="212318" y="167136"/>
                    <a:pt x="215008" y="167136"/>
                  </a:cubicBezTo>
                  <a:cubicBezTo>
                    <a:pt x="219563" y="167136"/>
                    <a:pt x="224047" y="169324"/>
                    <a:pt x="226772" y="173377"/>
                  </a:cubicBezTo>
                  <a:close/>
                  <a:moveTo>
                    <a:pt x="1326285" y="169719"/>
                  </a:moveTo>
                  <a:cubicBezTo>
                    <a:pt x="1351427" y="186683"/>
                    <a:pt x="1376068" y="204975"/>
                    <a:pt x="1399560" y="224164"/>
                  </a:cubicBezTo>
                  <a:cubicBezTo>
                    <a:pt x="1405621" y="229113"/>
                    <a:pt x="1406518" y="238044"/>
                    <a:pt x="1401568" y="244105"/>
                  </a:cubicBezTo>
                  <a:cubicBezTo>
                    <a:pt x="1396619" y="250166"/>
                    <a:pt x="1387688" y="251063"/>
                    <a:pt x="1381627" y="246114"/>
                  </a:cubicBezTo>
                  <a:cubicBezTo>
                    <a:pt x="1358780" y="227499"/>
                    <a:pt x="1334822" y="209674"/>
                    <a:pt x="1310397" y="193211"/>
                  </a:cubicBezTo>
                  <a:cubicBezTo>
                    <a:pt x="1303905" y="188835"/>
                    <a:pt x="1302183" y="180012"/>
                    <a:pt x="1306559" y="173521"/>
                  </a:cubicBezTo>
                  <a:cubicBezTo>
                    <a:pt x="1309285" y="169468"/>
                    <a:pt x="1313768" y="167280"/>
                    <a:pt x="1318323" y="167280"/>
                  </a:cubicBezTo>
                  <a:cubicBezTo>
                    <a:pt x="1321049" y="167280"/>
                    <a:pt x="1323811" y="168069"/>
                    <a:pt x="1326249" y="169719"/>
                  </a:cubicBezTo>
                  <a:close/>
                  <a:moveTo>
                    <a:pt x="85747" y="285028"/>
                  </a:moveTo>
                  <a:cubicBezTo>
                    <a:pt x="91234" y="290624"/>
                    <a:pt x="91127" y="299590"/>
                    <a:pt x="85532" y="305078"/>
                  </a:cubicBezTo>
                  <a:cubicBezTo>
                    <a:pt x="67742" y="322473"/>
                    <a:pt x="50418" y="340800"/>
                    <a:pt x="33992" y="359522"/>
                  </a:cubicBezTo>
                  <a:cubicBezTo>
                    <a:pt x="30943" y="362966"/>
                    <a:pt x="27967" y="366445"/>
                    <a:pt x="24954" y="369959"/>
                  </a:cubicBezTo>
                  <a:cubicBezTo>
                    <a:pt x="19861" y="375913"/>
                    <a:pt x="10930" y="376631"/>
                    <a:pt x="4976" y="371538"/>
                  </a:cubicBezTo>
                  <a:cubicBezTo>
                    <a:pt x="-978" y="366445"/>
                    <a:pt x="-1695" y="357514"/>
                    <a:pt x="3398" y="351560"/>
                  </a:cubicBezTo>
                  <a:cubicBezTo>
                    <a:pt x="6482" y="347974"/>
                    <a:pt x="9567" y="344387"/>
                    <a:pt x="12688" y="340836"/>
                  </a:cubicBezTo>
                  <a:cubicBezTo>
                    <a:pt x="29580" y="321576"/>
                    <a:pt x="47406" y="302746"/>
                    <a:pt x="65697" y="284813"/>
                  </a:cubicBezTo>
                  <a:cubicBezTo>
                    <a:pt x="68459" y="282123"/>
                    <a:pt x="72046" y="280760"/>
                    <a:pt x="75597" y="280760"/>
                  </a:cubicBezTo>
                  <a:cubicBezTo>
                    <a:pt x="79147" y="280760"/>
                    <a:pt x="82949" y="282195"/>
                    <a:pt x="85711" y="285028"/>
                  </a:cubicBezTo>
                  <a:close/>
                  <a:moveTo>
                    <a:pt x="1467634" y="285028"/>
                  </a:moveTo>
                  <a:cubicBezTo>
                    <a:pt x="1485889" y="302890"/>
                    <a:pt x="1503644" y="321684"/>
                    <a:pt x="1520465" y="340836"/>
                  </a:cubicBezTo>
                  <a:cubicBezTo>
                    <a:pt x="1523657" y="344459"/>
                    <a:pt x="1526813" y="348117"/>
                    <a:pt x="1529933" y="351775"/>
                  </a:cubicBezTo>
                  <a:cubicBezTo>
                    <a:pt x="1535027" y="357729"/>
                    <a:pt x="1534309" y="366696"/>
                    <a:pt x="1528319" y="371753"/>
                  </a:cubicBezTo>
                  <a:cubicBezTo>
                    <a:pt x="1522366" y="376846"/>
                    <a:pt x="1513399" y="376128"/>
                    <a:pt x="1508342" y="370175"/>
                  </a:cubicBezTo>
                  <a:cubicBezTo>
                    <a:pt x="1505294" y="366588"/>
                    <a:pt x="1502245" y="363073"/>
                    <a:pt x="1499125" y="359522"/>
                  </a:cubicBezTo>
                  <a:cubicBezTo>
                    <a:pt x="1482805" y="340872"/>
                    <a:pt x="1465518" y="322616"/>
                    <a:pt x="1447800" y="305257"/>
                  </a:cubicBezTo>
                  <a:cubicBezTo>
                    <a:pt x="1442205" y="299769"/>
                    <a:pt x="1442097" y="290803"/>
                    <a:pt x="1447585" y="285208"/>
                  </a:cubicBezTo>
                  <a:cubicBezTo>
                    <a:pt x="1450346" y="282374"/>
                    <a:pt x="1454041" y="280940"/>
                    <a:pt x="1457699" y="280940"/>
                  </a:cubicBezTo>
                  <a:cubicBezTo>
                    <a:pt x="1461358" y="280940"/>
                    <a:pt x="1464872" y="282303"/>
                    <a:pt x="1467598" y="284992"/>
                  </a:cubicBezTo>
                  <a:close/>
                </a:path>
              </a:pathLst>
            </a:custGeom>
            <a:solidFill>
              <a:srgbClr val="4B2C80"/>
            </a:solidFill>
            <a:ln w="3584" cap="flat">
              <a:noFill/>
              <a:prstDash val="solid"/>
              <a:miter/>
            </a:ln>
          </p:spPr>
          <p:txBody>
            <a:bodyPr rtlCol="0" anchor="ctr"/>
            <a:lstStyle/>
            <a:p>
              <a:endParaRPr lang="en-IN"/>
            </a:p>
          </p:txBody>
        </p:sp>
        <p:sp>
          <p:nvSpPr>
            <p:cNvPr id="95" name="Freeform: Shape 94">
              <a:extLst>
                <a:ext uri="{FF2B5EF4-FFF2-40B4-BE49-F238E27FC236}">
                  <a16:creationId xmlns:a16="http://schemas.microsoft.com/office/drawing/2014/main" id="{81C941E0-25FE-DC8C-A19C-B6441F48D24B}"/>
                </a:ext>
              </a:extLst>
            </p:cNvPr>
            <p:cNvSpPr/>
            <p:nvPr/>
          </p:nvSpPr>
          <p:spPr>
            <a:xfrm>
              <a:off x="7245517" y="2964694"/>
              <a:ext cx="93578" cy="72413"/>
            </a:xfrm>
            <a:custGeom>
              <a:avLst/>
              <a:gdLst>
                <a:gd name="connsiteX0" fmla="*/ 79436 w 93578"/>
                <a:gd name="connsiteY0" fmla="*/ 0 h 72413"/>
                <a:gd name="connsiteX1" fmla="*/ 67852 w 93578"/>
                <a:gd name="connsiteY1" fmla="*/ 5990 h 72413"/>
                <a:gd name="connsiteX2" fmla="*/ 49237 w 93578"/>
                <a:gd name="connsiteY2" fmla="*/ 33320 h 72413"/>
                <a:gd name="connsiteX3" fmla="*/ 21799 w 93578"/>
                <a:gd name="connsiteY3" fmla="*/ 15889 h 72413"/>
                <a:gd name="connsiteX4" fmla="*/ 2216 w 93578"/>
                <a:gd name="connsiteY4" fmla="*/ 20228 h 72413"/>
                <a:gd name="connsiteX5" fmla="*/ 6556 w 93578"/>
                <a:gd name="connsiteY5" fmla="*/ 39811 h 72413"/>
                <a:gd name="connsiteX6" fmla="*/ 57809 w 93578"/>
                <a:gd name="connsiteY6" fmla="*/ 72414 h 72413"/>
                <a:gd name="connsiteX7" fmla="*/ 65412 w 93578"/>
                <a:gd name="connsiteY7" fmla="*/ 60470 h 72413"/>
                <a:gd name="connsiteX8" fmla="*/ 90985 w 93578"/>
                <a:gd name="connsiteY8" fmla="*/ 22345 h 72413"/>
                <a:gd name="connsiteX9" fmla="*/ 87578 w 93578"/>
                <a:gd name="connsiteY9" fmla="*/ 2582 h 72413"/>
                <a:gd name="connsiteX10" fmla="*/ 79436 w 93578"/>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78" h="72413">
                  <a:moveTo>
                    <a:pt x="79436" y="0"/>
                  </a:moveTo>
                  <a:cubicBezTo>
                    <a:pt x="74989" y="0"/>
                    <a:pt x="70613" y="2080"/>
                    <a:pt x="67852" y="5990"/>
                  </a:cubicBezTo>
                  <a:cubicBezTo>
                    <a:pt x="61503" y="14956"/>
                    <a:pt x="55298" y="24102"/>
                    <a:pt x="49237" y="33320"/>
                  </a:cubicBezTo>
                  <a:lnTo>
                    <a:pt x="21799" y="15889"/>
                  </a:lnTo>
                  <a:cubicBezTo>
                    <a:pt x="15200" y="11692"/>
                    <a:pt x="6449" y="13629"/>
                    <a:pt x="2216" y="20228"/>
                  </a:cubicBezTo>
                  <a:cubicBezTo>
                    <a:pt x="-1980" y="26828"/>
                    <a:pt x="-43" y="35579"/>
                    <a:pt x="6556" y="39811"/>
                  </a:cubicBezTo>
                  <a:lnTo>
                    <a:pt x="57809" y="72414"/>
                  </a:lnTo>
                  <a:lnTo>
                    <a:pt x="65412" y="60470"/>
                  </a:lnTo>
                  <a:cubicBezTo>
                    <a:pt x="73590" y="47630"/>
                    <a:pt x="82198" y="34826"/>
                    <a:pt x="90985" y="22345"/>
                  </a:cubicBezTo>
                  <a:cubicBezTo>
                    <a:pt x="95504" y="15960"/>
                    <a:pt x="93962" y="7101"/>
                    <a:pt x="87578" y="2582"/>
                  </a:cubicBezTo>
                  <a:cubicBezTo>
                    <a:pt x="85103" y="825"/>
                    <a:pt x="82234" y="0"/>
                    <a:pt x="79436" y="0"/>
                  </a:cubicBezTo>
                  <a:close/>
                </a:path>
              </a:pathLst>
            </a:custGeom>
            <a:solidFill>
              <a:srgbClr val="4B2C80"/>
            </a:solidFill>
            <a:ln w="3584" cap="flat">
              <a:noFill/>
              <a:prstDash val="solid"/>
              <a:miter/>
            </a:ln>
          </p:spPr>
          <p:txBody>
            <a:bodyPr rtlCol="0" anchor="ctr"/>
            <a:lstStyle/>
            <a:p>
              <a:endParaRPr lang="en-IN"/>
            </a:p>
          </p:txBody>
        </p:sp>
        <p:sp>
          <p:nvSpPr>
            <p:cNvPr id="96" name="Freeform: Shape 95">
              <a:extLst>
                <a:ext uri="{FF2B5EF4-FFF2-40B4-BE49-F238E27FC236}">
                  <a16:creationId xmlns:a16="http://schemas.microsoft.com/office/drawing/2014/main" id="{3DF1715E-BA14-D81B-6EF4-806E37C041EE}"/>
                </a:ext>
              </a:extLst>
            </p:cNvPr>
            <p:cNvSpPr/>
            <p:nvPr/>
          </p:nvSpPr>
          <p:spPr>
            <a:xfrm>
              <a:off x="7051732" y="2855087"/>
              <a:ext cx="125265" cy="89980"/>
            </a:xfrm>
            <a:custGeom>
              <a:avLst/>
              <a:gdLst>
                <a:gd name="connsiteX0" fmla="*/ 14196 w 125265"/>
                <a:gd name="connsiteY0" fmla="*/ 0 h 89980"/>
                <a:gd name="connsiteX1" fmla="*/ 2216 w 125265"/>
                <a:gd name="connsiteY1" fmla="*/ 6564 h 89980"/>
                <a:gd name="connsiteX2" fmla="*/ 6556 w 125265"/>
                <a:gd name="connsiteY2" fmla="*/ 26111 h 89980"/>
                <a:gd name="connsiteX3" fmla="*/ 103466 w 125265"/>
                <a:gd name="connsiteY3" fmla="*/ 87765 h 89980"/>
                <a:gd name="connsiteX4" fmla="*/ 123049 w 125265"/>
                <a:gd name="connsiteY4" fmla="*/ 83425 h 89980"/>
                <a:gd name="connsiteX5" fmla="*/ 118709 w 125265"/>
                <a:gd name="connsiteY5" fmla="*/ 63878 h 89980"/>
                <a:gd name="connsiteX6" fmla="*/ 21799 w 125265"/>
                <a:gd name="connsiteY6" fmla="*/ 2224 h 89980"/>
                <a:gd name="connsiteX7" fmla="*/ 14196 w 125265"/>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65" h="89980">
                  <a:moveTo>
                    <a:pt x="14196" y="0"/>
                  </a:moveTo>
                  <a:cubicBezTo>
                    <a:pt x="9497" y="0"/>
                    <a:pt x="4942" y="2331"/>
                    <a:pt x="2216" y="6564"/>
                  </a:cubicBezTo>
                  <a:cubicBezTo>
                    <a:pt x="-1980" y="13163"/>
                    <a:pt x="-44" y="21914"/>
                    <a:pt x="6556" y="26111"/>
                  </a:cubicBezTo>
                  <a:lnTo>
                    <a:pt x="103466" y="87765"/>
                  </a:lnTo>
                  <a:cubicBezTo>
                    <a:pt x="110066" y="91961"/>
                    <a:pt x="118817" y="90024"/>
                    <a:pt x="123049" y="83425"/>
                  </a:cubicBezTo>
                  <a:cubicBezTo>
                    <a:pt x="127245" y="76825"/>
                    <a:pt x="125309" y="68074"/>
                    <a:pt x="118709" y="63878"/>
                  </a:cubicBezTo>
                  <a:lnTo>
                    <a:pt x="21799" y="2224"/>
                  </a:lnTo>
                  <a:cubicBezTo>
                    <a:pt x="19432" y="717"/>
                    <a:pt x="16814" y="0"/>
                    <a:pt x="14196" y="0"/>
                  </a:cubicBezTo>
                  <a:close/>
                </a:path>
              </a:pathLst>
            </a:custGeom>
            <a:solidFill>
              <a:srgbClr val="4B2C80"/>
            </a:solidFill>
            <a:ln w="3584" cap="flat">
              <a:noFill/>
              <a:prstDash val="solid"/>
              <a:miter/>
            </a:ln>
          </p:spPr>
          <p:txBody>
            <a:bodyPr rtlCol="0" anchor="ctr"/>
            <a:lstStyle/>
            <a:p>
              <a:endParaRPr lang="en-IN"/>
            </a:p>
          </p:txBody>
        </p:sp>
        <p:sp>
          <p:nvSpPr>
            <p:cNvPr id="97" name="Freeform: Shape 96">
              <a:extLst>
                <a:ext uri="{FF2B5EF4-FFF2-40B4-BE49-F238E27FC236}">
                  <a16:creationId xmlns:a16="http://schemas.microsoft.com/office/drawing/2014/main" id="{2BC25DAF-9FD1-D9E0-EEE3-67B6E43C8E63}"/>
                </a:ext>
              </a:extLst>
            </p:cNvPr>
            <p:cNvSpPr/>
            <p:nvPr/>
          </p:nvSpPr>
          <p:spPr>
            <a:xfrm>
              <a:off x="6910125" y="2728587"/>
              <a:ext cx="73051" cy="93172"/>
            </a:xfrm>
            <a:custGeom>
              <a:avLst/>
              <a:gdLst>
                <a:gd name="connsiteX0" fmla="*/ 43685 w 73051"/>
                <a:gd name="connsiteY0" fmla="*/ 0 h 93172"/>
                <a:gd name="connsiteX1" fmla="*/ 31383 w 73051"/>
                <a:gd name="connsiteY1" fmla="*/ 7137 h 93172"/>
                <a:gd name="connsiteX2" fmla="*/ 7640 w 73051"/>
                <a:gd name="connsiteY2" fmla="*/ 46411 h 93172"/>
                <a:gd name="connsiteX3" fmla="*/ 0 w 73051"/>
                <a:gd name="connsiteY3" fmla="*/ 58354 h 93172"/>
                <a:gd name="connsiteX4" fmla="*/ 51253 w 73051"/>
                <a:gd name="connsiteY4" fmla="*/ 90957 h 93172"/>
                <a:gd name="connsiteX5" fmla="*/ 70836 w 73051"/>
                <a:gd name="connsiteY5" fmla="*/ 86617 h 93172"/>
                <a:gd name="connsiteX6" fmla="*/ 66496 w 73051"/>
                <a:gd name="connsiteY6" fmla="*/ 67034 h 93172"/>
                <a:gd name="connsiteX7" fmla="*/ 39094 w 73051"/>
                <a:gd name="connsiteY7" fmla="*/ 49603 h 93172"/>
                <a:gd name="connsiteX8" fmla="*/ 55987 w 73051"/>
                <a:gd name="connsiteY8" fmla="*/ 21197 h 93172"/>
                <a:gd name="connsiteX9" fmla="*/ 50751 w 73051"/>
                <a:gd name="connsiteY9" fmla="*/ 1865 h 93172"/>
                <a:gd name="connsiteX10" fmla="*/ 43721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43685" y="0"/>
                  </a:moveTo>
                  <a:cubicBezTo>
                    <a:pt x="38772" y="0"/>
                    <a:pt x="34001" y="2546"/>
                    <a:pt x="31383" y="7137"/>
                  </a:cubicBezTo>
                  <a:cubicBezTo>
                    <a:pt x="23815" y="20372"/>
                    <a:pt x="15817" y="33571"/>
                    <a:pt x="7640" y="46411"/>
                  </a:cubicBezTo>
                  <a:lnTo>
                    <a:pt x="0" y="58354"/>
                  </a:lnTo>
                  <a:lnTo>
                    <a:pt x="51253" y="90957"/>
                  </a:lnTo>
                  <a:cubicBezTo>
                    <a:pt x="57852" y="95153"/>
                    <a:pt x="66604" y="93216"/>
                    <a:pt x="70836" y="86617"/>
                  </a:cubicBezTo>
                  <a:cubicBezTo>
                    <a:pt x="75032" y="80017"/>
                    <a:pt x="73095" y="71266"/>
                    <a:pt x="66496" y="67034"/>
                  </a:cubicBezTo>
                  <a:lnTo>
                    <a:pt x="39094" y="49603"/>
                  </a:lnTo>
                  <a:cubicBezTo>
                    <a:pt x="44869" y="40242"/>
                    <a:pt x="50535" y="30701"/>
                    <a:pt x="55987" y="21197"/>
                  </a:cubicBezTo>
                  <a:cubicBezTo>
                    <a:pt x="59861" y="14418"/>
                    <a:pt x="57529" y="5739"/>
                    <a:pt x="50751" y="1865"/>
                  </a:cubicBezTo>
                  <a:cubicBezTo>
                    <a:pt x="48527" y="574"/>
                    <a:pt x="46124" y="0"/>
                    <a:pt x="43721" y="0"/>
                  </a:cubicBezTo>
                  <a:close/>
                </a:path>
              </a:pathLst>
            </a:custGeom>
            <a:solidFill>
              <a:srgbClr val="4B2C80"/>
            </a:solidFill>
            <a:ln w="3584" cap="flat">
              <a:noFill/>
              <a:prstDash val="solid"/>
              <a:miter/>
            </a:ln>
          </p:spPr>
          <p:txBody>
            <a:bodyPr rtlCol="0" anchor="ctr"/>
            <a:lstStyle/>
            <a:p>
              <a:endParaRPr lang="en-IN"/>
            </a:p>
          </p:txBody>
        </p:sp>
        <p:sp>
          <p:nvSpPr>
            <p:cNvPr id="98" name="Freeform: Shape 97">
              <a:extLst>
                <a:ext uri="{FF2B5EF4-FFF2-40B4-BE49-F238E27FC236}">
                  <a16:creationId xmlns:a16="http://schemas.microsoft.com/office/drawing/2014/main" id="{5C05C8A1-89C0-7B2A-DAD8-6F44DBFB379E}"/>
                </a:ext>
              </a:extLst>
            </p:cNvPr>
            <p:cNvSpPr/>
            <p:nvPr/>
          </p:nvSpPr>
          <p:spPr>
            <a:xfrm>
              <a:off x="5093827" y="1251045"/>
              <a:ext cx="2004344" cy="1424241"/>
            </a:xfrm>
            <a:custGeom>
              <a:avLst/>
              <a:gdLst>
                <a:gd name="connsiteX0" fmla="*/ 971112 w 2004344"/>
                <a:gd name="connsiteY0" fmla="*/ 13557 h 1424241"/>
                <a:gd name="connsiteX1" fmla="*/ 957590 w 2004344"/>
                <a:gd name="connsiteY1" fmla="*/ 28334 h 1424241"/>
                <a:gd name="connsiteX2" fmla="*/ 867566 w 2004344"/>
                <a:gd name="connsiteY2" fmla="*/ 36548 h 1424241"/>
                <a:gd name="connsiteX3" fmla="*/ 851570 w 2004344"/>
                <a:gd name="connsiteY3" fmla="*/ 24461 h 1424241"/>
                <a:gd name="connsiteX4" fmla="*/ 863657 w 2004344"/>
                <a:gd name="connsiteY4" fmla="*/ 8464 h 1424241"/>
                <a:gd name="connsiteX5" fmla="*/ 956299 w 2004344"/>
                <a:gd name="connsiteY5" fmla="*/ 0 h 1424241"/>
                <a:gd name="connsiteX6" fmla="*/ 956945 w 2004344"/>
                <a:gd name="connsiteY6" fmla="*/ 0 h 1424241"/>
                <a:gd name="connsiteX7" fmla="*/ 971076 w 2004344"/>
                <a:gd name="connsiteY7" fmla="*/ 13522 h 1424241"/>
                <a:gd name="connsiteX8" fmla="*/ 1049372 w 2004344"/>
                <a:gd name="connsiteY8" fmla="*/ 108 h 1424241"/>
                <a:gd name="connsiteX9" fmla="*/ 1142014 w 2004344"/>
                <a:gd name="connsiteY9" fmla="*/ 8680 h 1424241"/>
                <a:gd name="connsiteX10" fmla="*/ 1154101 w 2004344"/>
                <a:gd name="connsiteY10" fmla="*/ 24676 h 1424241"/>
                <a:gd name="connsiteX11" fmla="*/ 1138105 w 2004344"/>
                <a:gd name="connsiteY11" fmla="*/ 36763 h 1424241"/>
                <a:gd name="connsiteX12" fmla="*/ 1048081 w 2004344"/>
                <a:gd name="connsiteY12" fmla="*/ 28406 h 1424241"/>
                <a:gd name="connsiteX13" fmla="*/ 1034595 w 2004344"/>
                <a:gd name="connsiteY13" fmla="*/ 13593 h 1424241"/>
                <a:gd name="connsiteX14" fmla="*/ 1048726 w 2004344"/>
                <a:gd name="connsiteY14" fmla="*/ 72 h 1424241"/>
                <a:gd name="connsiteX15" fmla="*/ 1049408 w 2004344"/>
                <a:gd name="connsiteY15" fmla="*/ 72 h 1424241"/>
                <a:gd name="connsiteX16" fmla="*/ 789235 w 2004344"/>
                <a:gd name="connsiteY16" fmla="*/ 36081 h 1424241"/>
                <a:gd name="connsiteX17" fmla="*/ 778690 w 2004344"/>
                <a:gd name="connsiteY17" fmla="*/ 53118 h 1424241"/>
                <a:gd name="connsiteX18" fmla="*/ 691751 w 2004344"/>
                <a:gd name="connsiteY18" fmla="*/ 77865 h 1424241"/>
                <a:gd name="connsiteX19" fmla="*/ 673817 w 2004344"/>
                <a:gd name="connsiteY19" fmla="*/ 68935 h 1424241"/>
                <a:gd name="connsiteX20" fmla="*/ 682748 w 2004344"/>
                <a:gd name="connsiteY20" fmla="*/ 51002 h 1424241"/>
                <a:gd name="connsiteX21" fmla="*/ 772234 w 2004344"/>
                <a:gd name="connsiteY21" fmla="*/ 25501 h 1424241"/>
                <a:gd name="connsiteX22" fmla="*/ 775498 w 2004344"/>
                <a:gd name="connsiteY22" fmla="*/ 25106 h 1424241"/>
                <a:gd name="connsiteX23" fmla="*/ 789271 w 2004344"/>
                <a:gd name="connsiteY23" fmla="*/ 36045 h 1424241"/>
                <a:gd name="connsiteX24" fmla="*/ 1233437 w 2004344"/>
                <a:gd name="connsiteY24" fmla="*/ 25824 h 1424241"/>
                <a:gd name="connsiteX25" fmla="*/ 1322888 w 2004344"/>
                <a:gd name="connsiteY25" fmla="*/ 51432 h 1424241"/>
                <a:gd name="connsiteX26" fmla="*/ 1331782 w 2004344"/>
                <a:gd name="connsiteY26" fmla="*/ 69401 h 1424241"/>
                <a:gd name="connsiteX27" fmla="*/ 1313813 w 2004344"/>
                <a:gd name="connsiteY27" fmla="*/ 78296 h 1424241"/>
                <a:gd name="connsiteX28" fmla="*/ 1226910 w 2004344"/>
                <a:gd name="connsiteY28" fmla="*/ 53405 h 1424241"/>
                <a:gd name="connsiteX29" fmla="*/ 1216365 w 2004344"/>
                <a:gd name="connsiteY29" fmla="*/ 36368 h 1424241"/>
                <a:gd name="connsiteX30" fmla="*/ 1230138 w 2004344"/>
                <a:gd name="connsiteY30" fmla="*/ 25465 h 1424241"/>
                <a:gd name="connsiteX31" fmla="*/ 1233401 w 2004344"/>
                <a:gd name="connsiteY31" fmla="*/ 25860 h 1424241"/>
                <a:gd name="connsiteX32" fmla="*/ 614674 w 2004344"/>
                <a:gd name="connsiteY32" fmla="*/ 91961 h 1424241"/>
                <a:gd name="connsiteX33" fmla="*/ 607465 w 2004344"/>
                <a:gd name="connsiteY33" fmla="*/ 110647 h 1424241"/>
                <a:gd name="connsiteX34" fmla="*/ 526623 w 2004344"/>
                <a:gd name="connsiteY34" fmla="*/ 151140 h 1424241"/>
                <a:gd name="connsiteX35" fmla="*/ 507327 w 2004344"/>
                <a:gd name="connsiteY35" fmla="*/ 145724 h 1424241"/>
                <a:gd name="connsiteX36" fmla="*/ 512743 w 2004344"/>
                <a:gd name="connsiteY36" fmla="*/ 126428 h 1424241"/>
                <a:gd name="connsiteX37" fmla="*/ 595952 w 2004344"/>
                <a:gd name="connsiteY37" fmla="*/ 84752 h 1424241"/>
                <a:gd name="connsiteX38" fmla="*/ 601691 w 2004344"/>
                <a:gd name="connsiteY38" fmla="*/ 83532 h 1424241"/>
                <a:gd name="connsiteX39" fmla="*/ 614638 w 2004344"/>
                <a:gd name="connsiteY39" fmla="*/ 91961 h 1424241"/>
                <a:gd name="connsiteX40" fmla="*/ 1409576 w 2004344"/>
                <a:gd name="connsiteY40" fmla="*/ 85290 h 1424241"/>
                <a:gd name="connsiteX41" fmla="*/ 1492714 w 2004344"/>
                <a:gd name="connsiteY41" fmla="*/ 127074 h 1424241"/>
                <a:gd name="connsiteX42" fmla="*/ 1498130 w 2004344"/>
                <a:gd name="connsiteY42" fmla="*/ 146370 h 1424241"/>
                <a:gd name="connsiteX43" fmla="*/ 1478834 w 2004344"/>
                <a:gd name="connsiteY43" fmla="*/ 151786 h 1424241"/>
                <a:gd name="connsiteX44" fmla="*/ 1398063 w 2004344"/>
                <a:gd name="connsiteY44" fmla="*/ 111185 h 1424241"/>
                <a:gd name="connsiteX45" fmla="*/ 1390890 w 2004344"/>
                <a:gd name="connsiteY45" fmla="*/ 92463 h 1424241"/>
                <a:gd name="connsiteX46" fmla="*/ 1403837 w 2004344"/>
                <a:gd name="connsiteY46" fmla="*/ 84070 h 1424241"/>
                <a:gd name="connsiteX47" fmla="*/ 1409612 w 2004344"/>
                <a:gd name="connsiteY47" fmla="*/ 85290 h 1424241"/>
                <a:gd name="connsiteX48" fmla="*/ 453492 w 2004344"/>
                <a:gd name="connsiteY48" fmla="*/ 179295 h 1424241"/>
                <a:gd name="connsiteX49" fmla="*/ 449869 w 2004344"/>
                <a:gd name="connsiteY49" fmla="*/ 199021 h 1424241"/>
                <a:gd name="connsiteX50" fmla="*/ 377886 w 2004344"/>
                <a:gd name="connsiteY50" fmla="*/ 253753 h 1424241"/>
                <a:gd name="connsiteX51" fmla="*/ 357908 w 2004344"/>
                <a:gd name="connsiteY51" fmla="*/ 251960 h 1424241"/>
                <a:gd name="connsiteX52" fmla="*/ 359702 w 2004344"/>
                <a:gd name="connsiteY52" fmla="*/ 231982 h 1424241"/>
                <a:gd name="connsiteX53" fmla="*/ 433765 w 2004344"/>
                <a:gd name="connsiteY53" fmla="*/ 175672 h 1424241"/>
                <a:gd name="connsiteX54" fmla="*/ 441799 w 2004344"/>
                <a:gd name="connsiteY54" fmla="*/ 173162 h 1424241"/>
                <a:gd name="connsiteX55" fmla="*/ 453492 w 2004344"/>
                <a:gd name="connsiteY55" fmla="*/ 179295 h 1424241"/>
                <a:gd name="connsiteX56" fmla="*/ 1571583 w 2004344"/>
                <a:gd name="connsiteY56" fmla="*/ 176390 h 1424241"/>
                <a:gd name="connsiteX57" fmla="*/ 1645575 w 2004344"/>
                <a:gd name="connsiteY57" fmla="*/ 232807 h 1424241"/>
                <a:gd name="connsiteX58" fmla="*/ 1647333 w 2004344"/>
                <a:gd name="connsiteY58" fmla="*/ 252785 h 1424241"/>
                <a:gd name="connsiteX59" fmla="*/ 1627355 w 2004344"/>
                <a:gd name="connsiteY59" fmla="*/ 254542 h 1424241"/>
                <a:gd name="connsiteX60" fmla="*/ 1555444 w 2004344"/>
                <a:gd name="connsiteY60" fmla="*/ 199703 h 1424241"/>
                <a:gd name="connsiteX61" fmla="*/ 1551857 w 2004344"/>
                <a:gd name="connsiteY61" fmla="*/ 179976 h 1424241"/>
                <a:gd name="connsiteX62" fmla="*/ 1563513 w 2004344"/>
                <a:gd name="connsiteY62" fmla="*/ 173879 h 1424241"/>
                <a:gd name="connsiteX63" fmla="*/ 1571547 w 2004344"/>
                <a:gd name="connsiteY63" fmla="*/ 176390 h 1424241"/>
                <a:gd name="connsiteX64" fmla="*/ 311211 w 2004344"/>
                <a:gd name="connsiteY64" fmla="*/ 294856 h 1424241"/>
                <a:gd name="connsiteX65" fmla="*/ 311282 w 2004344"/>
                <a:gd name="connsiteY65" fmla="*/ 314905 h 1424241"/>
                <a:gd name="connsiteX66" fmla="*/ 250597 w 2004344"/>
                <a:gd name="connsiteY66" fmla="*/ 381939 h 1424241"/>
                <a:gd name="connsiteX67" fmla="*/ 230655 w 2004344"/>
                <a:gd name="connsiteY67" fmla="*/ 383840 h 1424241"/>
                <a:gd name="connsiteX68" fmla="*/ 228754 w 2004344"/>
                <a:gd name="connsiteY68" fmla="*/ 363898 h 1424241"/>
                <a:gd name="connsiteX69" fmla="*/ 291198 w 2004344"/>
                <a:gd name="connsiteY69" fmla="*/ 294927 h 1424241"/>
                <a:gd name="connsiteX70" fmla="*/ 301240 w 2004344"/>
                <a:gd name="connsiteY70" fmla="*/ 290731 h 1424241"/>
                <a:gd name="connsiteX71" fmla="*/ 311211 w 2004344"/>
                <a:gd name="connsiteY71" fmla="*/ 294856 h 1424241"/>
                <a:gd name="connsiteX72" fmla="*/ 1714079 w 2004344"/>
                <a:gd name="connsiteY72" fmla="*/ 295788 h 1424241"/>
                <a:gd name="connsiteX73" fmla="*/ 1776451 w 2004344"/>
                <a:gd name="connsiteY73" fmla="*/ 364831 h 1424241"/>
                <a:gd name="connsiteX74" fmla="*/ 1774514 w 2004344"/>
                <a:gd name="connsiteY74" fmla="*/ 384772 h 1424241"/>
                <a:gd name="connsiteX75" fmla="*/ 1754573 w 2004344"/>
                <a:gd name="connsiteY75" fmla="*/ 382835 h 1424241"/>
                <a:gd name="connsiteX76" fmla="*/ 1693959 w 2004344"/>
                <a:gd name="connsiteY76" fmla="*/ 315730 h 1424241"/>
                <a:gd name="connsiteX77" fmla="*/ 1694066 w 2004344"/>
                <a:gd name="connsiteY77" fmla="*/ 295681 h 1424241"/>
                <a:gd name="connsiteX78" fmla="*/ 1704037 w 2004344"/>
                <a:gd name="connsiteY78" fmla="*/ 291592 h 1424241"/>
                <a:gd name="connsiteX79" fmla="*/ 1714115 w 2004344"/>
                <a:gd name="connsiteY79" fmla="*/ 295788 h 1424241"/>
                <a:gd name="connsiteX80" fmla="*/ 192566 w 2004344"/>
                <a:gd name="connsiteY80" fmla="*/ 434590 h 1424241"/>
                <a:gd name="connsiteX81" fmla="*/ 196331 w 2004344"/>
                <a:gd name="connsiteY81" fmla="*/ 454281 h 1424241"/>
                <a:gd name="connsiteX82" fmla="*/ 149024 w 2004344"/>
                <a:gd name="connsiteY82" fmla="*/ 531321 h 1424241"/>
                <a:gd name="connsiteX83" fmla="*/ 129764 w 2004344"/>
                <a:gd name="connsiteY83" fmla="*/ 536881 h 1424241"/>
                <a:gd name="connsiteX84" fmla="*/ 124205 w 2004344"/>
                <a:gd name="connsiteY84" fmla="*/ 517620 h 1424241"/>
                <a:gd name="connsiteX85" fmla="*/ 172911 w 2004344"/>
                <a:gd name="connsiteY85" fmla="*/ 438320 h 1424241"/>
                <a:gd name="connsiteX86" fmla="*/ 184639 w 2004344"/>
                <a:gd name="connsiteY86" fmla="*/ 432116 h 1424241"/>
                <a:gd name="connsiteX87" fmla="*/ 192602 w 2004344"/>
                <a:gd name="connsiteY87" fmla="*/ 434554 h 1424241"/>
                <a:gd name="connsiteX88" fmla="*/ 1832187 w 2004344"/>
                <a:gd name="connsiteY88" fmla="*/ 439360 h 1424241"/>
                <a:gd name="connsiteX89" fmla="*/ 1880785 w 2004344"/>
                <a:gd name="connsiteY89" fmla="*/ 518732 h 1424241"/>
                <a:gd name="connsiteX90" fmla="*/ 1875190 w 2004344"/>
                <a:gd name="connsiteY90" fmla="*/ 537992 h 1424241"/>
                <a:gd name="connsiteX91" fmla="*/ 1855930 w 2004344"/>
                <a:gd name="connsiteY91" fmla="*/ 532397 h 1424241"/>
                <a:gd name="connsiteX92" fmla="*/ 1808694 w 2004344"/>
                <a:gd name="connsiteY92" fmla="*/ 455285 h 1424241"/>
                <a:gd name="connsiteX93" fmla="*/ 1812461 w 2004344"/>
                <a:gd name="connsiteY93" fmla="*/ 435595 h 1424241"/>
                <a:gd name="connsiteX94" fmla="*/ 1820387 w 2004344"/>
                <a:gd name="connsiteY94" fmla="*/ 433156 h 1424241"/>
                <a:gd name="connsiteX95" fmla="*/ 1832115 w 2004344"/>
                <a:gd name="connsiteY95" fmla="*/ 439360 h 1424241"/>
                <a:gd name="connsiteX96" fmla="*/ 101716 w 2004344"/>
                <a:gd name="connsiteY96" fmla="*/ 593764 h 1424241"/>
                <a:gd name="connsiteX97" fmla="*/ 109033 w 2004344"/>
                <a:gd name="connsiteY97" fmla="*/ 612415 h 1424241"/>
                <a:gd name="connsiteX98" fmla="*/ 76825 w 2004344"/>
                <a:gd name="connsiteY98" fmla="*/ 696879 h 1424241"/>
                <a:gd name="connsiteX99" fmla="*/ 58928 w 2004344"/>
                <a:gd name="connsiteY99" fmla="*/ 705918 h 1424241"/>
                <a:gd name="connsiteX100" fmla="*/ 49890 w 2004344"/>
                <a:gd name="connsiteY100" fmla="*/ 688021 h 1424241"/>
                <a:gd name="connsiteX101" fmla="*/ 83030 w 2004344"/>
                <a:gd name="connsiteY101" fmla="*/ 601081 h 1424241"/>
                <a:gd name="connsiteX102" fmla="*/ 96014 w 2004344"/>
                <a:gd name="connsiteY102" fmla="*/ 592581 h 1424241"/>
                <a:gd name="connsiteX103" fmla="*/ 101681 w 2004344"/>
                <a:gd name="connsiteY103" fmla="*/ 593764 h 1424241"/>
                <a:gd name="connsiteX104" fmla="*/ 1921816 w 2004344"/>
                <a:gd name="connsiteY104" fmla="*/ 602265 h 1424241"/>
                <a:gd name="connsiteX105" fmla="*/ 1954849 w 2004344"/>
                <a:gd name="connsiteY105" fmla="*/ 689276 h 1424241"/>
                <a:gd name="connsiteX106" fmla="*/ 1945775 w 2004344"/>
                <a:gd name="connsiteY106" fmla="*/ 707137 h 1424241"/>
                <a:gd name="connsiteX107" fmla="*/ 1927913 w 2004344"/>
                <a:gd name="connsiteY107" fmla="*/ 698063 h 1424241"/>
                <a:gd name="connsiteX108" fmla="*/ 1895813 w 2004344"/>
                <a:gd name="connsiteY108" fmla="*/ 613527 h 1424241"/>
                <a:gd name="connsiteX109" fmla="*/ 1903166 w 2004344"/>
                <a:gd name="connsiteY109" fmla="*/ 594876 h 1424241"/>
                <a:gd name="connsiteX110" fmla="*/ 1908797 w 2004344"/>
                <a:gd name="connsiteY110" fmla="*/ 593693 h 1424241"/>
                <a:gd name="connsiteX111" fmla="*/ 1921816 w 2004344"/>
                <a:gd name="connsiteY111" fmla="*/ 602229 h 1424241"/>
                <a:gd name="connsiteX112" fmla="*/ 42000 w 2004344"/>
                <a:gd name="connsiteY112" fmla="*/ 766998 h 1424241"/>
                <a:gd name="connsiteX113" fmla="*/ 52688 w 2004344"/>
                <a:gd name="connsiteY113" fmla="*/ 783963 h 1424241"/>
                <a:gd name="connsiteX114" fmla="*/ 36727 w 2004344"/>
                <a:gd name="connsiteY114" fmla="*/ 872947 h 1424241"/>
                <a:gd name="connsiteX115" fmla="*/ 20838 w 2004344"/>
                <a:gd name="connsiteY115" fmla="*/ 885141 h 1424241"/>
                <a:gd name="connsiteX116" fmla="*/ 8644 w 2004344"/>
                <a:gd name="connsiteY116" fmla="*/ 869252 h 1424241"/>
                <a:gd name="connsiteX117" fmla="*/ 25070 w 2004344"/>
                <a:gd name="connsiteY117" fmla="*/ 777686 h 1424241"/>
                <a:gd name="connsiteX118" fmla="*/ 38879 w 2004344"/>
                <a:gd name="connsiteY118" fmla="*/ 766675 h 1424241"/>
                <a:gd name="connsiteX119" fmla="*/ 42035 w 2004344"/>
                <a:gd name="connsiteY119" fmla="*/ 767034 h 1424241"/>
                <a:gd name="connsiteX120" fmla="*/ 1979633 w 2004344"/>
                <a:gd name="connsiteY120" fmla="*/ 778977 h 1424241"/>
                <a:gd name="connsiteX121" fmla="*/ 1995916 w 2004344"/>
                <a:gd name="connsiteY121" fmla="*/ 870579 h 1424241"/>
                <a:gd name="connsiteX122" fmla="*/ 1983686 w 2004344"/>
                <a:gd name="connsiteY122" fmla="*/ 886468 h 1424241"/>
                <a:gd name="connsiteX123" fmla="*/ 1967797 w 2004344"/>
                <a:gd name="connsiteY123" fmla="*/ 874238 h 1424241"/>
                <a:gd name="connsiteX124" fmla="*/ 1951980 w 2004344"/>
                <a:gd name="connsiteY124" fmla="*/ 785218 h 1424241"/>
                <a:gd name="connsiteX125" fmla="*/ 1962668 w 2004344"/>
                <a:gd name="connsiteY125" fmla="*/ 768253 h 1424241"/>
                <a:gd name="connsiteX126" fmla="*/ 1965824 w 2004344"/>
                <a:gd name="connsiteY126" fmla="*/ 767894 h 1424241"/>
                <a:gd name="connsiteX127" fmla="*/ 1979633 w 2004344"/>
                <a:gd name="connsiteY127" fmla="*/ 778941 h 1424241"/>
                <a:gd name="connsiteX128" fmla="*/ 15459 w 2004344"/>
                <a:gd name="connsiteY128" fmla="*/ 948337 h 1424241"/>
                <a:gd name="connsiteX129" fmla="*/ 29087 w 2004344"/>
                <a:gd name="connsiteY129" fmla="*/ 963042 h 1424241"/>
                <a:gd name="connsiteX130" fmla="*/ 28370 w 2004344"/>
                <a:gd name="connsiteY130" fmla="*/ 1001168 h 1424241"/>
                <a:gd name="connsiteX131" fmla="*/ 29733 w 2004344"/>
                <a:gd name="connsiteY131" fmla="*/ 1053497 h 1424241"/>
                <a:gd name="connsiteX132" fmla="*/ 16319 w 2004344"/>
                <a:gd name="connsiteY132" fmla="*/ 1068381 h 1424241"/>
                <a:gd name="connsiteX133" fmla="*/ 1435 w 2004344"/>
                <a:gd name="connsiteY133" fmla="*/ 1054967 h 1424241"/>
                <a:gd name="connsiteX134" fmla="*/ 0 w 2004344"/>
                <a:gd name="connsiteY134" fmla="*/ 1001132 h 1424241"/>
                <a:gd name="connsiteX135" fmla="*/ 753 w 2004344"/>
                <a:gd name="connsiteY135" fmla="*/ 961930 h 1424241"/>
                <a:gd name="connsiteX136" fmla="*/ 14920 w 2004344"/>
                <a:gd name="connsiteY136" fmla="*/ 948301 h 1424241"/>
                <a:gd name="connsiteX137" fmla="*/ 15459 w 2004344"/>
                <a:gd name="connsiteY137" fmla="*/ 948301 h 1424241"/>
                <a:gd name="connsiteX138" fmla="*/ 2003627 w 2004344"/>
                <a:gd name="connsiteY138" fmla="*/ 963293 h 1424241"/>
                <a:gd name="connsiteX139" fmla="*/ 2004344 w 2004344"/>
                <a:gd name="connsiteY139" fmla="*/ 1001168 h 1424241"/>
                <a:gd name="connsiteX140" fmla="*/ 2002874 w 2004344"/>
                <a:gd name="connsiteY140" fmla="*/ 1056330 h 1424241"/>
                <a:gd name="connsiteX141" fmla="*/ 1987953 w 2004344"/>
                <a:gd name="connsiteY141" fmla="*/ 1069708 h 1424241"/>
                <a:gd name="connsiteX142" fmla="*/ 1974575 w 2004344"/>
                <a:gd name="connsiteY142" fmla="*/ 1054788 h 1424241"/>
                <a:gd name="connsiteX143" fmla="*/ 1976010 w 2004344"/>
                <a:gd name="connsiteY143" fmla="*/ 1001168 h 1424241"/>
                <a:gd name="connsiteX144" fmla="*/ 1975328 w 2004344"/>
                <a:gd name="connsiteY144" fmla="*/ 964333 h 1424241"/>
                <a:gd name="connsiteX145" fmla="*/ 1988958 w 2004344"/>
                <a:gd name="connsiteY145" fmla="*/ 949628 h 1424241"/>
                <a:gd name="connsiteX146" fmla="*/ 1989496 w 2004344"/>
                <a:gd name="connsiteY146" fmla="*/ 949628 h 1424241"/>
                <a:gd name="connsiteX147" fmla="*/ 2003663 w 2004344"/>
                <a:gd name="connsiteY147" fmla="*/ 963258 h 1424241"/>
                <a:gd name="connsiteX148" fmla="*/ 38664 w 2004344"/>
                <a:gd name="connsiteY148" fmla="*/ 1143521 h 1424241"/>
                <a:gd name="connsiteX149" fmla="*/ 55916 w 2004344"/>
                <a:gd name="connsiteY149" fmla="*/ 1232290 h 1424241"/>
                <a:gd name="connsiteX150" fmla="*/ 45478 w 2004344"/>
                <a:gd name="connsiteY150" fmla="*/ 1249398 h 1424241"/>
                <a:gd name="connsiteX151" fmla="*/ 28370 w 2004344"/>
                <a:gd name="connsiteY151" fmla="*/ 1238961 h 1424241"/>
                <a:gd name="connsiteX152" fmla="*/ 10617 w 2004344"/>
                <a:gd name="connsiteY152" fmla="*/ 1147574 h 1424241"/>
                <a:gd name="connsiteX153" fmla="*/ 22596 w 2004344"/>
                <a:gd name="connsiteY153" fmla="*/ 1131506 h 1424241"/>
                <a:gd name="connsiteX154" fmla="*/ 24676 w 2004344"/>
                <a:gd name="connsiteY154" fmla="*/ 1131362 h 1424241"/>
                <a:gd name="connsiteX155" fmla="*/ 38664 w 2004344"/>
                <a:gd name="connsiteY155" fmla="*/ 1143485 h 1424241"/>
                <a:gd name="connsiteX156" fmla="*/ 1981569 w 2004344"/>
                <a:gd name="connsiteY156" fmla="*/ 1132833 h 1424241"/>
                <a:gd name="connsiteX157" fmla="*/ 1993513 w 2004344"/>
                <a:gd name="connsiteY157" fmla="*/ 1148937 h 1424241"/>
                <a:gd name="connsiteX158" fmla="*/ 1975652 w 2004344"/>
                <a:gd name="connsiteY158" fmla="*/ 1240252 h 1424241"/>
                <a:gd name="connsiteX159" fmla="*/ 1958507 w 2004344"/>
                <a:gd name="connsiteY159" fmla="*/ 1250653 h 1424241"/>
                <a:gd name="connsiteX160" fmla="*/ 1948106 w 2004344"/>
                <a:gd name="connsiteY160" fmla="*/ 1233509 h 1424241"/>
                <a:gd name="connsiteX161" fmla="*/ 1965465 w 2004344"/>
                <a:gd name="connsiteY161" fmla="*/ 1144776 h 1424241"/>
                <a:gd name="connsiteX162" fmla="*/ 1979453 w 2004344"/>
                <a:gd name="connsiteY162" fmla="*/ 1132689 h 1424241"/>
                <a:gd name="connsiteX163" fmla="*/ 1981534 w 2004344"/>
                <a:gd name="connsiteY163" fmla="*/ 1132833 h 1424241"/>
                <a:gd name="connsiteX164" fmla="*/ 81416 w 2004344"/>
                <a:gd name="connsiteY164" fmla="*/ 1319086 h 1424241"/>
                <a:gd name="connsiteX165" fmla="*/ 110360 w 2004344"/>
                <a:gd name="connsiteY165" fmla="*/ 1392934 h 1424241"/>
                <a:gd name="connsiteX166" fmla="*/ 114879 w 2004344"/>
                <a:gd name="connsiteY166" fmla="*/ 1403084 h 1424241"/>
                <a:gd name="connsiteX167" fmla="*/ 107814 w 2004344"/>
                <a:gd name="connsiteY167" fmla="*/ 1421842 h 1424241"/>
                <a:gd name="connsiteX168" fmla="*/ 89056 w 2004344"/>
                <a:gd name="connsiteY168" fmla="*/ 1414777 h 1424241"/>
                <a:gd name="connsiteX169" fmla="*/ 84393 w 2004344"/>
                <a:gd name="connsiteY169" fmla="*/ 1404340 h 1424241"/>
                <a:gd name="connsiteX170" fmla="*/ 54589 w 2004344"/>
                <a:gd name="connsiteY170" fmla="*/ 1328339 h 1424241"/>
                <a:gd name="connsiteX171" fmla="*/ 63376 w 2004344"/>
                <a:gd name="connsiteY171" fmla="*/ 1310334 h 1424241"/>
                <a:gd name="connsiteX172" fmla="*/ 68003 w 2004344"/>
                <a:gd name="connsiteY172" fmla="*/ 1309545 h 1424241"/>
                <a:gd name="connsiteX173" fmla="*/ 81381 w 2004344"/>
                <a:gd name="connsiteY173" fmla="*/ 1319086 h 1424241"/>
                <a:gd name="connsiteX174" fmla="*/ 1940574 w 2004344"/>
                <a:gd name="connsiteY174" fmla="*/ 1311482 h 1424241"/>
                <a:gd name="connsiteX175" fmla="*/ 1949325 w 2004344"/>
                <a:gd name="connsiteY175" fmla="*/ 1329523 h 1424241"/>
                <a:gd name="connsiteX176" fmla="*/ 1919951 w 2004344"/>
                <a:gd name="connsiteY176" fmla="*/ 1404340 h 1424241"/>
                <a:gd name="connsiteX177" fmla="*/ 1914786 w 2004344"/>
                <a:gd name="connsiteY177" fmla="*/ 1415924 h 1424241"/>
                <a:gd name="connsiteX178" fmla="*/ 1896028 w 2004344"/>
                <a:gd name="connsiteY178" fmla="*/ 1422954 h 1424241"/>
                <a:gd name="connsiteX179" fmla="*/ 1888999 w 2004344"/>
                <a:gd name="connsiteY179" fmla="*/ 1404196 h 1424241"/>
                <a:gd name="connsiteX180" fmla="*/ 1894020 w 2004344"/>
                <a:gd name="connsiteY180" fmla="*/ 1392934 h 1424241"/>
                <a:gd name="connsiteX181" fmla="*/ 1922569 w 2004344"/>
                <a:gd name="connsiteY181" fmla="*/ 1320233 h 1424241"/>
                <a:gd name="connsiteX182" fmla="*/ 1935947 w 2004344"/>
                <a:gd name="connsiteY182" fmla="*/ 1310693 h 1424241"/>
                <a:gd name="connsiteX183" fmla="*/ 1940574 w 2004344"/>
                <a:gd name="connsiteY183" fmla="*/ 1311482 h 1424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2004344" h="1424241">
                  <a:moveTo>
                    <a:pt x="971112" y="13557"/>
                  </a:moveTo>
                  <a:cubicBezTo>
                    <a:pt x="971471" y="21376"/>
                    <a:pt x="965409" y="28011"/>
                    <a:pt x="957590" y="28334"/>
                  </a:cubicBezTo>
                  <a:cubicBezTo>
                    <a:pt x="927535" y="29697"/>
                    <a:pt x="897264" y="32459"/>
                    <a:pt x="867566" y="36548"/>
                  </a:cubicBezTo>
                  <a:cubicBezTo>
                    <a:pt x="859784" y="37624"/>
                    <a:pt x="852646" y="32208"/>
                    <a:pt x="851570" y="24461"/>
                  </a:cubicBezTo>
                  <a:cubicBezTo>
                    <a:pt x="850494" y="16714"/>
                    <a:pt x="855910" y="9540"/>
                    <a:pt x="863657" y="8464"/>
                  </a:cubicBezTo>
                  <a:cubicBezTo>
                    <a:pt x="894215" y="4232"/>
                    <a:pt x="925383" y="1399"/>
                    <a:pt x="956299" y="0"/>
                  </a:cubicBezTo>
                  <a:cubicBezTo>
                    <a:pt x="956515" y="0"/>
                    <a:pt x="956730" y="0"/>
                    <a:pt x="956945" y="0"/>
                  </a:cubicBezTo>
                  <a:cubicBezTo>
                    <a:pt x="964477" y="0"/>
                    <a:pt x="970753" y="5918"/>
                    <a:pt x="971076" y="13522"/>
                  </a:cubicBezTo>
                  <a:close/>
                  <a:moveTo>
                    <a:pt x="1049372" y="108"/>
                  </a:moveTo>
                  <a:cubicBezTo>
                    <a:pt x="1080289" y="1542"/>
                    <a:pt x="1111456" y="4447"/>
                    <a:pt x="1142014" y="8680"/>
                  </a:cubicBezTo>
                  <a:cubicBezTo>
                    <a:pt x="1149762" y="9756"/>
                    <a:pt x="1155177" y="16929"/>
                    <a:pt x="1154101" y="24676"/>
                  </a:cubicBezTo>
                  <a:cubicBezTo>
                    <a:pt x="1153026" y="32423"/>
                    <a:pt x="1145852" y="37803"/>
                    <a:pt x="1138105" y="36763"/>
                  </a:cubicBezTo>
                  <a:cubicBezTo>
                    <a:pt x="1108444" y="32602"/>
                    <a:pt x="1078137" y="29805"/>
                    <a:pt x="1048081" y="28406"/>
                  </a:cubicBezTo>
                  <a:cubicBezTo>
                    <a:pt x="1040262" y="28047"/>
                    <a:pt x="1034201" y="21412"/>
                    <a:pt x="1034595" y="13593"/>
                  </a:cubicBezTo>
                  <a:cubicBezTo>
                    <a:pt x="1034954" y="5990"/>
                    <a:pt x="1041231" y="72"/>
                    <a:pt x="1048726" y="72"/>
                  </a:cubicBezTo>
                  <a:cubicBezTo>
                    <a:pt x="1048942" y="72"/>
                    <a:pt x="1049157" y="72"/>
                    <a:pt x="1049408" y="72"/>
                  </a:cubicBezTo>
                  <a:close/>
                  <a:moveTo>
                    <a:pt x="789235" y="36081"/>
                  </a:moveTo>
                  <a:cubicBezTo>
                    <a:pt x="791028" y="43685"/>
                    <a:pt x="786294" y="51324"/>
                    <a:pt x="778690" y="53118"/>
                  </a:cubicBezTo>
                  <a:cubicBezTo>
                    <a:pt x="749424" y="59968"/>
                    <a:pt x="720193" y="68325"/>
                    <a:pt x="691751" y="77865"/>
                  </a:cubicBezTo>
                  <a:cubicBezTo>
                    <a:pt x="684326" y="80376"/>
                    <a:pt x="676292" y="76359"/>
                    <a:pt x="673817" y="68935"/>
                  </a:cubicBezTo>
                  <a:cubicBezTo>
                    <a:pt x="671307" y="61510"/>
                    <a:pt x="675324" y="53476"/>
                    <a:pt x="682748" y="51002"/>
                  </a:cubicBezTo>
                  <a:cubicBezTo>
                    <a:pt x="712015" y="41174"/>
                    <a:pt x="742143" y="32602"/>
                    <a:pt x="772234" y="25501"/>
                  </a:cubicBezTo>
                  <a:cubicBezTo>
                    <a:pt x="773310" y="25250"/>
                    <a:pt x="774422" y="25106"/>
                    <a:pt x="775498" y="25106"/>
                  </a:cubicBezTo>
                  <a:cubicBezTo>
                    <a:pt x="781918" y="25106"/>
                    <a:pt x="787764" y="29518"/>
                    <a:pt x="789271" y="36045"/>
                  </a:cubicBezTo>
                  <a:close/>
                  <a:moveTo>
                    <a:pt x="1233437" y="25824"/>
                  </a:moveTo>
                  <a:cubicBezTo>
                    <a:pt x="1263565" y="32925"/>
                    <a:pt x="1293657" y="41569"/>
                    <a:pt x="1322888" y="51432"/>
                  </a:cubicBezTo>
                  <a:cubicBezTo>
                    <a:pt x="1330312" y="53943"/>
                    <a:pt x="1334293" y="61977"/>
                    <a:pt x="1331782" y="69401"/>
                  </a:cubicBezTo>
                  <a:cubicBezTo>
                    <a:pt x="1329271" y="76825"/>
                    <a:pt x="1321237" y="80806"/>
                    <a:pt x="1313813" y="78296"/>
                  </a:cubicBezTo>
                  <a:cubicBezTo>
                    <a:pt x="1285407" y="68720"/>
                    <a:pt x="1256176" y="60327"/>
                    <a:pt x="1226910" y="53405"/>
                  </a:cubicBezTo>
                  <a:cubicBezTo>
                    <a:pt x="1219306" y="51611"/>
                    <a:pt x="1214572" y="43972"/>
                    <a:pt x="1216365" y="36368"/>
                  </a:cubicBezTo>
                  <a:cubicBezTo>
                    <a:pt x="1217907" y="29841"/>
                    <a:pt x="1223718" y="25465"/>
                    <a:pt x="1230138" y="25465"/>
                  </a:cubicBezTo>
                  <a:cubicBezTo>
                    <a:pt x="1231213" y="25465"/>
                    <a:pt x="1232326" y="25608"/>
                    <a:pt x="1233401" y="25860"/>
                  </a:cubicBezTo>
                  <a:close/>
                  <a:moveTo>
                    <a:pt x="614674" y="91961"/>
                  </a:moveTo>
                  <a:cubicBezTo>
                    <a:pt x="617866" y="99098"/>
                    <a:pt x="614638" y="107491"/>
                    <a:pt x="607465" y="110647"/>
                  </a:cubicBezTo>
                  <a:cubicBezTo>
                    <a:pt x="580028" y="122806"/>
                    <a:pt x="552841" y="136435"/>
                    <a:pt x="526623" y="151140"/>
                  </a:cubicBezTo>
                  <a:cubicBezTo>
                    <a:pt x="519808" y="154978"/>
                    <a:pt x="511164" y="152539"/>
                    <a:pt x="507327" y="145724"/>
                  </a:cubicBezTo>
                  <a:cubicBezTo>
                    <a:pt x="503489" y="138910"/>
                    <a:pt x="505928" y="130266"/>
                    <a:pt x="512743" y="126428"/>
                  </a:cubicBezTo>
                  <a:cubicBezTo>
                    <a:pt x="539714" y="111293"/>
                    <a:pt x="567726" y="97269"/>
                    <a:pt x="595952" y="84752"/>
                  </a:cubicBezTo>
                  <a:cubicBezTo>
                    <a:pt x="597817" y="83927"/>
                    <a:pt x="599754" y="83532"/>
                    <a:pt x="601691" y="83532"/>
                  </a:cubicBezTo>
                  <a:cubicBezTo>
                    <a:pt x="607106" y="83532"/>
                    <a:pt x="612307" y="86689"/>
                    <a:pt x="614638" y="91961"/>
                  </a:cubicBezTo>
                  <a:close/>
                  <a:moveTo>
                    <a:pt x="1409576" y="85290"/>
                  </a:moveTo>
                  <a:cubicBezTo>
                    <a:pt x="1437802" y="97879"/>
                    <a:pt x="1465778" y="111938"/>
                    <a:pt x="1492714" y="127074"/>
                  </a:cubicBezTo>
                  <a:cubicBezTo>
                    <a:pt x="1499528" y="130911"/>
                    <a:pt x="1501967" y="139555"/>
                    <a:pt x="1498130" y="146370"/>
                  </a:cubicBezTo>
                  <a:cubicBezTo>
                    <a:pt x="1494292" y="153184"/>
                    <a:pt x="1485648" y="155623"/>
                    <a:pt x="1478834" y="151786"/>
                  </a:cubicBezTo>
                  <a:cubicBezTo>
                    <a:pt x="1452651" y="137080"/>
                    <a:pt x="1425465" y="123415"/>
                    <a:pt x="1398063" y="111185"/>
                  </a:cubicBezTo>
                  <a:cubicBezTo>
                    <a:pt x="1390926" y="107993"/>
                    <a:pt x="1387698" y="99636"/>
                    <a:pt x="1390890" y="92463"/>
                  </a:cubicBezTo>
                  <a:cubicBezTo>
                    <a:pt x="1393257" y="87191"/>
                    <a:pt x="1398421" y="84070"/>
                    <a:pt x="1403837" y="84070"/>
                  </a:cubicBezTo>
                  <a:cubicBezTo>
                    <a:pt x="1405774" y="84070"/>
                    <a:pt x="1407711" y="84465"/>
                    <a:pt x="1409612" y="85290"/>
                  </a:cubicBezTo>
                  <a:close/>
                  <a:moveTo>
                    <a:pt x="453492" y="179295"/>
                  </a:moveTo>
                  <a:cubicBezTo>
                    <a:pt x="457939" y="185751"/>
                    <a:pt x="456325" y="194574"/>
                    <a:pt x="449869" y="199021"/>
                  </a:cubicBezTo>
                  <a:cubicBezTo>
                    <a:pt x="425158" y="216058"/>
                    <a:pt x="400948" y="234493"/>
                    <a:pt x="377886" y="253753"/>
                  </a:cubicBezTo>
                  <a:cubicBezTo>
                    <a:pt x="371896" y="258774"/>
                    <a:pt x="362930" y="257985"/>
                    <a:pt x="357908" y="251960"/>
                  </a:cubicBezTo>
                  <a:cubicBezTo>
                    <a:pt x="352887" y="245970"/>
                    <a:pt x="353676" y="237004"/>
                    <a:pt x="359702" y="231982"/>
                  </a:cubicBezTo>
                  <a:cubicBezTo>
                    <a:pt x="383445" y="212148"/>
                    <a:pt x="408372" y="193175"/>
                    <a:pt x="433765" y="175672"/>
                  </a:cubicBezTo>
                  <a:cubicBezTo>
                    <a:pt x="436204" y="173987"/>
                    <a:pt x="439038" y="173162"/>
                    <a:pt x="441799" y="173162"/>
                  </a:cubicBezTo>
                  <a:cubicBezTo>
                    <a:pt x="446283" y="173162"/>
                    <a:pt x="450730" y="175314"/>
                    <a:pt x="453492" y="179295"/>
                  </a:cubicBezTo>
                  <a:close/>
                  <a:moveTo>
                    <a:pt x="1571583" y="176390"/>
                  </a:moveTo>
                  <a:cubicBezTo>
                    <a:pt x="1596976" y="193964"/>
                    <a:pt x="1621868" y="212937"/>
                    <a:pt x="1645575" y="232807"/>
                  </a:cubicBezTo>
                  <a:cubicBezTo>
                    <a:pt x="1651565" y="237829"/>
                    <a:pt x="1652354" y="246759"/>
                    <a:pt x="1647333" y="252785"/>
                  </a:cubicBezTo>
                  <a:cubicBezTo>
                    <a:pt x="1642311" y="258774"/>
                    <a:pt x="1633381" y="259563"/>
                    <a:pt x="1627355" y="254542"/>
                  </a:cubicBezTo>
                  <a:cubicBezTo>
                    <a:pt x="1604329" y="235246"/>
                    <a:pt x="1580119" y="216775"/>
                    <a:pt x="1555444" y="199703"/>
                  </a:cubicBezTo>
                  <a:cubicBezTo>
                    <a:pt x="1549023" y="195255"/>
                    <a:pt x="1547410" y="186432"/>
                    <a:pt x="1551857" y="179976"/>
                  </a:cubicBezTo>
                  <a:cubicBezTo>
                    <a:pt x="1554619" y="175995"/>
                    <a:pt x="1559030" y="173879"/>
                    <a:pt x="1563513" y="173879"/>
                  </a:cubicBezTo>
                  <a:cubicBezTo>
                    <a:pt x="1566311" y="173879"/>
                    <a:pt x="1569108" y="174704"/>
                    <a:pt x="1571547" y="176390"/>
                  </a:cubicBezTo>
                  <a:close/>
                  <a:moveTo>
                    <a:pt x="311211" y="294856"/>
                  </a:moveTo>
                  <a:cubicBezTo>
                    <a:pt x="316770" y="300379"/>
                    <a:pt x="316806" y="309346"/>
                    <a:pt x="311282" y="314905"/>
                  </a:cubicBezTo>
                  <a:cubicBezTo>
                    <a:pt x="290121" y="336209"/>
                    <a:pt x="269678" y="358769"/>
                    <a:pt x="250597" y="381939"/>
                  </a:cubicBezTo>
                  <a:cubicBezTo>
                    <a:pt x="245612" y="387964"/>
                    <a:pt x="236681" y="388825"/>
                    <a:pt x="230655" y="383840"/>
                  </a:cubicBezTo>
                  <a:cubicBezTo>
                    <a:pt x="224630" y="378854"/>
                    <a:pt x="223769" y="369924"/>
                    <a:pt x="228754" y="363898"/>
                  </a:cubicBezTo>
                  <a:cubicBezTo>
                    <a:pt x="248409" y="340047"/>
                    <a:pt x="269427" y="316842"/>
                    <a:pt x="291198" y="294927"/>
                  </a:cubicBezTo>
                  <a:cubicBezTo>
                    <a:pt x="293959" y="292130"/>
                    <a:pt x="297618" y="290731"/>
                    <a:pt x="301240" y="290731"/>
                  </a:cubicBezTo>
                  <a:cubicBezTo>
                    <a:pt x="304862" y="290731"/>
                    <a:pt x="308449" y="292094"/>
                    <a:pt x="311211" y="294856"/>
                  </a:cubicBezTo>
                  <a:close/>
                  <a:moveTo>
                    <a:pt x="1714079" y="295788"/>
                  </a:moveTo>
                  <a:cubicBezTo>
                    <a:pt x="1735850" y="317774"/>
                    <a:pt x="1756832" y="340980"/>
                    <a:pt x="1776451" y="364831"/>
                  </a:cubicBezTo>
                  <a:cubicBezTo>
                    <a:pt x="1781436" y="370892"/>
                    <a:pt x="1780540" y="379823"/>
                    <a:pt x="1774514" y="384772"/>
                  </a:cubicBezTo>
                  <a:cubicBezTo>
                    <a:pt x="1768489" y="389758"/>
                    <a:pt x="1759558" y="388861"/>
                    <a:pt x="1754573" y="382835"/>
                  </a:cubicBezTo>
                  <a:cubicBezTo>
                    <a:pt x="1735491" y="359666"/>
                    <a:pt x="1715120" y="337070"/>
                    <a:pt x="1693959" y="315730"/>
                  </a:cubicBezTo>
                  <a:cubicBezTo>
                    <a:pt x="1688435" y="310171"/>
                    <a:pt x="1688507" y="301204"/>
                    <a:pt x="1694066" y="295681"/>
                  </a:cubicBezTo>
                  <a:cubicBezTo>
                    <a:pt x="1696828" y="292955"/>
                    <a:pt x="1700450" y="291592"/>
                    <a:pt x="1704037" y="291592"/>
                  </a:cubicBezTo>
                  <a:cubicBezTo>
                    <a:pt x="1707623" y="291592"/>
                    <a:pt x="1711318" y="292991"/>
                    <a:pt x="1714115" y="295788"/>
                  </a:cubicBezTo>
                  <a:close/>
                  <a:moveTo>
                    <a:pt x="192566" y="434590"/>
                  </a:moveTo>
                  <a:cubicBezTo>
                    <a:pt x="199021" y="439002"/>
                    <a:pt x="200707" y="447789"/>
                    <a:pt x="196331" y="454281"/>
                  </a:cubicBezTo>
                  <a:cubicBezTo>
                    <a:pt x="179438" y="479136"/>
                    <a:pt x="163514" y="505031"/>
                    <a:pt x="149024" y="531321"/>
                  </a:cubicBezTo>
                  <a:cubicBezTo>
                    <a:pt x="145258" y="538172"/>
                    <a:pt x="136614" y="540682"/>
                    <a:pt x="129764" y="536881"/>
                  </a:cubicBezTo>
                  <a:cubicBezTo>
                    <a:pt x="122913" y="533079"/>
                    <a:pt x="120439" y="524471"/>
                    <a:pt x="124205" y="517620"/>
                  </a:cubicBezTo>
                  <a:cubicBezTo>
                    <a:pt x="139125" y="490577"/>
                    <a:pt x="155516" y="463893"/>
                    <a:pt x="172911" y="438320"/>
                  </a:cubicBezTo>
                  <a:cubicBezTo>
                    <a:pt x="175637" y="434303"/>
                    <a:pt x="180120" y="432116"/>
                    <a:pt x="184639" y="432116"/>
                  </a:cubicBezTo>
                  <a:cubicBezTo>
                    <a:pt x="187401" y="432116"/>
                    <a:pt x="190162" y="432905"/>
                    <a:pt x="192602" y="434554"/>
                  </a:cubicBezTo>
                  <a:close/>
                  <a:moveTo>
                    <a:pt x="1832187" y="439360"/>
                  </a:moveTo>
                  <a:cubicBezTo>
                    <a:pt x="1849546" y="464933"/>
                    <a:pt x="1865901" y="491617"/>
                    <a:pt x="1880785" y="518732"/>
                  </a:cubicBezTo>
                  <a:cubicBezTo>
                    <a:pt x="1884551" y="525583"/>
                    <a:pt x="1882041" y="534226"/>
                    <a:pt x="1875190" y="537992"/>
                  </a:cubicBezTo>
                  <a:cubicBezTo>
                    <a:pt x="1868340" y="541758"/>
                    <a:pt x="1859732" y="539284"/>
                    <a:pt x="1855930" y="532397"/>
                  </a:cubicBezTo>
                  <a:cubicBezTo>
                    <a:pt x="1841440" y="506072"/>
                    <a:pt x="1825551" y="480140"/>
                    <a:pt x="1808694" y="455285"/>
                  </a:cubicBezTo>
                  <a:cubicBezTo>
                    <a:pt x="1804319" y="448793"/>
                    <a:pt x="1806004" y="440006"/>
                    <a:pt x="1812461" y="435595"/>
                  </a:cubicBezTo>
                  <a:cubicBezTo>
                    <a:pt x="1814899" y="433945"/>
                    <a:pt x="1817661" y="433156"/>
                    <a:pt x="1820387" y="433156"/>
                  </a:cubicBezTo>
                  <a:cubicBezTo>
                    <a:pt x="1824942" y="433156"/>
                    <a:pt x="1829389" y="435343"/>
                    <a:pt x="1832115" y="439360"/>
                  </a:cubicBezTo>
                  <a:close/>
                  <a:moveTo>
                    <a:pt x="101716" y="593764"/>
                  </a:moveTo>
                  <a:cubicBezTo>
                    <a:pt x="108890" y="596885"/>
                    <a:pt x="112189" y="605241"/>
                    <a:pt x="109033" y="612415"/>
                  </a:cubicBezTo>
                  <a:cubicBezTo>
                    <a:pt x="97054" y="639924"/>
                    <a:pt x="86186" y="668366"/>
                    <a:pt x="76825" y="696879"/>
                  </a:cubicBezTo>
                  <a:cubicBezTo>
                    <a:pt x="74386" y="704304"/>
                    <a:pt x="66388" y="708357"/>
                    <a:pt x="58928" y="705918"/>
                  </a:cubicBezTo>
                  <a:cubicBezTo>
                    <a:pt x="51504" y="703479"/>
                    <a:pt x="47451" y="695481"/>
                    <a:pt x="49890" y="688021"/>
                  </a:cubicBezTo>
                  <a:cubicBezTo>
                    <a:pt x="59538" y="658682"/>
                    <a:pt x="70692" y="629415"/>
                    <a:pt x="83030" y="601081"/>
                  </a:cubicBezTo>
                  <a:cubicBezTo>
                    <a:pt x="85362" y="595737"/>
                    <a:pt x="90562" y="592581"/>
                    <a:pt x="96014" y="592581"/>
                  </a:cubicBezTo>
                  <a:cubicBezTo>
                    <a:pt x="97915" y="592581"/>
                    <a:pt x="99816" y="592975"/>
                    <a:pt x="101681" y="593764"/>
                  </a:cubicBezTo>
                  <a:close/>
                  <a:moveTo>
                    <a:pt x="1921816" y="602265"/>
                  </a:moveTo>
                  <a:cubicBezTo>
                    <a:pt x="1934118" y="630635"/>
                    <a:pt x="1945237" y="659901"/>
                    <a:pt x="1954849" y="689276"/>
                  </a:cubicBezTo>
                  <a:cubicBezTo>
                    <a:pt x="1957288" y="696700"/>
                    <a:pt x="1953235" y="704734"/>
                    <a:pt x="1945775" y="707137"/>
                  </a:cubicBezTo>
                  <a:cubicBezTo>
                    <a:pt x="1938351" y="709576"/>
                    <a:pt x="1930317" y="705523"/>
                    <a:pt x="1927913" y="698063"/>
                  </a:cubicBezTo>
                  <a:cubicBezTo>
                    <a:pt x="1918588" y="669514"/>
                    <a:pt x="1907757" y="641072"/>
                    <a:pt x="1895813" y="613527"/>
                  </a:cubicBezTo>
                  <a:cubicBezTo>
                    <a:pt x="1892693" y="606353"/>
                    <a:pt x="1895993" y="597997"/>
                    <a:pt x="1903166" y="594876"/>
                  </a:cubicBezTo>
                  <a:cubicBezTo>
                    <a:pt x="1904995" y="594087"/>
                    <a:pt x="1906932" y="593693"/>
                    <a:pt x="1908797" y="593693"/>
                  </a:cubicBezTo>
                  <a:cubicBezTo>
                    <a:pt x="1914285" y="593693"/>
                    <a:pt x="1919485" y="596885"/>
                    <a:pt x="1921816" y="602229"/>
                  </a:cubicBezTo>
                  <a:close/>
                  <a:moveTo>
                    <a:pt x="42000" y="766998"/>
                  </a:moveTo>
                  <a:cubicBezTo>
                    <a:pt x="49639" y="768719"/>
                    <a:pt x="54409" y="776323"/>
                    <a:pt x="52688" y="783963"/>
                  </a:cubicBezTo>
                  <a:cubicBezTo>
                    <a:pt x="46017" y="813193"/>
                    <a:pt x="40673" y="843142"/>
                    <a:pt x="36727" y="872947"/>
                  </a:cubicBezTo>
                  <a:cubicBezTo>
                    <a:pt x="35723" y="880694"/>
                    <a:pt x="28586" y="886145"/>
                    <a:pt x="20838" y="885141"/>
                  </a:cubicBezTo>
                  <a:cubicBezTo>
                    <a:pt x="13091" y="884137"/>
                    <a:pt x="7604" y="876999"/>
                    <a:pt x="8644" y="869252"/>
                  </a:cubicBezTo>
                  <a:cubicBezTo>
                    <a:pt x="12697" y="838551"/>
                    <a:pt x="18220" y="807742"/>
                    <a:pt x="25070" y="777686"/>
                  </a:cubicBezTo>
                  <a:cubicBezTo>
                    <a:pt x="26577" y="771122"/>
                    <a:pt x="32423" y="766675"/>
                    <a:pt x="38879" y="766675"/>
                  </a:cubicBezTo>
                  <a:cubicBezTo>
                    <a:pt x="39919" y="766675"/>
                    <a:pt x="40995" y="766783"/>
                    <a:pt x="42035" y="767034"/>
                  </a:cubicBezTo>
                  <a:close/>
                  <a:moveTo>
                    <a:pt x="1979633" y="778977"/>
                  </a:moveTo>
                  <a:cubicBezTo>
                    <a:pt x="1986447" y="809069"/>
                    <a:pt x="1991934" y="839914"/>
                    <a:pt x="1995916" y="870579"/>
                  </a:cubicBezTo>
                  <a:cubicBezTo>
                    <a:pt x="1996920" y="878326"/>
                    <a:pt x="1991468" y="885464"/>
                    <a:pt x="1983686" y="886468"/>
                  </a:cubicBezTo>
                  <a:cubicBezTo>
                    <a:pt x="1975938" y="887472"/>
                    <a:pt x="1968801" y="882021"/>
                    <a:pt x="1967797" y="874238"/>
                  </a:cubicBezTo>
                  <a:cubicBezTo>
                    <a:pt x="1963923" y="844433"/>
                    <a:pt x="1958579" y="814485"/>
                    <a:pt x="1951980" y="785218"/>
                  </a:cubicBezTo>
                  <a:cubicBezTo>
                    <a:pt x="1950258" y="777578"/>
                    <a:pt x="1955028" y="770011"/>
                    <a:pt x="1962668" y="768253"/>
                  </a:cubicBezTo>
                  <a:cubicBezTo>
                    <a:pt x="1963708" y="768002"/>
                    <a:pt x="1964784" y="767894"/>
                    <a:pt x="1965824" y="767894"/>
                  </a:cubicBezTo>
                  <a:cubicBezTo>
                    <a:pt x="1972316" y="767894"/>
                    <a:pt x="1978162" y="772378"/>
                    <a:pt x="1979633" y="778941"/>
                  </a:cubicBezTo>
                  <a:close/>
                  <a:moveTo>
                    <a:pt x="15459" y="948337"/>
                  </a:moveTo>
                  <a:cubicBezTo>
                    <a:pt x="23277" y="948624"/>
                    <a:pt x="29375" y="955223"/>
                    <a:pt x="29087" y="963042"/>
                  </a:cubicBezTo>
                  <a:cubicBezTo>
                    <a:pt x="28586" y="975667"/>
                    <a:pt x="28370" y="988471"/>
                    <a:pt x="28370" y="1001168"/>
                  </a:cubicBezTo>
                  <a:cubicBezTo>
                    <a:pt x="28370" y="1018563"/>
                    <a:pt x="28837" y="1036173"/>
                    <a:pt x="29733" y="1053497"/>
                  </a:cubicBezTo>
                  <a:cubicBezTo>
                    <a:pt x="30164" y="1061316"/>
                    <a:pt x="24138" y="1067987"/>
                    <a:pt x="16319" y="1068381"/>
                  </a:cubicBezTo>
                  <a:cubicBezTo>
                    <a:pt x="8572" y="1068740"/>
                    <a:pt x="1829" y="1062786"/>
                    <a:pt x="1435" y="1054967"/>
                  </a:cubicBezTo>
                  <a:cubicBezTo>
                    <a:pt x="502" y="1037142"/>
                    <a:pt x="0" y="1019029"/>
                    <a:pt x="0" y="1001132"/>
                  </a:cubicBezTo>
                  <a:cubicBezTo>
                    <a:pt x="0" y="988113"/>
                    <a:pt x="251" y="974914"/>
                    <a:pt x="753" y="961930"/>
                  </a:cubicBezTo>
                  <a:cubicBezTo>
                    <a:pt x="1040" y="954291"/>
                    <a:pt x="7317" y="948301"/>
                    <a:pt x="14920" y="948301"/>
                  </a:cubicBezTo>
                  <a:cubicBezTo>
                    <a:pt x="15100" y="948301"/>
                    <a:pt x="15279" y="948301"/>
                    <a:pt x="15459" y="948301"/>
                  </a:cubicBezTo>
                  <a:close/>
                  <a:moveTo>
                    <a:pt x="2003627" y="963293"/>
                  </a:moveTo>
                  <a:cubicBezTo>
                    <a:pt x="2004093" y="975882"/>
                    <a:pt x="2004344" y="988615"/>
                    <a:pt x="2004344" y="1001168"/>
                  </a:cubicBezTo>
                  <a:cubicBezTo>
                    <a:pt x="2004344" y="1019496"/>
                    <a:pt x="2003842" y="1038074"/>
                    <a:pt x="2002874" y="1056330"/>
                  </a:cubicBezTo>
                  <a:cubicBezTo>
                    <a:pt x="2002443" y="1064149"/>
                    <a:pt x="1995808" y="1070103"/>
                    <a:pt x="1987953" y="1069708"/>
                  </a:cubicBezTo>
                  <a:cubicBezTo>
                    <a:pt x="1980135" y="1069278"/>
                    <a:pt x="1974145" y="1062607"/>
                    <a:pt x="1974575" y="1054788"/>
                  </a:cubicBezTo>
                  <a:cubicBezTo>
                    <a:pt x="1975544" y="1037034"/>
                    <a:pt x="1976010" y="1018993"/>
                    <a:pt x="1976010" y="1001168"/>
                  </a:cubicBezTo>
                  <a:cubicBezTo>
                    <a:pt x="1976010" y="988974"/>
                    <a:pt x="1975795" y="976564"/>
                    <a:pt x="1975328" y="964333"/>
                  </a:cubicBezTo>
                  <a:cubicBezTo>
                    <a:pt x="1975042" y="956515"/>
                    <a:pt x="1981139" y="949951"/>
                    <a:pt x="1988958" y="949628"/>
                  </a:cubicBezTo>
                  <a:cubicBezTo>
                    <a:pt x="1989137" y="949628"/>
                    <a:pt x="1989316" y="949628"/>
                    <a:pt x="1989496" y="949628"/>
                  </a:cubicBezTo>
                  <a:cubicBezTo>
                    <a:pt x="1997099" y="949628"/>
                    <a:pt x="2003376" y="955618"/>
                    <a:pt x="2003663" y="963258"/>
                  </a:cubicBezTo>
                  <a:close/>
                  <a:moveTo>
                    <a:pt x="38664" y="1143521"/>
                  </a:moveTo>
                  <a:cubicBezTo>
                    <a:pt x="43003" y="1173254"/>
                    <a:pt x="48814" y="1203130"/>
                    <a:pt x="55916" y="1232290"/>
                  </a:cubicBezTo>
                  <a:cubicBezTo>
                    <a:pt x="57780" y="1239893"/>
                    <a:pt x="53118" y="1247569"/>
                    <a:pt x="45478" y="1249398"/>
                  </a:cubicBezTo>
                  <a:cubicBezTo>
                    <a:pt x="37875" y="1251227"/>
                    <a:pt x="30199" y="1246600"/>
                    <a:pt x="28370" y="1238961"/>
                  </a:cubicBezTo>
                  <a:cubicBezTo>
                    <a:pt x="21053" y="1208941"/>
                    <a:pt x="15100" y="1178203"/>
                    <a:pt x="10617" y="1147574"/>
                  </a:cubicBezTo>
                  <a:cubicBezTo>
                    <a:pt x="9469" y="1139827"/>
                    <a:pt x="14849" y="1132618"/>
                    <a:pt x="22596" y="1131506"/>
                  </a:cubicBezTo>
                  <a:cubicBezTo>
                    <a:pt x="23277" y="1131398"/>
                    <a:pt x="23995" y="1131362"/>
                    <a:pt x="24676" y="1131362"/>
                  </a:cubicBezTo>
                  <a:cubicBezTo>
                    <a:pt x="31598" y="1131362"/>
                    <a:pt x="37659" y="1136419"/>
                    <a:pt x="38664" y="1143485"/>
                  </a:cubicBezTo>
                  <a:close/>
                  <a:moveTo>
                    <a:pt x="1981569" y="1132833"/>
                  </a:moveTo>
                  <a:cubicBezTo>
                    <a:pt x="1989316" y="1133980"/>
                    <a:pt x="1994660" y="1141190"/>
                    <a:pt x="1993513" y="1148937"/>
                  </a:cubicBezTo>
                  <a:cubicBezTo>
                    <a:pt x="1988994" y="1179530"/>
                    <a:pt x="1982968" y="1210268"/>
                    <a:pt x="1975652" y="1240252"/>
                  </a:cubicBezTo>
                  <a:cubicBezTo>
                    <a:pt x="1973786" y="1247855"/>
                    <a:pt x="1966111" y="1252518"/>
                    <a:pt x="1958507" y="1250653"/>
                  </a:cubicBezTo>
                  <a:cubicBezTo>
                    <a:pt x="1950904" y="1248788"/>
                    <a:pt x="1946241" y="1241113"/>
                    <a:pt x="1948106" y="1233509"/>
                  </a:cubicBezTo>
                  <a:cubicBezTo>
                    <a:pt x="1955243" y="1204350"/>
                    <a:pt x="1961090" y="1174509"/>
                    <a:pt x="1965465" y="1144776"/>
                  </a:cubicBezTo>
                  <a:cubicBezTo>
                    <a:pt x="1966505" y="1137746"/>
                    <a:pt x="1972567" y="1132689"/>
                    <a:pt x="1979453" y="1132689"/>
                  </a:cubicBezTo>
                  <a:cubicBezTo>
                    <a:pt x="1980135" y="1132689"/>
                    <a:pt x="1980852" y="1132725"/>
                    <a:pt x="1981534" y="1132833"/>
                  </a:cubicBezTo>
                  <a:close/>
                  <a:moveTo>
                    <a:pt x="81416" y="1319086"/>
                  </a:moveTo>
                  <a:cubicBezTo>
                    <a:pt x="90024" y="1343977"/>
                    <a:pt x="99744" y="1368796"/>
                    <a:pt x="110360" y="1392934"/>
                  </a:cubicBezTo>
                  <a:cubicBezTo>
                    <a:pt x="111867" y="1396341"/>
                    <a:pt x="113373" y="1399713"/>
                    <a:pt x="114879" y="1403084"/>
                  </a:cubicBezTo>
                  <a:cubicBezTo>
                    <a:pt x="118107" y="1410222"/>
                    <a:pt x="114951" y="1418614"/>
                    <a:pt x="107814" y="1421842"/>
                  </a:cubicBezTo>
                  <a:cubicBezTo>
                    <a:pt x="100677" y="1425070"/>
                    <a:pt x="92284" y="1421914"/>
                    <a:pt x="89056" y="1414777"/>
                  </a:cubicBezTo>
                  <a:cubicBezTo>
                    <a:pt x="87478" y="1411298"/>
                    <a:pt x="85936" y="1407819"/>
                    <a:pt x="84393" y="1404340"/>
                  </a:cubicBezTo>
                  <a:cubicBezTo>
                    <a:pt x="73454" y="1379520"/>
                    <a:pt x="63447" y="1353912"/>
                    <a:pt x="54589" y="1328339"/>
                  </a:cubicBezTo>
                  <a:cubicBezTo>
                    <a:pt x="52042" y="1320951"/>
                    <a:pt x="55952" y="1312881"/>
                    <a:pt x="63376" y="1310334"/>
                  </a:cubicBezTo>
                  <a:cubicBezTo>
                    <a:pt x="64918" y="1309796"/>
                    <a:pt x="66460" y="1309545"/>
                    <a:pt x="68003" y="1309545"/>
                  </a:cubicBezTo>
                  <a:cubicBezTo>
                    <a:pt x="73885" y="1309545"/>
                    <a:pt x="79372" y="1313239"/>
                    <a:pt x="81381" y="1319086"/>
                  </a:cubicBezTo>
                  <a:close/>
                  <a:moveTo>
                    <a:pt x="1940574" y="1311482"/>
                  </a:moveTo>
                  <a:cubicBezTo>
                    <a:pt x="1947963" y="1314029"/>
                    <a:pt x="1951872" y="1322134"/>
                    <a:pt x="1949325" y="1329523"/>
                  </a:cubicBezTo>
                  <a:cubicBezTo>
                    <a:pt x="1940574" y="1354737"/>
                    <a:pt x="1930711" y="1379915"/>
                    <a:pt x="1919951" y="1404340"/>
                  </a:cubicBezTo>
                  <a:cubicBezTo>
                    <a:pt x="1918230" y="1408213"/>
                    <a:pt x="1916508" y="1412051"/>
                    <a:pt x="1914786" y="1415924"/>
                  </a:cubicBezTo>
                  <a:cubicBezTo>
                    <a:pt x="1911559" y="1423062"/>
                    <a:pt x="1903166" y="1426218"/>
                    <a:pt x="1896028" y="1422954"/>
                  </a:cubicBezTo>
                  <a:cubicBezTo>
                    <a:pt x="1888891" y="1419726"/>
                    <a:pt x="1885735" y="1411333"/>
                    <a:pt x="1888999" y="1404196"/>
                  </a:cubicBezTo>
                  <a:cubicBezTo>
                    <a:pt x="1890684" y="1400466"/>
                    <a:pt x="1892370" y="1396700"/>
                    <a:pt x="1894020" y="1392934"/>
                  </a:cubicBezTo>
                  <a:cubicBezTo>
                    <a:pt x="1904457" y="1369191"/>
                    <a:pt x="1914069" y="1344730"/>
                    <a:pt x="1922569" y="1320233"/>
                  </a:cubicBezTo>
                  <a:cubicBezTo>
                    <a:pt x="1924614" y="1314387"/>
                    <a:pt x="1930101" y="1310693"/>
                    <a:pt x="1935947" y="1310693"/>
                  </a:cubicBezTo>
                  <a:cubicBezTo>
                    <a:pt x="1937490" y="1310693"/>
                    <a:pt x="1939068" y="1310944"/>
                    <a:pt x="1940574" y="1311482"/>
                  </a:cubicBezTo>
                  <a:close/>
                </a:path>
              </a:pathLst>
            </a:custGeom>
            <a:solidFill>
              <a:srgbClr val="4B2C80"/>
            </a:solidFill>
            <a:ln w="3584" cap="flat">
              <a:noFill/>
              <a:prstDash val="solid"/>
              <a:miter/>
            </a:ln>
          </p:spPr>
          <p:txBody>
            <a:bodyPr rtlCol="0" anchor="ctr"/>
            <a:lstStyle/>
            <a:p>
              <a:endParaRPr lang="en-IN"/>
            </a:p>
          </p:txBody>
        </p:sp>
        <p:sp>
          <p:nvSpPr>
            <p:cNvPr id="99" name="Freeform: Shape 98">
              <a:extLst>
                <a:ext uri="{FF2B5EF4-FFF2-40B4-BE49-F238E27FC236}">
                  <a16:creationId xmlns:a16="http://schemas.microsoft.com/office/drawing/2014/main" id="{B24EF22D-99AB-1EDA-3986-D469273BEAF3}"/>
                </a:ext>
              </a:extLst>
            </p:cNvPr>
            <p:cNvSpPr/>
            <p:nvPr/>
          </p:nvSpPr>
          <p:spPr>
            <a:xfrm>
              <a:off x="5208822" y="2728552"/>
              <a:ext cx="73051" cy="93208"/>
            </a:xfrm>
            <a:custGeom>
              <a:avLst/>
              <a:gdLst>
                <a:gd name="connsiteX0" fmla="*/ 29331 w 73051"/>
                <a:gd name="connsiteY0" fmla="*/ 36 h 93208"/>
                <a:gd name="connsiteX1" fmla="*/ 22301 w 73051"/>
                <a:gd name="connsiteY1" fmla="*/ 1901 h 93208"/>
                <a:gd name="connsiteX2" fmla="*/ 17065 w 73051"/>
                <a:gd name="connsiteY2" fmla="*/ 21233 h 93208"/>
                <a:gd name="connsiteX3" fmla="*/ 33958 w 73051"/>
                <a:gd name="connsiteY3" fmla="*/ 49639 h 93208"/>
                <a:gd name="connsiteX4" fmla="*/ 6556 w 73051"/>
                <a:gd name="connsiteY4" fmla="*/ 67070 h 93208"/>
                <a:gd name="connsiteX5" fmla="*/ 2216 w 73051"/>
                <a:gd name="connsiteY5" fmla="*/ 86653 h 93208"/>
                <a:gd name="connsiteX6" fmla="*/ 21799 w 73051"/>
                <a:gd name="connsiteY6" fmla="*/ 90993 h 93208"/>
                <a:gd name="connsiteX7" fmla="*/ 73052 w 73051"/>
                <a:gd name="connsiteY7" fmla="*/ 58390 h 93208"/>
                <a:gd name="connsiteX8" fmla="*/ 65412 w 73051"/>
                <a:gd name="connsiteY8" fmla="*/ 46411 h 93208"/>
                <a:gd name="connsiteX9" fmla="*/ 41669 w 73051"/>
                <a:gd name="connsiteY9" fmla="*/ 7137 h 93208"/>
                <a:gd name="connsiteX10" fmla="*/ 29367 w 73051"/>
                <a:gd name="connsiteY10" fmla="*/ 0 h 93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208">
                  <a:moveTo>
                    <a:pt x="29331" y="36"/>
                  </a:moveTo>
                  <a:cubicBezTo>
                    <a:pt x="26928" y="36"/>
                    <a:pt x="24525" y="646"/>
                    <a:pt x="22301" y="1901"/>
                  </a:cubicBezTo>
                  <a:cubicBezTo>
                    <a:pt x="15522" y="5810"/>
                    <a:pt x="13156" y="14454"/>
                    <a:pt x="17065" y="21233"/>
                  </a:cubicBezTo>
                  <a:cubicBezTo>
                    <a:pt x="22517" y="30773"/>
                    <a:pt x="28183" y="40278"/>
                    <a:pt x="33958" y="49639"/>
                  </a:cubicBezTo>
                  <a:lnTo>
                    <a:pt x="6556" y="67070"/>
                  </a:lnTo>
                  <a:cubicBezTo>
                    <a:pt x="-43" y="71266"/>
                    <a:pt x="-1980" y="80017"/>
                    <a:pt x="2216" y="86653"/>
                  </a:cubicBezTo>
                  <a:cubicBezTo>
                    <a:pt x="6413" y="93252"/>
                    <a:pt x="15164" y="95189"/>
                    <a:pt x="21799" y="90993"/>
                  </a:cubicBezTo>
                  <a:lnTo>
                    <a:pt x="73052" y="58390"/>
                  </a:lnTo>
                  <a:lnTo>
                    <a:pt x="65412" y="46411"/>
                  </a:lnTo>
                  <a:cubicBezTo>
                    <a:pt x="57235" y="33607"/>
                    <a:pt x="49237" y="20372"/>
                    <a:pt x="41669" y="7137"/>
                  </a:cubicBezTo>
                  <a:cubicBezTo>
                    <a:pt x="39051" y="2582"/>
                    <a:pt x="34280" y="0"/>
                    <a:pt x="29367" y="0"/>
                  </a:cubicBezTo>
                  <a:close/>
                </a:path>
              </a:pathLst>
            </a:custGeom>
            <a:solidFill>
              <a:srgbClr val="4B2C80"/>
            </a:solidFill>
            <a:ln w="3584" cap="flat">
              <a:no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32E08277-5841-A962-7A7D-51D491DC2220}"/>
                </a:ext>
              </a:extLst>
            </p:cNvPr>
            <p:cNvSpPr/>
            <p:nvPr/>
          </p:nvSpPr>
          <p:spPr>
            <a:xfrm>
              <a:off x="5015001" y="2855087"/>
              <a:ext cx="125229" cy="89996"/>
            </a:xfrm>
            <a:custGeom>
              <a:avLst/>
              <a:gdLst>
                <a:gd name="connsiteX0" fmla="*/ 111070 w 125229"/>
                <a:gd name="connsiteY0" fmla="*/ 0 h 89996"/>
                <a:gd name="connsiteX1" fmla="*/ 103466 w 125229"/>
                <a:gd name="connsiteY1" fmla="*/ 2224 h 89996"/>
                <a:gd name="connsiteX2" fmla="*/ 6556 w 125229"/>
                <a:gd name="connsiteY2" fmla="*/ 63878 h 89996"/>
                <a:gd name="connsiteX3" fmla="*/ 2216 w 125229"/>
                <a:gd name="connsiteY3" fmla="*/ 83425 h 89996"/>
                <a:gd name="connsiteX4" fmla="*/ 21763 w 125229"/>
                <a:gd name="connsiteY4" fmla="*/ 87765 h 89996"/>
                <a:gd name="connsiteX5" fmla="*/ 118673 w 125229"/>
                <a:gd name="connsiteY5" fmla="*/ 26111 h 89996"/>
                <a:gd name="connsiteX6" fmla="*/ 123013 w 125229"/>
                <a:gd name="connsiteY6" fmla="*/ 6564 h 89996"/>
                <a:gd name="connsiteX7" fmla="*/ 111034 w 125229"/>
                <a:gd name="connsiteY7" fmla="*/ 0 h 89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29" h="89996">
                  <a:moveTo>
                    <a:pt x="111070" y="0"/>
                  </a:moveTo>
                  <a:cubicBezTo>
                    <a:pt x="108452" y="0"/>
                    <a:pt x="105833" y="717"/>
                    <a:pt x="103466" y="2224"/>
                  </a:cubicBezTo>
                  <a:lnTo>
                    <a:pt x="6556" y="63878"/>
                  </a:lnTo>
                  <a:cubicBezTo>
                    <a:pt x="-44" y="68074"/>
                    <a:pt x="-1980" y="76825"/>
                    <a:pt x="2216" y="83425"/>
                  </a:cubicBezTo>
                  <a:cubicBezTo>
                    <a:pt x="6413" y="90024"/>
                    <a:pt x="15164" y="91997"/>
                    <a:pt x="21763" y="87765"/>
                  </a:cubicBezTo>
                  <a:lnTo>
                    <a:pt x="118673" y="26111"/>
                  </a:lnTo>
                  <a:cubicBezTo>
                    <a:pt x="125273" y="21914"/>
                    <a:pt x="127210" y="13163"/>
                    <a:pt x="123013" y="6564"/>
                  </a:cubicBezTo>
                  <a:cubicBezTo>
                    <a:pt x="120324" y="2331"/>
                    <a:pt x="115733" y="0"/>
                    <a:pt x="111034" y="0"/>
                  </a:cubicBezTo>
                  <a:close/>
                </a:path>
              </a:pathLst>
            </a:custGeom>
            <a:solidFill>
              <a:srgbClr val="4B2C80"/>
            </a:solidFill>
            <a:ln w="3584" cap="flat">
              <a:noFill/>
              <a:prstDash val="solid"/>
              <a:miter/>
            </a:ln>
          </p:spPr>
          <p:txBody>
            <a:bodyPr rtlCol="0" anchor="ctr"/>
            <a:lstStyle/>
            <a:p>
              <a:endParaRPr lang="en-IN"/>
            </a:p>
          </p:txBody>
        </p:sp>
        <p:sp>
          <p:nvSpPr>
            <p:cNvPr id="101" name="Freeform: Shape 100">
              <a:extLst>
                <a:ext uri="{FF2B5EF4-FFF2-40B4-BE49-F238E27FC236}">
                  <a16:creationId xmlns:a16="http://schemas.microsoft.com/office/drawing/2014/main" id="{6DAA1B59-EA0B-B836-D1BC-2028C45E7EA1}"/>
                </a:ext>
              </a:extLst>
            </p:cNvPr>
            <p:cNvSpPr/>
            <p:nvPr/>
          </p:nvSpPr>
          <p:spPr>
            <a:xfrm>
              <a:off x="4852867" y="2964694"/>
              <a:ext cx="93578" cy="72413"/>
            </a:xfrm>
            <a:custGeom>
              <a:avLst/>
              <a:gdLst>
                <a:gd name="connsiteX0" fmla="*/ 14179 w 93578"/>
                <a:gd name="connsiteY0" fmla="*/ 0 h 72413"/>
                <a:gd name="connsiteX1" fmla="*/ 6001 w 93578"/>
                <a:gd name="connsiteY1" fmla="*/ 2582 h 72413"/>
                <a:gd name="connsiteX2" fmla="*/ 2594 w 93578"/>
                <a:gd name="connsiteY2" fmla="*/ 22345 h 72413"/>
                <a:gd name="connsiteX3" fmla="*/ 28167 w 93578"/>
                <a:gd name="connsiteY3" fmla="*/ 60470 h 72413"/>
                <a:gd name="connsiteX4" fmla="*/ 35770 w 93578"/>
                <a:gd name="connsiteY4" fmla="*/ 72414 h 72413"/>
                <a:gd name="connsiteX5" fmla="*/ 87023 w 93578"/>
                <a:gd name="connsiteY5" fmla="*/ 39811 h 72413"/>
                <a:gd name="connsiteX6" fmla="*/ 91363 w 93578"/>
                <a:gd name="connsiteY6" fmla="*/ 20264 h 72413"/>
                <a:gd name="connsiteX7" fmla="*/ 71780 w 93578"/>
                <a:gd name="connsiteY7" fmla="*/ 15924 h 72413"/>
                <a:gd name="connsiteX8" fmla="*/ 44342 w 93578"/>
                <a:gd name="connsiteY8" fmla="*/ 33355 h 72413"/>
                <a:gd name="connsiteX9" fmla="*/ 25727 w 93578"/>
                <a:gd name="connsiteY9" fmla="*/ 6025 h 72413"/>
                <a:gd name="connsiteX10" fmla="*/ 14143 w 93578"/>
                <a:gd name="connsiteY10" fmla="*/ 36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78" h="72413">
                  <a:moveTo>
                    <a:pt x="14179" y="0"/>
                  </a:moveTo>
                  <a:cubicBezTo>
                    <a:pt x="11346" y="0"/>
                    <a:pt x="8512" y="825"/>
                    <a:pt x="6001" y="2582"/>
                  </a:cubicBezTo>
                  <a:cubicBezTo>
                    <a:pt x="-383" y="7101"/>
                    <a:pt x="-1925" y="15924"/>
                    <a:pt x="2594" y="22345"/>
                  </a:cubicBezTo>
                  <a:cubicBezTo>
                    <a:pt x="11381" y="34790"/>
                    <a:pt x="19989" y="47594"/>
                    <a:pt x="28167" y="60470"/>
                  </a:cubicBezTo>
                  <a:lnTo>
                    <a:pt x="35770" y="72414"/>
                  </a:lnTo>
                  <a:lnTo>
                    <a:pt x="87023" y="39811"/>
                  </a:lnTo>
                  <a:cubicBezTo>
                    <a:pt x="93622" y="35615"/>
                    <a:pt x="95559" y="26864"/>
                    <a:pt x="91363" y="20264"/>
                  </a:cubicBezTo>
                  <a:cubicBezTo>
                    <a:pt x="87166" y="13665"/>
                    <a:pt x="78415" y="11728"/>
                    <a:pt x="71780" y="15924"/>
                  </a:cubicBezTo>
                  <a:lnTo>
                    <a:pt x="44342" y="33355"/>
                  </a:lnTo>
                  <a:cubicBezTo>
                    <a:pt x="38281" y="24138"/>
                    <a:pt x="32040" y="14992"/>
                    <a:pt x="25727" y="6025"/>
                  </a:cubicBezTo>
                  <a:cubicBezTo>
                    <a:pt x="22966" y="2116"/>
                    <a:pt x="18590" y="36"/>
                    <a:pt x="14143" y="36"/>
                  </a:cubicBezTo>
                  <a:close/>
                </a:path>
              </a:pathLst>
            </a:custGeom>
            <a:solidFill>
              <a:srgbClr val="4B2C80"/>
            </a:solidFill>
            <a:ln w="3584" cap="flat">
              <a:noFill/>
              <a:prstDash val="solid"/>
              <a:miter/>
            </a:ln>
          </p:spPr>
          <p:txBody>
            <a:bodyPr rtlCol="0" anchor="ctr"/>
            <a:lstStyle/>
            <a:p>
              <a:endParaRPr lang="en-IN"/>
            </a:p>
          </p:txBody>
        </p:sp>
        <p:sp>
          <p:nvSpPr>
            <p:cNvPr id="102" name="Freeform: Shape 101">
              <a:extLst>
                <a:ext uri="{FF2B5EF4-FFF2-40B4-BE49-F238E27FC236}">
                  <a16:creationId xmlns:a16="http://schemas.microsoft.com/office/drawing/2014/main" id="{38DE7884-4364-55D1-7514-73E407380B07}"/>
                </a:ext>
              </a:extLst>
            </p:cNvPr>
            <p:cNvSpPr/>
            <p:nvPr/>
          </p:nvSpPr>
          <p:spPr>
            <a:xfrm>
              <a:off x="3292746" y="2546782"/>
              <a:ext cx="1533295" cy="375150"/>
            </a:xfrm>
            <a:custGeom>
              <a:avLst/>
              <a:gdLst>
                <a:gd name="connsiteX0" fmla="*/ 736000 w 1533295"/>
                <a:gd name="connsiteY0" fmla="*/ 13522 h 375150"/>
                <a:gd name="connsiteX1" fmla="*/ 722479 w 1533295"/>
                <a:gd name="connsiteY1" fmla="*/ 28298 h 375150"/>
                <a:gd name="connsiteX2" fmla="*/ 634033 w 1533295"/>
                <a:gd name="connsiteY2" fmla="*/ 36261 h 375150"/>
                <a:gd name="connsiteX3" fmla="*/ 618072 w 1533295"/>
                <a:gd name="connsiteY3" fmla="*/ 24138 h 375150"/>
                <a:gd name="connsiteX4" fmla="*/ 630195 w 1533295"/>
                <a:gd name="connsiteY4" fmla="*/ 8177 h 375150"/>
                <a:gd name="connsiteX5" fmla="*/ 721187 w 1533295"/>
                <a:gd name="connsiteY5" fmla="*/ 0 h 375150"/>
                <a:gd name="connsiteX6" fmla="*/ 721833 w 1533295"/>
                <a:gd name="connsiteY6" fmla="*/ 0 h 375150"/>
                <a:gd name="connsiteX7" fmla="*/ 735964 w 1533295"/>
                <a:gd name="connsiteY7" fmla="*/ 13557 h 375150"/>
                <a:gd name="connsiteX8" fmla="*/ 812503 w 1533295"/>
                <a:gd name="connsiteY8" fmla="*/ 36 h 375150"/>
                <a:gd name="connsiteX9" fmla="*/ 903423 w 1533295"/>
                <a:gd name="connsiteY9" fmla="*/ 8285 h 375150"/>
                <a:gd name="connsiteX10" fmla="*/ 915546 w 1533295"/>
                <a:gd name="connsiteY10" fmla="*/ 24246 h 375150"/>
                <a:gd name="connsiteX11" fmla="*/ 899586 w 1533295"/>
                <a:gd name="connsiteY11" fmla="*/ 36368 h 375150"/>
                <a:gd name="connsiteX12" fmla="*/ 811212 w 1533295"/>
                <a:gd name="connsiteY12" fmla="*/ 28370 h 375150"/>
                <a:gd name="connsiteX13" fmla="*/ 797690 w 1533295"/>
                <a:gd name="connsiteY13" fmla="*/ 13557 h 375150"/>
                <a:gd name="connsiteX14" fmla="*/ 811821 w 1533295"/>
                <a:gd name="connsiteY14" fmla="*/ 36 h 375150"/>
                <a:gd name="connsiteX15" fmla="*/ 812467 w 1533295"/>
                <a:gd name="connsiteY15" fmla="*/ 36 h 375150"/>
                <a:gd name="connsiteX16" fmla="*/ 557351 w 1533295"/>
                <a:gd name="connsiteY16" fmla="*/ 35256 h 375150"/>
                <a:gd name="connsiteX17" fmla="*/ 546734 w 1533295"/>
                <a:gd name="connsiteY17" fmla="*/ 52257 h 375150"/>
                <a:gd name="connsiteX18" fmla="*/ 461266 w 1533295"/>
                <a:gd name="connsiteY18" fmla="*/ 76144 h 375150"/>
                <a:gd name="connsiteX19" fmla="*/ 443368 w 1533295"/>
                <a:gd name="connsiteY19" fmla="*/ 67141 h 375150"/>
                <a:gd name="connsiteX20" fmla="*/ 452371 w 1533295"/>
                <a:gd name="connsiteY20" fmla="*/ 49244 h 375150"/>
                <a:gd name="connsiteX21" fmla="*/ 540350 w 1533295"/>
                <a:gd name="connsiteY21" fmla="*/ 24640 h 375150"/>
                <a:gd name="connsiteX22" fmla="*/ 543542 w 1533295"/>
                <a:gd name="connsiteY22" fmla="*/ 24281 h 375150"/>
                <a:gd name="connsiteX23" fmla="*/ 557351 w 1533295"/>
                <a:gd name="connsiteY23" fmla="*/ 35256 h 375150"/>
                <a:gd name="connsiteX24" fmla="*/ 993196 w 1533295"/>
                <a:gd name="connsiteY24" fmla="*/ 24748 h 375150"/>
                <a:gd name="connsiteX25" fmla="*/ 1081104 w 1533295"/>
                <a:gd name="connsiteY25" fmla="*/ 49352 h 375150"/>
                <a:gd name="connsiteX26" fmla="*/ 1090107 w 1533295"/>
                <a:gd name="connsiteY26" fmla="*/ 67249 h 375150"/>
                <a:gd name="connsiteX27" fmla="*/ 1072209 w 1533295"/>
                <a:gd name="connsiteY27" fmla="*/ 76251 h 375150"/>
                <a:gd name="connsiteX28" fmla="*/ 986812 w 1533295"/>
                <a:gd name="connsiteY28" fmla="*/ 52329 h 375150"/>
                <a:gd name="connsiteX29" fmla="*/ 976196 w 1533295"/>
                <a:gd name="connsiteY29" fmla="*/ 35328 h 375150"/>
                <a:gd name="connsiteX30" fmla="*/ 990004 w 1533295"/>
                <a:gd name="connsiteY30" fmla="*/ 24353 h 375150"/>
                <a:gd name="connsiteX31" fmla="*/ 993196 w 1533295"/>
                <a:gd name="connsiteY31" fmla="*/ 24712 h 375150"/>
                <a:gd name="connsiteX32" fmla="*/ 385695 w 1533295"/>
                <a:gd name="connsiteY32" fmla="*/ 89127 h 375150"/>
                <a:gd name="connsiteX33" fmla="*/ 378343 w 1533295"/>
                <a:gd name="connsiteY33" fmla="*/ 107778 h 375150"/>
                <a:gd name="connsiteX34" fmla="*/ 298684 w 1533295"/>
                <a:gd name="connsiteY34" fmla="*/ 146872 h 375150"/>
                <a:gd name="connsiteX35" fmla="*/ 279424 w 1533295"/>
                <a:gd name="connsiteY35" fmla="*/ 141277 h 375150"/>
                <a:gd name="connsiteX36" fmla="*/ 285019 w 1533295"/>
                <a:gd name="connsiteY36" fmla="*/ 122017 h 375150"/>
                <a:gd name="connsiteX37" fmla="*/ 367009 w 1533295"/>
                <a:gd name="connsiteY37" fmla="*/ 81775 h 375150"/>
                <a:gd name="connsiteX38" fmla="*/ 372640 w 1533295"/>
                <a:gd name="connsiteY38" fmla="*/ 80591 h 375150"/>
                <a:gd name="connsiteX39" fmla="*/ 385660 w 1533295"/>
                <a:gd name="connsiteY39" fmla="*/ 89127 h 375150"/>
                <a:gd name="connsiteX40" fmla="*/ 1166358 w 1533295"/>
                <a:gd name="connsiteY40" fmla="*/ 81918 h 375150"/>
                <a:gd name="connsiteX41" fmla="*/ 1248312 w 1533295"/>
                <a:gd name="connsiteY41" fmla="*/ 122160 h 375150"/>
                <a:gd name="connsiteX42" fmla="*/ 1253908 w 1533295"/>
                <a:gd name="connsiteY42" fmla="*/ 141420 h 375150"/>
                <a:gd name="connsiteX43" fmla="*/ 1234647 w 1533295"/>
                <a:gd name="connsiteY43" fmla="*/ 147015 h 375150"/>
                <a:gd name="connsiteX44" fmla="*/ 1155025 w 1533295"/>
                <a:gd name="connsiteY44" fmla="*/ 107921 h 375150"/>
                <a:gd name="connsiteX45" fmla="*/ 1147672 w 1533295"/>
                <a:gd name="connsiteY45" fmla="*/ 89271 h 375150"/>
                <a:gd name="connsiteX46" fmla="*/ 1160656 w 1533295"/>
                <a:gd name="connsiteY46" fmla="*/ 80771 h 375150"/>
                <a:gd name="connsiteX47" fmla="*/ 1166322 w 1533295"/>
                <a:gd name="connsiteY47" fmla="*/ 81954 h 375150"/>
                <a:gd name="connsiteX48" fmla="*/ 226773 w 1533295"/>
                <a:gd name="connsiteY48" fmla="*/ 173413 h 375150"/>
                <a:gd name="connsiteX49" fmla="*/ 222935 w 1533295"/>
                <a:gd name="connsiteY49" fmla="*/ 193103 h 375150"/>
                <a:gd name="connsiteX50" fmla="*/ 151669 w 1533295"/>
                <a:gd name="connsiteY50" fmla="*/ 246006 h 375150"/>
                <a:gd name="connsiteX51" fmla="*/ 131727 w 1533295"/>
                <a:gd name="connsiteY51" fmla="*/ 243962 h 375150"/>
                <a:gd name="connsiteX52" fmla="*/ 133772 w 1533295"/>
                <a:gd name="connsiteY52" fmla="*/ 224020 h 375150"/>
                <a:gd name="connsiteX53" fmla="*/ 207082 w 1533295"/>
                <a:gd name="connsiteY53" fmla="*/ 169611 h 375150"/>
                <a:gd name="connsiteX54" fmla="*/ 214972 w 1533295"/>
                <a:gd name="connsiteY54" fmla="*/ 167172 h 375150"/>
                <a:gd name="connsiteX55" fmla="*/ 226737 w 1533295"/>
                <a:gd name="connsiteY55" fmla="*/ 173413 h 375150"/>
                <a:gd name="connsiteX56" fmla="*/ 1326249 w 1533295"/>
                <a:gd name="connsiteY56" fmla="*/ 169719 h 375150"/>
                <a:gd name="connsiteX57" fmla="*/ 1399560 w 1533295"/>
                <a:gd name="connsiteY57" fmla="*/ 224164 h 375150"/>
                <a:gd name="connsiteX58" fmla="*/ 1401568 w 1533295"/>
                <a:gd name="connsiteY58" fmla="*/ 244105 h 375150"/>
                <a:gd name="connsiteX59" fmla="*/ 1381627 w 1533295"/>
                <a:gd name="connsiteY59" fmla="*/ 246114 h 375150"/>
                <a:gd name="connsiteX60" fmla="*/ 1310397 w 1533295"/>
                <a:gd name="connsiteY60" fmla="*/ 193211 h 375150"/>
                <a:gd name="connsiteX61" fmla="*/ 1306559 w 1533295"/>
                <a:gd name="connsiteY61" fmla="*/ 173556 h 375150"/>
                <a:gd name="connsiteX62" fmla="*/ 1318323 w 1533295"/>
                <a:gd name="connsiteY62" fmla="*/ 167316 h 375150"/>
                <a:gd name="connsiteX63" fmla="*/ 1326249 w 1533295"/>
                <a:gd name="connsiteY63" fmla="*/ 169755 h 375150"/>
                <a:gd name="connsiteX64" fmla="*/ 85747 w 1533295"/>
                <a:gd name="connsiteY64" fmla="*/ 285064 h 375150"/>
                <a:gd name="connsiteX65" fmla="*/ 85532 w 1533295"/>
                <a:gd name="connsiteY65" fmla="*/ 305113 h 375150"/>
                <a:gd name="connsiteX66" fmla="*/ 33848 w 1533295"/>
                <a:gd name="connsiteY66" fmla="*/ 359702 h 375150"/>
                <a:gd name="connsiteX67" fmla="*/ 24954 w 1533295"/>
                <a:gd name="connsiteY67" fmla="*/ 369995 h 375150"/>
                <a:gd name="connsiteX68" fmla="*/ 4976 w 1533295"/>
                <a:gd name="connsiteY68" fmla="*/ 371573 h 375150"/>
                <a:gd name="connsiteX69" fmla="*/ 3398 w 1533295"/>
                <a:gd name="connsiteY69" fmla="*/ 351596 h 375150"/>
                <a:gd name="connsiteX70" fmla="*/ 12544 w 1533295"/>
                <a:gd name="connsiteY70" fmla="*/ 341016 h 375150"/>
                <a:gd name="connsiteX71" fmla="*/ 65698 w 1533295"/>
                <a:gd name="connsiteY71" fmla="*/ 284849 h 375150"/>
                <a:gd name="connsiteX72" fmla="*/ 75597 w 1533295"/>
                <a:gd name="connsiteY72" fmla="*/ 280796 h 375150"/>
                <a:gd name="connsiteX73" fmla="*/ 85711 w 1533295"/>
                <a:gd name="connsiteY73" fmla="*/ 285064 h 375150"/>
                <a:gd name="connsiteX74" fmla="*/ 1467598 w 1533295"/>
                <a:gd name="connsiteY74" fmla="*/ 285028 h 375150"/>
                <a:gd name="connsiteX75" fmla="*/ 1520429 w 1533295"/>
                <a:gd name="connsiteY75" fmla="*/ 340836 h 375150"/>
                <a:gd name="connsiteX76" fmla="*/ 1529897 w 1533295"/>
                <a:gd name="connsiteY76" fmla="*/ 351775 h 375150"/>
                <a:gd name="connsiteX77" fmla="*/ 1528319 w 1533295"/>
                <a:gd name="connsiteY77" fmla="*/ 371753 h 375150"/>
                <a:gd name="connsiteX78" fmla="*/ 1508342 w 1533295"/>
                <a:gd name="connsiteY78" fmla="*/ 370175 h 375150"/>
                <a:gd name="connsiteX79" fmla="*/ 1499124 w 1533295"/>
                <a:gd name="connsiteY79" fmla="*/ 359522 h 375150"/>
                <a:gd name="connsiteX80" fmla="*/ 1447800 w 1533295"/>
                <a:gd name="connsiteY80" fmla="*/ 305257 h 375150"/>
                <a:gd name="connsiteX81" fmla="*/ 1447585 w 1533295"/>
                <a:gd name="connsiteY81" fmla="*/ 285208 h 375150"/>
                <a:gd name="connsiteX82" fmla="*/ 1457699 w 1533295"/>
                <a:gd name="connsiteY82" fmla="*/ 280940 h 375150"/>
                <a:gd name="connsiteX83" fmla="*/ 1467598 w 1533295"/>
                <a:gd name="connsiteY83" fmla="*/ 284992 h 375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1533295" h="375150">
                  <a:moveTo>
                    <a:pt x="736000" y="13522"/>
                  </a:moveTo>
                  <a:cubicBezTo>
                    <a:pt x="736359" y="21340"/>
                    <a:pt x="730298" y="27976"/>
                    <a:pt x="722479" y="28298"/>
                  </a:cubicBezTo>
                  <a:cubicBezTo>
                    <a:pt x="692961" y="29625"/>
                    <a:pt x="663192" y="32280"/>
                    <a:pt x="634033" y="36261"/>
                  </a:cubicBezTo>
                  <a:cubicBezTo>
                    <a:pt x="626286" y="37301"/>
                    <a:pt x="619148" y="31885"/>
                    <a:pt x="618072" y="24138"/>
                  </a:cubicBezTo>
                  <a:cubicBezTo>
                    <a:pt x="617032" y="16391"/>
                    <a:pt x="622448" y="9254"/>
                    <a:pt x="630195" y="8177"/>
                  </a:cubicBezTo>
                  <a:cubicBezTo>
                    <a:pt x="660179" y="4089"/>
                    <a:pt x="690809" y="1327"/>
                    <a:pt x="721187" y="0"/>
                  </a:cubicBezTo>
                  <a:cubicBezTo>
                    <a:pt x="721403" y="0"/>
                    <a:pt x="721618" y="0"/>
                    <a:pt x="721833" y="0"/>
                  </a:cubicBezTo>
                  <a:cubicBezTo>
                    <a:pt x="729365" y="0"/>
                    <a:pt x="735642" y="5954"/>
                    <a:pt x="735964" y="13557"/>
                  </a:cubicBezTo>
                  <a:close/>
                  <a:moveTo>
                    <a:pt x="812503" y="36"/>
                  </a:moveTo>
                  <a:cubicBezTo>
                    <a:pt x="842881" y="1399"/>
                    <a:pt x="873439" y="4196"/>
                    <a:pt x="903423" y="8285"/>
                  </a:cubicBezTo>
                  <a:cubicBezTo>
                    <a:pt x="911171" y="9361"/>
                    <a:pt x="916622" y="16498"/>
                    <a:pt x="915546" y="24246"/>
                  </a:cubicBezTo>
                  <a:cubicBezTo>
                    <a:pt x="914470" y="31993"/>
                    <a:pt x="907333" y="37408"/>
                    <a:pt x="899586" y="36368"/>
                  </a:cubicBezTo>
                  <a:cubicBezTo>
                    <a:pt x="870462" y="32387"/>
                    <a:pt x="840729" y="29697"/>
                    <a:pt x="811212" y="28370"/>
                  </a:cubicBezTo>
                  <a:cubicBezTo>
                    <a:pt x="803393" y="28011"/>
                    <a:pt x="797331" y="21376"/>
                    <a:pt x="797690" y="13557"/>
                  </a:cubicBezTo>
                  <a:cubicBezTo>
                    <a:pt x="798049" y="5954"/>
                    <a:pt x="804289" y="36"/>
                    <a:pt x="811821" y="36"/>
                  </a:cubicBezTo>
                  <a:cubicBezTo>
                    <a:pt x="812036" y="36"/>
                    <a:pt x="812252" y="36"/>
                    <a:pt x="812467" y="36"/>
                  </a:cubicBezTo>
                  <a:close/>
                  <a:moveTo>
                    <a:pt x="557351" y="35256"/>
                  </a:moveTo>
                  <a:cubicBezTo>
                    <a:pt x="559108" y="42896"/>
                    <a:pt x="554338" y="50500"/>
                    <a:pt x="546734" y="52257"/>
                  </a:cubicBezTo>
                  <a:cubicBezTo>
                    <a:pt x="518006" y="58892"/>
                    <a:pt x="489241" y="66926"/>
                    <a:pt x="461266" y="76144"/>
                  </a:cubicBezTo>
                  <a:cubicBezTo>
                    <a:pt x="453841" y="78583"/>
                    <a:pt x="445807" y="74566"/>
                    <a:pt x="443368" y="67141"/>
                  </a:cubicBezTo>
                  <a:cubicBezTo>
                    <a:pt x="440929" y="59717"/>
                    <a:pt x="444946" y="51683"/>
                    <a:pt x="452371" y="49244"/>
                  </a:cubicBezTo>
                  <a:cubicBezTo>
                    <a:pt x="481171" y="39740"/>
                    <a:pt x="510761" y="31455"/>
                    <a:pt x="540350" y="24640"/>
                  </a:cubicBezTo>
                  <a:cubicBezTo>
                    <a:pt x="541426" y="24389"/>
                    <a:pt x="542502" y="24281"/>
                    <a:pt x="543542" y="24281"/>
                  </a:cubicBezTo>
                  <a:cubicBezTo>
                    <a:pt x="549998" y="24281"/>
                    <a:pt x="555845" y="28729"/>
                    <a:pt x="557351" y="35256"/>
                  </a:cubicBezTo>
                  <a:close/>
                  <a:moveTo>
                    <a:pt x="993196" y="24748"/>
                  </a:moveTo>
                  <a:cubicBezTo>
                    <a:pt x="1022750" y="31562"/>
                    <a:pt x="1052304" y="39847"/>
                    <a:pt x="1081104" y="49352"/>
                  </a:cubicBezTo>
                  <a:cubicBezTo>
                    <a:pt x="1088529" y="51791"/>
                    <a:pt x="1092581" y="59825"/>
                    <a:pt x="1090107" y="67249"/>
                  </a:cubicBezTo>
                  <a:cubicBezTo>
                    <a:pt x="1087668" y="74673"/>
                    <a:pt x="1079634" y="78726"/>
                    <a:pt x="1072209" y="76251"/>
                  </a:cubicBezTo>
                  <a:cubicBezTo>
                    <a:pt x="1044234" y="67034"/>
                    <a:pt x="1015505" y="58964"/>
                    <a:pt x="986812" y="52329"/>
                  </a:cubicBezTo>
                  <a:cubicBezTo>
                    <a:pt x="979173" y="50571"/>
                    <a:pt x="974438" y="42968"/>
                    <a:pt x="976196" y="35328"/>
                  </a:cubicBezTo>
                  <a:cubicBezTo>
                    <a:pt x="977702" y="28765"/>
                    <a:pt x="983548" y="24353"/>
                    <a:pt x="990004" y="24353"/>
                  </a:cubicBezTo>
                  <a:cubicBezTo>
                    <a:pt x="991044" y="24353"/>
                    <a:pt x="992120" y="24461"/>
                    <a:pt x="993196" y="24712"/>
                  </a:cubicBezTo>
                  <a:close/>
                  <a:moveTo>
                    <a:pt x="385695" y="89127"/>
                  </a:moveTo>
                  <a:cubicBezTo>
                    <a:pt x="388816" y="96301"/>
                    <a:pt x="385516" y="104657"/>
                    <a:pt x="378343" y="107778"/>
                  </a:cubicBezTo>
                  <a:cubicBezTo>
                    <a:pt x="351336" y="119542"/>
                    <a:pt x="324544" y="132669"/>
                    <a:pt x="298684" y="146872"/>
                  </a:cubicBezTo>
                  <a:cubicBezTo>
                    <a:pt x="291834" y="150638"/>
                    <a:pt x="283190" y="148127"/>
                    <a:pt x="279424" y="141277"/>
                  </a:cubicBezTo>
                  <a:cubicBezTo>
                    <a:pt x="275658" y="134426"/>
                    <a:pt x="278169" y="125783"/>
                    <a:pt x="285019" y="122017"/>
                  </a:cubicBezTo>
                  <a:cubicBezTo>
                    <a:pt x="311632" y="107419"/>
                    <a:pt x="339213" y="93862"/>
                    <a:pt x="367009" y="81775"/>
                  </a:cubicBezTo>
                  <a:cubicBezTo>
                    <a:pt x="368838" y="80986"/>
                    <a:pt x="370775" y="80591"/>
                    <a:pt x="372640" y="80591"/>
                  </a:cubicBezTo>
                  <a:cubicBezTo>
                    <a:pt x="378128" y="80591"/>
                    <a:pt x="383328" y="83783"/>
                    <a:pt x="385660" y="89127"/>
                  </a:cubicBezTo>
                  <a:close/>
                  <a:moveTo>
                    <a:pt x="1166358" y="81918"/>
                  </a:moveTo>
                  <a:cubicBezTo>
                    <a:pt x="1194154" y="94005"/>
                    <a:pt x="1221700" y="107563"/>
                    <a:pt x="1248312" y="122160"/>
                  </a:cubicBezTo>
                  <a:cubicBezTo>
                    <a:pt x="1255163" y="125926"/>
                    <a:pt x="1257673" y="134534"/>
                    <a:pt x="1253908" y="141420"/>
                  </a:cubicBezTo>
                  <a:cubicBezTo>
                    <a:pt x="1250141" y="148271"/>
                    <a:pt x="1241534" y="150781"/>
                    <a:pt x="1234647" y="147015"/>
                  </a:cubicBezTo>
                  <a:cubicBezTo>
                    <a:pt x="1208824" y="132812"/>
                    <a:pt x="1182032" y="119685"/>
                    <a:pt x="1155025" y="107921"/>
                  </a:cubicBezTo>
                  <a:cubicBezTo>
                    <a:pt x="1147851" y="104801"/>
                    <a:pt x="1144552" y="96444"/>
                    <a:pt x="1147672" y="89271"/>
                  </a:cubicBezTo>
                  <a:cubicBezTo>
                    <a:pt x="1150003" y="83927"/>
                    <a:pt x="1155204" y="80771"/>
                    <a:pt x="1160656" y="80771"/>
                  </a:cubicBezTo>
                  <a:cubicBezTo>
                    <a:pt x="1162556" y="80771"/>
                    <a:pt x="1164457" y="81165"/>
                    <a:pt x="1166322" y="81954"/>
                  </a:cubicBezTo>
                  <a:close/>
                  <a:moveTo>
                    <a:pt x="226773" y="173413"/>
                  </a:moveTo>
                  <a:cubicBezTo>
                    <a:pt x="231148" y="179905"/>
                    <a:pt x="229427" y="188728"/>
                    <a:pt x="222935" y="193103"/>
                  </a:cubicBezTo>
                  <a:cubicBezTo>
                    <a:pt x="198510" y="209566"/>
                    <a:pt x="174551" y="227356"/>
                    <a:pt x="151669" y="246006"/>
                  </a:cubicBezTo>
                  <a:cubicBezTo>
                    <a:pt x="145607" y="250956"/>
                    <a:pt x="136677" y="250059"/>
                    <a:pt x="131727" y="243962"/>
                  </a:cubicBezTo>
                  <a:cubicBezTo>
                    <a:pt x="126778" y="237900"/>
                    <a:pt x="127674" y="228970"/>
                    <a:pt x="133772" y="224020"/>
                  </a:cubicBezTo>
                  <a:cubicBezTo>
                    <a:pt x="157300" y="204832"/>
                    <a:pt x="181976" y="186540"/>
                    <a:pt x="207082" y="169611"/>
                  </a:cubicBezTo>
                  <a:cubicBezTo>
                    <a:pt x="209521" y="167961"/>
                    <a:pt x="212283" y="167172"/>
                    <a:pt x="214972" y="167172"/>
                  </a:cubicBezTo>
                  <a:cubicBezTo>
                    <a:pt x="219528" y="167172"/>
                    <a:pt x="224011" y="169360"/>
                    <a:pt x="226737" y="173413"/>
                  </a:cubicBezTo>
                  <a:close/>
                  <a:moveTo>
                    <a:pt x="1326249" y="169719"/>
                  </a:moveTo>
                  <a:cubicBezTo>
                    <a:pt x="1351392" y="186683"/>
                    <a:pt x="1376032" y="204975"/>
                    <a:pt x="1399560" y="224164"/>
                  </a:cubicBezTo>
                  <a:cubicBezTo>
                    <a:pt x="1405621" y="229113"/>
                    <a:pt x="1406518" y="238044"/>
                    <a:pt x="1401568" y="244105"/>
                  </a:cubicBezTo>
                  <a:cubicBezTo>
                    <a:pt x="1396619" y="250166"/>
                    <a:pt x="1387688" y="251063"/>
                    <a:pt x="1381627" y="246114"/>
                  </a:cubicBezTo>
                  <a:cubicBezTo>
                    <a:pt x="1358780" y="227499"/>
                    <a:pt x="1334822" y="209674"/>
                    <a:pt x="1310397" y="193211"/>
                  </a:cubicBezTo>
                  <a:cubicBezTo>
                    <a:pt x="1303905" y="188835"/>
                    <a:pt x="1302183" y="180012"/>
                    <a:pt x="1306559" y="173556"/>
                  </a:cubicBezTo>
                  <a:cubicBezTo>
                    <a:pt x="1309285" y="169504"/>
                    <a:pt x="1313768" y="167316"/>
                    <a:pt x="1318323" y="167316"/>
                  </a:cubicBezTo>
                  <a:cubicBezTo>
                    <a:pt x="1321049" y="167316"/>
                    <a:pt x="1323811" y="168105"/>
                    <a:pt x="1326249" y="169755"/>
                  </a:cubicBezTo>
                  <a:close/>
                  <a:moveTo>
                    <a:pt x="85747" y="285064"/>
                  </a:moveTo>
                  <a:cubicBezTo>
                    <a:pt x="91234" y="290659"/>
                    <a:pt x="91127" y="299626"/>
                    <a:pt x="85532" y="305113"/>
                  </a:cubicBezTo>
                  <a:cubicBezTo>
                    <a:pt x="67670" y="322580"/>
                    <a:pt x="50311" y="340944"/>
                    <a:pt x="33848" y="359702"/>
                  </a:cubicBezTo>
                  <a:cubicBezTo>
                    <a:pt x="30872" y="363109"/>
                    <a:pt x="27895" y="366516"/>
                    <a:pt x="24954" y="369995"/>
                  </a:cubicBezTo>
                  <a:cubicBezTo>
                    <a:pt x="19861" y="375949"/>
                    <a:pt x="10930" y="376666"/>
                    <a:pt x="4976" y="371573"/>
                  </a:cubicBezTo>
                  <a:cubicBezTo>
                    <a:pt x="-978" y="366480"/>
                    <a:pt x="-1695" y="357550"/>
                    <a:pt x="3398" y="351596"/>
                  </a:cubicBezTo>
                  <a:cubicBezTo>
                    <a:pt x="6411" y="348045"/>
                    <a:pt x="9459" y="344530"/>
                    <a:pt x="12544" y="341016"/>
                  </a:cubicBezTo>
                  <a:cubicBezTo>
                    <a:pt x="29437" y="321720"/>
                    <a:pt x="47334" y="302818"/>
                    <a:pt x="65698" y="284849"/>
                  </a:cubicBezTo>
                  <a:cubicBezTo>
                    <a:pt x="68459" y="282159"/>
                    <a:pt x="72046" y="280796"/>
                    <a:pt x="75597" y="280796"/>
                  </a:cubicBezTo>
                  <a:cubicBezTo>
                    <a:pt x="79147" y="280796"/>
                    <a:pt x="82949" y="282231"/>
                    <a:pt x="85711" y="285064"/>
                  </a:cubicBezTo>
                  <a:close/>
                  <a:moveTo>
                    <a:pt x="1467598" y="285028"/>
                  </a:moveTo>
                  <a:cubicBezTo>
                    <a:pt x="1485818" y="302854"/>
                    <a:pt x="1503608" y="321648"/>
                    <a:pt x="1520429" y="340836"/>
                  </a:cubicBezTo>
                  <a:cubicBezTo>
                    <a:pt x="1523621" y="344459"/>
                    <a:pt x="1526777" y="348117"/>
                    <a:pt x="1529897" y="351775"/>
                  </a:cubicBezTo>
                  <a:cubicBezTo>
                    <a:pt x="1534991" y="357729"/>
                    <a:pt x="1534273" y="366660"/>
                    <a:pt x="1528319" y="371753"/>
                  </a:cubicBezTo>
                  <a:cubicBezTo>
                    <a:pt x="1522366" y="376846"/>
                    <a:pt x="1513399" y="376128"/>
                    <a:pt x="1508342" y="370175"/>
                  </a:cubicBezTo>
                  <a:cubicBezTo>
                    <a:pt x="1505293" y="366624"/>
                    <a:pt x="1502245" y="363073"/>
                    <a:pt x="1499124" y="359522"/>
                  </a:cubicBezTo>
                  <a:cubicBezTo>
                    <a:pt x="1482769" y="340872"/>
                    <a:pt x="1465482" y="322616"/>
                    <a:pt x="1447800" y="305257"/>
                  </a:cubicBezTo>
                  <a:cubicBezTo>
                    <a:pt x="1442205" y="299769"/>
                    <a:pt x="1442097" y="290803"/>
                    <a:pt x="1447585" y="285208"/>
                  </a:cubicBezTo>
                  <a:cubicBezTo>
                    <a:pt x="1450347" y="282374"/>
                    <a:pt x="1454040" y="280940"/>
                    <a:pt x="1457699" y="280940"/>
                  </a:cubicBezTo>
                  <a:cubicBezTo>
                    <a:pt x="1461357" y="280940"/>
                    <a:pt x="1464872" y="282303"/>
                    <a:pt x="1467598" y="284992"/>
                  </a:cubicBezTo>
                  <a:close/>
                </a:path>
              </a:pathLst>
            </a:custGeom>
            <a:solidFill>
              <a:srgbClr val="4B2C80"/>
            </a:solidFill>
            <a:ln w="3584" cap="flat">
              <a:noFill/>
              <a:prstDash val="solid"/>
              <a:miter/>
            </a:ln>
          </p:spPr>
          <p:txBody>
            <a:bodyPr rtlCol="0" anchor="ctr"/>
            <a:lstStyle/>
            <a:p>
              <a:endParaRPr lang="en-IN"/>
            </a:p>
          </p:txBody>
        </p:sp>
        <p:sp>
          <p:nvSpPr>
            <p:cNvPr id="103" name="Freeform: Shape 102">
              <a:extLst>
                <a:ext uri="{FF2B5EF4-FFF2-40B4-BE49-F238E27FC236}">
                  <a16:creationId xmlns:a16="http://schemas.microsoft.com/office/drawing/2014/main" id="{4AEABC75-4FBE-3B24-ED84-CD76C4D28B22}"/>
                </a:ext>
              </a:extLst>
            </p:cNvPr>
            <p:cNvSpPr/>
            <p:nvPr/>
          </p:nvSpPr>
          <p:spPr>
            <a:xfrm>
              <a:off x="3172091" y="2964659"/>
              <a:ext cx="93543" cy="72413"/>
            </a:xfrm>
            <a:custGeom>
              <a:avLst/>
              <a:gdLst>
                <a:gd name="connsiteX0" fmla="*/ 79436 w 93543"/>
                <a:gd name="connsiteY0" fmla="*/ 36 h 72413"/>
                <a:gd name="connsiteX1" fmla="*/ 67851 w 93543"/>
                <a:gd name="connsiteY1" fmla="*/ 6025 h 72413"/>
                <a:gd name="connsiteX2" fmla="*/ 49237 w 93543"/>
                <a:gd name="connsiteY2" fmla="*/ 33355 h 72413"/>
                <a:gd name="connsiteX3" fmla="*/ 21799 w 93543"/>
                <a:gd name="connsiteY3" fmla="*/ 15889 h 72413"/>
                <a:gd name="connsiteX4" fmla="*/ 2216 w 93543"/>
                <a:gd name="connsiteY4" fmla="*/ 20228 h 72413"/>
                <a:gd name="connsiteX5" fmla="*/ 6556 w 93543"/>
                <a:gd name="connsiteY5" fmla="*/ 39811 h 72413"/>
                <a:gd name="connsiteX6" fmla="*/ 57773 w 93543"/>
                <a:gd name="connsiteY6" fmla="*/ 72414 h 72413"/>
                <a:gd name="connsiteX7" fmla="*/ 65377 w 93543"/>
                <a:gd name="connsiteY7" fmla="*/ 60470 h 72413"/>
                <a:gd name="connsiteX8" fmla="*/ 90949 w 93543"/>
                <a:gd name="connsiteY8" fmla="*/ 22345 h 72413"/>
                <a:gd name="connsiteX9" fmla="*/ 87542 w 93543"/>
                <a:gd name="connsiteY9" fmla="*/ 2582 h 72413"/>
                <a:gd name="connsiteX10" fmla="*/ 79400 w 93543"/>
                <a:gd name="connsiteY10" fmla="*/ 0 h 7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43" h="72413">
                  <a:moveTo>
                    <a:pt x="79436" y="36"/>
                  </a:moveTo>
                  <a:cubicBezTo>
                    <a:pt x="74989" y="36"/>
                    <a:pt x="70613" y="2116"/>
                    <a:pt x="67851" y="6025"/>
                  </a:cubicBezTo>
                  <a:cubicBezTo>
                    <a:pt x="61539" y="14992"/>
                    <a:pt x="55298" y="24138"/>
                    <a:pt x="49237" y="33355"/>
                  </a:cubicBezTo>
                  <a:lnTo>
                    <a:pt x="21799" y="15889"/>
                  </a:lnTo>
                  <a:cubicBezTo>
                    <a:pt x="15200" y="11692"/>
                    <a:pt x="6448" y="13629"/>
                    <a:pt x="2216" y="20228"/>
                  </a:cubicBezTo>
                  <a:cubicBezTo>
                    <a:pt x="-1980" y="26828"/>
                    <a:pt x="-43" y="35579"/>
                    <a:pt x="6556" y="39811"/>
                  </a:cubicBezTo>
                  <a:lnTo>
                    <a:pt x="57773" y="72414"/>
                  </a:lnTo>
                  <a:lnTo>
                    <a:pt x="65377" y="60470"/>
                  </a:lnTo>
                  <a:cubicBezTo>
                    <a:pt x="73554" y="47630"/>
                    <a:pt x="82162" y="34790"/>
                    <a:pt x="90949" y="22345"/>
                  </a:cubicBezTo>
                  <a:cubicBezTo>
                    <a:pt x="95468" y="15960"/>
                    <a:pt x="93926" y="7101"/>
                    <a:pt x="87542" y="2582"/>
                  </a:cubicBezTo>
                  <a:cubicBezTo>
                    <a:pt x="85067" y="825"/>
                    <a:pt x="82198" y="0"/>
                    <a:pt x="79400" y="0"/>
                  </a:cubicBezTo>
                  <a:close/>
                </a:path>
              </a:pathLst>
            </a:custGeom>
            <a:solidFill>
              <a:srgbClr val="4B2C80"/>
            </a:solidFill>
            <a:ln w="3584"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2D7C04BD-620D-B1E1-8A13-1B1D057FEFB0}"/>
                </a:ext>
              </a:extLst>
            </p:cNvPr>
            <p:cNvSpPr/>
            <p:nvPr/>
          </p:nvSpPr>
          <p:spPr>
            <a:xfrm>
              <a:off x="2978306" y="2855087"/>
              <a:ext cx="125229" cy="89980"/>
            </a:xfrm>
            <a:custGeom>
              <a:avLst/>
              <a:gdLst>
                <a:gd name="connsiteX0" fmla="*/ 14196 w 125229"/>
                <a:gd name="connsiteY0" fmla="*/ 0 h 89980"/>
                <a:gd name="connsiteX1" fmla="*/ 2216 w 125229"/>
                <a:gd name="connsiteY1" fmla="*/ 6564 h 89980"/>
                <a:gd name="connsiteX2" fmla="*/ 6556 w 125229"/>
                <a:gd name="connsiteY2" fmla="*/ 26111 h 89980"/>
                <a:gd name="connsiteX3" fmla="*/ 103466 w 125229"/>
                <a:gd name="connsiteY3" fmla="*/ 87765 h 89980"/>
                <a:gd name="connsiteX4" fmla="*/ 123013 w 125229"/>
                <a:gd name="connsiteY4" fmla="*/ 83425 h 89980"/>
                <a:gd name="connsiteX5" fmla="*/ 118674 w 125229"/>
                <a:gd name="connsiteY5" fmla="*/ 63878 h 89980"/>
                <a:gd name="connsiteX6" fmla="*/ 21763 w 125229"/>
                <a:gd name="connsiteY6" fmla="*/ 2224 h 89980"/>
                <a:gd name="connsiteX7" fmla="*/ 14160 w 125229"/>
                <a:gd name="connsiteY7" fmla="*/ 0 h 89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5229" h="89980">
                  <a:moveTo>
                    <a:pt x="14196" y="0"/>
                  </a:moveTo>
                  <a:cubicBezTo>
                    <a:pt x="9497" y="0"/>
                    <a:pt x="4942" y="2331"/>
                    <a:pt x="2216" y="6564"/>
                  </a:cubicBezTo>
                  <a:cubicBezTo>
                    <a:pt x="-1980" y="13163"/>
                    <a:pt x="-43" y="21914"/>
                    <a:pt x="6556" y="26111"/>
                  </a:cubicBezTo>
                  <a:lnTo>
                    <a:pt x="103466" y="87765"/>
                  </a:lnTo>
                  <a:cubicBezTo>
                    <a:pt x="110066" y="91961"/>
                    <a:pt x="118817" y="90024"/>
                    <a:pt x="123013" y="83425"/>
                  </a:cubicBezTo>
                  <a:cubicBezTo>
                    <a:pt x="127210" y="76825"/>
                    <a:pt x="125273" y="68074"/>
                    <a:pt x="118674" y="63878"/>
                  </a:cubicBezTo>
                  <a:lnTo>
                    <a:pt x="21763" y="2224"/>
                  </a:lnTo>
                  <a:cubicBezTo>
                    <a:pt x="19396" y="717"/>
                    <a:pt x="16778" y="0"/>
                    <a:pt x="14160" y="0"/>
                  </a:cubicBezTo>
                  <a:close/>
                </a:path>
              </a:pathLst>
            </a:custGeom>
            <a:solidFill>
              <a:srgbClr val="4B2C80"/>
            </a:solidFill>
            <a:ln w="3584" cap="flat">
              <a:noFill/>
              <a:prstDash val="solid"/>
              <a:miter/>
            </a:ln>
          </p:spPr>
          <p:txBody>
            <a:bodyPr rtlCol="0" anchor="ctr"/>
            <a:lstStyle/>
            <a:p>
              <a:endParaRPr lang="en-IN"/>
            </a:p>
          </p:txBody>
        </p:sp>
        <p:sp>
          <p:nvSpPr>
            <p:cNvPr id="105" name="Freeform: Shape 104">
              <a:extLst>
                <a:ext uri="{FF2B5EF4-FFF2-40B4-BE49-F238E27FC236}">
                  <a16:creationId xmlns:a16="http://schemas.microsoft.com/office/drawing/2014/main" id="{B2116F0C-1181-0EC3-FB51-0D12D56EB887}"/>
                </a:ext>
              </a:extLst>
            </p:cNvPr>
            <p:cNvSpPr/>
            <p:nvPr/>
          </p:nvSpPr>
          <p:spPr>
            <a:xfrm>
              <a:off x="2836735" y="2728587"/>
              <a:ext cx="73051" cy="93172"/>
            </a:xfrm>
            <a:custGeom>
              <a:avLst/>
              <a:gdLst>
                <a:gd name="connsiteX0" fmla="*/ 43649 w 73051"/>
                <a:gd name="connsiteY0" fmla="*/ 0 h 93172"/>
                <a:gd name="connsiteX1" fmla="*/ 31347 w 73051"/>
                <a:gd name="connsiteY1" fmla="*/ 7137 h 93172"/>
                <a:gd name="connsiteX2" fmla="*/ 7604 w 73051"/>
                <a:gd name="connsiteY2" fmla="*/ 46411 h 93172"/>
                <a:gd name="connsiteX3" fmla="*/ 0 w 73051"/>
                <a:gd name="connsiteY3" fmla="*/ 58354 h 93172"/>
                <a:gd name="connsiteX4" fmla="*/ 51253 w 73051"/>
                <a:gd name="connsiteY4" fmla="*/ 90957 h 93172"/>
                <a:gd name="connsiteX5" fmla="*/ 70836 w 73051"/>
                <a:gd name="connsiteY5" fmla="*/ 86617 h 93172"/>
                <a:gd name="connsiteX6" fmla="*/ 66496 w 73051"/>
                <a:gd name="connsiteY6" fmla="*/ 67034 h 93172"/>
                <a:gd name="connsiteX7" fmla="*/ 39094 w 73051"/>
                <a:gd name="connsiteY7" fmla="*/ 49603 h 93172"/>
                <a:gd name="connsiteX8" fmla="*/ 55987 w 73051"/>
                <a:gd name="connsiteY8" fmla="*/ 21197 h 93172"/>
                <a:gd name="connsiteX9" fmla="*/ 50715 w 73051"/>
                <a:gd name="connsiteY9" fmla="*/ 1865 h 93172"/>
                <a:gd name="connsiteX10" fmla="*/ 43685 w 73051"/>
                <a:gd name="connsiteY10" fmla="*/ 0 h 93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3051" h="93172">
                  <a:moveTo>
                    <a:pt x="43649" y="0"/>
                  </a:moveTo>
                  <a:cubicBezTo>
                    <a:pt x="38735" y="0"/>
                    <a:pt x="33965" y="2546"/>
                    <a:pt x="31347" y="7137"/>
                  </a:cubicBezTo>
                  <a:cubicBezTo>
                    <a:pt x="23779" y="20372"/>
                    <a:pt x="15781" y="33571"/>
                    <a:pt x="7604" y="46411"/>
                  </a:cubicBezTo>
                  <a:lnTo>
                    <a:pt x="0" y="58354"/>
                  </a:lnTo>
                  <a:lnTo>
                    <a:pt x="51253" y="90957"/>
                  </a:lnTo>
                  <a:cubicBezTo>
                    <a:pt x="57852" y="95153"/>
                    <a:pt x="66603" y="93216"/>
                    <a:pt x="70836" y="86617"/>
                  </a:cubicBezTo>
                  <a:cubicBezTo>
                    <a:pt x="75032" y="80017"/>
                    <a:pt x="73095" y="71266"/>
                    <a:pt x="66496" y="67034"/>
                  </a:cubicBezTo>
                  <a:lnTo>
                    <a:pt x="39094" y="49603"/>
                  </a:lnTo>
                  <a:cubicBezTo>
                    <a:pt x="44869" y="40242"/>
                    <a:pt x="50535" y="30701"/>
                    <a:pt x="55987" y="21197"/>
                  </a:cubicBezTo>
                  <a:cubicBezTo>
                    <a:pt x="59861" y="14418"/>
                    <a:pt x="57529" y="5739"/>
                    <a:pt x="50715" y="1865"/>
                  </a:cubicBezTo>
                  <a:cubicBezTo>
                    <a:pt x="48491" y="610"/>
                    <a:pt x="46088" y="0"/>
                    <a:pt x="43685" y="0"/>
                  </a:cubicBezTo>
                  <a:close/>
                </a:path>
              </a:pathLst>
            </a:custGeom>
            <a:solidFill>
              <a:srgbClr val="4B2C80"/>
            </a:solidFill>
            <a:ln w="3584" cap="flat">
              <a:noFill/>
              <a:prstDash val="solid"/>
              <a:miter/>
            </a:ln>
          </p:spPr>
          <p:txBody>
            <a:bodyPr rtlCol="0" anchor="ctr"/>
            <a:lstStyle/>
            <a:p>
              <a:endParaRPr lang="en-IN"/>
            </a:p>
          </p:txBody>
        </p:sp>
        <p:sp>
          <p:nvSpPr>
            <p:cNvPr id="106" name="Freeform: Shape 105">
              <a:extLst>
                <a:ext uri="{FF2B5EF4-FFF2-40B4-BE49-F238E27FC236}">
                  <a16:creationId xmlns:a16="http://schemas.microsoft.com/office/drawing/2014/main" id="{6D8D3D19-5FB6-4D94-D4FA-256435A8F901}"/>
                </a:ext>
              </a:extLst>
            </p:cNvPr>
            <p:cNvSpPr/>
            <p:nvPr/>
          </p:nvSpPr>
          <p:spPr>
            <a:xfrm>
              <a:off x="1363723" y="1250687"/>
              <a:ext cx="1661022" cy="1424134"/>
            </a:xfrm>
            <a:custGeom>
              <a:avLst/>
              <a:gdLst>
                <a:gd name="connsiteX0" fmla="*/ 695111 w 1661022"/>
                <a:gd name="connsiteY0" fmla="*/ 0 h 1424134"/>
                <a:gd name="connsiteX1" fmla="*/ 788327 w 1661022"/>
                <a:gd name="connsiteY1" fmla="*/ 7639 h 1424134"/>
                <a:gd name="connsiteX2" fmla="*/ 800557 w 1661022"/>
                <a:gd name="connsiteY2" fmla="*/ 23528 h 1424134"/>
                <a:gd name="connsiteX3" fmla="*/ 784704 w 1661022"/>
                <a:gd name="connsiteY3" fmla="*/ 35759 h 1424134"/>
                <a:gd name="connsiteX4" fmla="*/ 694106 w 1661022"/>
                <a:gd name="connsiteY4" fmla="*/ 28334 h 1424134"/>
                <a:gd name="connsiteX5" fmla="*/ 680441 w 1661022"/>
                <a:gd name="connsiteY5" fmla="*/ 13665 h 1424134"/>
                <a:gd name="connsiteX6" fmla="*/ 694609 w 1661022"/>
                <a:gd name="connsiteY6" fmla="*/ 0 h 1424134"/>
                <a:gd name="connsiteX7" fmla="*/ 695111 w 1661022"/>
                <a:gd name="connsiteY7" fmla="*/ 0 h 1424134"/>
                <a:gd name="connsiteX8" fmla="*/ 616492 w 1661022"/>
                <a:gd name="connsiteY8" fmla="*/ 14311 h 1424134"/>
                <a:gd name="connsiteX9" fmla="*/ 603150 w 1661022"/>
                <a:gd name="connsiteY9" fmla="*/ 29267 h 1424134"/>
                <a:gd name="connsiteX10" fmla="*/ 512695 w 1661022"/>
                <a:gd name="connsiteY10" fmla="*/ 38592 h 1424134"/>
                <a:gd name="connsiteX11" fmla="*/ 496556 w 1661022"/>
                <a:gd name="connsiteY11" fmla="*/ 26684 h 1424134"/>
                <a:gd name="connsiteX12" fmla="*/ 508463 w 1661022"/>
                <a:gd name="connsiteY12" fmla="*/ 10545 h 1424134"/>
                <a:gd name="connsiteX13" fmla="*/ 601536 w 1661022"/>
                <a:gd name="connsiteY13" fmla="*/ 933 h 1424134"/>
                <a:gd name="connsiteX14" fmla="*/ 602361 w 1661022"/>
                <a:gd name="connsiteY14" fmla="*/ 933 h 1424134"/>
                <a:gd name="connsiteX15" fmla="*/ 616492 w 1661022"/>
                <a:gd name="connsiteY15" fmla="*/ 14311 h 1424134"/>
                <a:gd name="connsiteX16" fmla="*/ 880431 w 1661022"/>
                <a:gd name="connsiteY16" fmla="*/ 23959 h 1424134"/>
                <a:gd name="connsiteX17" fmla="*/ 970599 w 1661022"/>
                <a:gd name="connsiteY17" fmla="*/ 48814 h 1424134"/>
                <a:gd name="connsiteX18" fmla="*/ 979673 w 1661022"/>
                <a:gd name="connsiteY18" fmla="*/ 66675 h 1424134"/>
                <a:gd name="connsiteX19" fmla="*/ 961811 w 1661022"/>
                <a:gd name="connsiteY19" fmla="*/ 75749 h 1424134"/>
                <a:gd name="connsiteX20" fmla="*/ 874190 w 1661022"/>
                <a:gd name="connsiteY20" fmla="*/ 51611 h 1424134"/>
                <a:gd name="connsiteX21" fmla="*/ 863502 w 1661022"/>
                <a:gd name="connsiteY21" fmla="*/ 34683 h 1424134"/>
                <a:gd name="connsiteX22" fmla="*/ 877311 w 1661022"/>
                <a:gd name="connsiteY22" fmla="*/ 23636 h 1424134"/>
                <a:gd name="connsiteX23" fmla="*/ 880431 w 1661022"/>
                <a:gd name="connsiteY23" fmla="*/ 23994 h 1424134"/>
                <a:gd name="connsiteX24" fmla="*/ 433862 w 1661022"/>
                <a:gd name="connsiteY24" fmla="*/ 39166 h 1424134"/>
                <a:gd name="connsiteX25" fmla="*/ 423532 w 1661022"/>
                <a:gd name="connsiteY25" fmla="*/ 56346 h 1424134"/>
                <a:gd name="connsiteX26" fmla="*/ 336413 w 1661022"/>
                <a:gd name="connsiteY26" fmla="*/ 82349 h 1424134"/>
                <a:gd name="connsiteX27" fmla="*/ 318337 w 1661022"/>
                <a:gd name="connsiteY27" fmla="*/ 73669 h 1424134"/>
                <a:gd name="connsiteX28" fmla="*/ 327016 w 1661022"/>
                <a:gd name="connsiteY28" fmla="*/ 55593 h 1424134"/>
                <a:gd name="connsiteX29" fmla="*/ 416682 w 1661022"/>
                <a:gd name="connsiteY29" fmla="*/ 28801 h 1424134"/>
                <a:gd name="connsiteX30" fmla="*/ 420089 w 1661022"/>
                <a:gd name="connsiteY30" fmla="*/ 28370 h 1424134"/>
                <a:gd name="connsiteX31" fmla="*/ 433826 w 1661022"/>
                <a:gd name="connsiteY31" fmla="*/ 39130 h 1424134"/>
                <a:gd name="connsiteX32" fmla="*/ 1058076 w 1661022"/>
                <a:gd name="connsiteY32" fmla="*/ 82026 h 1424134"/>
                <a:gd name="connsiteX33" fmla="*/ 1142003 w 1661022"/>
                <a:gd name="connsiteY33" fmla="*/ 123308 h 1424134"/>
                <a:gd name="connsiteX34" fmla="*/ 1147562 w 1661022"/>
                <a:gd name="connsiteY34" fmla="*/ 142568 h 1424134"/>
                <a:gd name="connsiteX35" fmla="*/ 1128302 w 1661022"/>
                <a:gd name="connsiteY35" fmla="*/ 148127 h 1424134"/>
                <a:gd name="connsiteX36" fmla="*/ 1046743 w 1661022"/>
                <a:gd name="connsiteY36" fmla="*/ 108029 h 1424134"/>
                <a:gd name="connsiteX37" fmla="*/ 1039390 w 1661022"/>
                <a:gd name="connsiteY37" fmla="*/ 89378 h 1424134"/>
                <a:gd name="connsiteX38" fmla="*/ 1052409 w 1661022"/>
                <a:gd name="connsiteY38" fmla="*/ 80842 h 1424134"/>
                <a:gd name="connsiteX39" fmla="*/ 1058040 w 1661022"/>
                <a:gd name="connsiteY39" fmla="*/ 82026 h 1424134"/>
                <a:gd name="connsiteX40" fmla="*/ 259086 w 1661022"/>
                <a:gd name="connsiteY40" fmla="*/ 97628 h 1424134"/>
                <a:gd name="connsiteX41" fmla="*/ 252128 w 1661022"/>
                <a:gd name="connsiteY41" fmla="*/ 116422 h 1424134"/>
                <a:gd name="connsiteX42" fmla="*/ 171393 w 1661022"/>
                <a:gd name="connsiteY42" fmla="*/ 158242 h 1424134"/>
                <a:gd name="connsiteX43" fmla="*/ 152025 w 1661022"/>
                <a:gd name="connsiteY43" fmla="*/ 153077 h 1424134"/>
                <a:gd name="connsiteX44" fmla="*/ 157190 w 1661022"/>
                <a:gd name="connsiteY44" fmla="*/ 133709 h 1424134"/>
                <a:gd name="connsiteX45" fmla="*/ 240256 w 1661022"/>
                <a:gd name="connsiteY45" fmla="*/ 90634 h 1424134"/>
                <a:gd name="connsiteX46" fmla="*/ 246174 w 1661022"/>
                <a:gd name="connsiteY46" fmla="*/ 89343 h 1424134"/>
                <a:gd name="connsiteX47" fmla="*/ 259050 w 1661022"/>
                <a:gd name="connsiteY47" fmla="*/ 97592 h 1424134"/>
                <a:gd name="connsiteX48" fmla="*/ 1221733 w 1661022"/>
                <a:gd name="connsiteY48" fmla="*/ 172229 h 1424134"/>
                <a:gd name="connsiteX49" fmla="*/ 1296550 w 1661022"/>
                <a:gd name="connsiteY49" fmla="*/ 228360 h 1424134"/>
                <a:gd name="connsiteX50" fmla="*/ 1298451 w 1661022"/>
                <a:gd name="connsiteY50" fmla="*/ 248301 h 1424134"/>
                <a:gd name="connsiteX51" fmla="*/ 1278510 w 1661022"/>
                <a:gd name="connsiteY51" fmla="*/ 250202 h 1424134"/>
                <a:gd name="connsiteX52" fmla="*/ 1205809 w 1661022"/>
                <a:gd name="connsiteY52" fmla="*/ 195650 h 1424134"/>
                <a:gd name="connsiteX53" fmla="*/ 1202043 w 1661022"/>
                <a:gd name="connsiteY53" fmla="*/ 175959 h 1424134"/>
                <a:gd name="connsiteX54" fmla="*/ 1213771 w 1661022"/>
                <a:gd name="connsiteY54" fmla="*/ 169755 h 1424134"/>
                <a:gd name="connsiteX55" fmla="*/ 1221733 w 1661022"/>
                <a:gd name="connsiteY55" fmla="*/ 172193 h 1424134"/>
                <a:gd name="connsiteX56" fmla="*/ 98298 w 1661022"/>
                <a:gd name="connsiteY56" fmla="*/ 187723 h 1424134"/>
                <a:gd name="connsiteX57" fmla="*/ 94962 w 1661022"/>
                <a:gd name="connsiteY57" fmla="*/ 207486 h 1424134"/>
                <a:gd name="connsiteX58" fmla="*/ 23409 w 1661022"/>
                <a:gd name="connsiteY58" fmla="*/ 263580 h 1424134"/>
                <a:gd name="connsiteX59" fmla="*/ 3432 w 1661022"/>
                <a:gd name="connsiteY59" fmla="*/ 262110 h 1424134"/>
                <a:gd name="connsiteX60" fmla="*/ 4902 w 1661022"/>
                <a:gd name="connsiteY60" fmla="*/ 242132 h 1424134"/>
                <a:gd name="connsiteX61" fmla="*/ 78536 w 1661022"/>
                <a:gd name="connsiteY61" fmla="*/ 184424 h 1424134"/>
                <a:gd name="connsiteX62" fmla="*/ 86749 w 1661022"/>
                <a:gd name="connsiteY62" fmla="*/ 181806 h 1424134"/>
                <a:gd name="connsiteX63" fmla="*/ 98298 w 1661022"/>
                <a:gd name="connsiteY63" fmla="*/ 187759 h 1424134"/>
                <a:gd name="connsiteX64" fmla="*/ 1365844 w 1661022"/>
                <a:gd name="connsiteY64" fmla="*/ 291233 h 1424134"/>
                <a:gd name="connsiteX65" fmla="*/ 1429004 w 1661022"/>
                <a:gd name="connsiteY65" fmla="*/ 360240 h 1424134"/>
                <a:gd name="connsiteX66" fmla="*/ 1427175 w 1661022"/>
                <a:gd name="connsiteY66" fmla="*/ 380217 h 1424134"/>
                <a:gd name="connsiteX67" fmla="*/ 1407233 w 1661022"/>
                <a:gd name="connsiteY67" fmla="*/ 378424 h 1424134"/>
                <a:gd name="connsiteX68" fmla="*/ 1345830 w 1661022"/>
                <a:gd name="connsiteY68" fmla="*/ 311354 h 1424134"/>
                <a:gd name="connsiteX69" fmla="*/ 1345794 w 1661022"/>
                <a:gd name="connsiteY69" fmla="*/ 291305 h 1424134"/>
                <a:gd name="connsiteX70" fmla="*/ 1355837 w 1661022"/>
                <a:gd name="connsiteY70" fmla="*/ 287144 h 1424134"/>
                <a:gd name="connsiteX71" fmla="*/ 1365844 w 1661022"/>
                <a:gd name="connsiteY71" fmla="*/ 291269 h 1424134"/>
                <a:gd name="connsiteX72" fmla="*/ 1485493 w 1661022"/>
                <a:gd name="connsiteY72" fmla="*/ 434805 h 1424134"/>
                <a:gd name="connsiteX73" fmla="*/ 1534809 w 1661022"/>
                <a:gd name="connsiteY73" fmla="*/ 514321 h 1424134"/>
                <a:gd name="connsiteX74" fmla="*/ 1529321 w 1661022"/>
                <a:gd name="connsiteY74" fmla="*/ 533617 h 1424134"/>
                <a:gd name="connsiteX75" fmla="*/ 1510026 w 1661022"/>
                <a:gd name="connsiteY75" fmla="*/ 528129 h 1424134"/>
                <a:gd name="connsiteX76" fmla="*/ 1462108 w 1661022"/>
                <a:gd name="connsiteY76" fmla="*/ 450874 h 1424134"/>
                <a:gd name="connsiteX77" fmla="*/ 1465767 w 1661022"/>
                <a:gd name="connsiteY77" fmla="*/ 431183 h 1424134"/>
                <a:gd name="connsiteX78" fmla="*/ 1473765 w 1661022"/>
                <a:gd name="connsiteY78" fmla="*/ 428708 h 1424134"/>
                <a:gd name="connsiteX79" fmla="*/ 1485457 w 1661022"/>
                <a:gd name="connsiteY79" fmla="*/ 434841 h 1424134"/>
                <a:gd name="connsiteX80" fmla="*/ 1576486 w 1661022"/>
                <a:gd name="connsiteY80" fmla="*/ 598068 h 1424134"/>
                <a:gd name="connsiteX81" fmla="*/ 1610128 w 1661022"/>
                <a:gd name="connsiteY81" fmla="*/ 685402 h 1424134"/>
                <a:gd name="connsiteX82" fmla="*/ 1601161 w 1661022"/>
                <a:gd name="connsiteY82" fmla="*/ 703335 h 1424134"/>
                <a:gd name="connsiteX83" fmla="*/ 1583228 w 1661022"/>
                <a:gd name="connsiteY83" fmla="*/ 694369 h 1424134"/>
                <a:gd name="connsiteX84" fmla="*/ 1550554 w 1661022"/>
                <a:gd name="connsiteY84" fmla="*/ 609545 h 1424134"/>
                <a:gd name="connsiteX85" fmla="*/ 1557799 w 1661022"/>
                <a:gd name="connsiteY85" fmla="*/ 590859 h 1424134"/>
                <a:gd name="connsiteX86" fmla="*/ 1563502 w 1661022"/>
                <a:gd name="connsiteY86" fmla="*/ 589640 h 1424134"/>
                <a:gd name="connsiteX87" fmla="*/ 1576486 w 1661022"/>
                <a:gd name="connsiteY87" fmla="*/ 598104 h 1424134"/>
                <a:gd name="connsiteX88" fmla="*/ 1635414 w 1661022"/>
                <a:gd name="connsiteY88" fmla="*/ 775462 h 1424134"/>
                <a:gd name="connsiteX89" fmla="*/ 1652127 w 1661022"/>
                <a:gd name="connsiteY89" fmla="*/ 867495 h 1424134"/>
                <a:gd name="connsiteX90" fmla="*/ 1639969 w 1661022"/>
                <a:gd name="connsiteY90" fmla="*/ 883419 h 1424134"/>
                <a:gd name="connsiteX91" fmla="*/ 1624044 w 1661022"/>
                <a:gd name="connsiteY91" fmla="*/ 871261 h 1424134"/>
                <a:gd name="connsiteX92" fmla="*/ 1607797 w 1661022"/>
                <a:gd name="connsiteY92" fmla="*/ 781846 h 1424134"/>
                <a:gd name="connsiteX93" fmla="*/ 1618413 w 1661022"/>
                <a:gd name="connsiteY93" fmla="*/ 764846 h 1424134"/>
                <a:gd name="connsiteX94" fmla="*/ 1621605 w 1661022"/>
                <a:gd name="connsiteY94" fmla="*/ 764487 h 1424134"/>
                <a:gd name="connsiteX95" fmla="*/ 1635414 w 1661022"/>
                <a:gd name="connsiteY95" fmla="*/ 775462 h 1424134"/>
                <a:gd name="connsiteX96" fmla="*/ 1660197 w 1661022"/>
                <a:gd name="connsiteY96" fmla="*/ 960675 h 1424134"/>
                <a:gd name="connsiteX97" fmla="*/ 1661022 w 1661022"/>
                <a:gd name="connsiteY97" fmla="*/ 1001527 h 1424134"/>
                <a:gd name="connsiteX98" fmla="*/ 1659659 w 1661022"/>
                <a:gd name="connsiteY98" fmla="*/ 1054214 h 1424134"/>
                <a:gd name="connsiteX99" fmla="*/ 1644775 w 1661022"/>
                <a:gd name="connsiteY99" fmla="*/ 1067628 h 1424134"/>
                <a:gd name="connsiteX100" fmla="*/ 1631361 w 1661022"/>
                <a:gd name="connsiteY100" fmla="*/ 1052744 h 1424134"/>
                <a:gd name="connsiteX101" fmla="*/ 1632688 w 1661022"/>
                <a:gd name="connsiteY101" fmla="*/ 1001527 h 1424134"/>
                <a:gd name="connsiteX102" fmla="*/ 1631899 w 1661022"/>
                <a:gd name="connsiteY102" fmla="*/ 961823 h 1424134"/>
                <a:gd name="connsiteX103" fmla="*/ 1645492 w 1661022"/>
                <a:gd name="connsiteY103" fmla="*/ 947082 h 1424134"/>
                <a:gd name="connsiteX104" fmla="*/ 1646066 w 1661022"/>
                <a:gd name="connsiteY104" fmla="*/ 947082 h 1424134"/>
                <a:gd name="connsiteX105" fmla="*/ 1660233 w 1661022"/>
                <a:gd name="connsiteY105" fmla="*/ 960675 h 1424134"/>
                <a:gd name="connsiteX106" fmla="*/ 1638498 w 1661022"/>
                <a:gd name="connsiteY106" fmla="*/ 1131219 h 1424134"/>
                <a:gd name="connsiteX107" fmla="*/ 1650477 w 1661022"/>
                <a:gd name="connsiteY107" fmla="*/ 1147287 h 1424134"/>
                <a:gd name="connsiteX108" fmla="*/ 1632652 w 1661022"/>
                <a:gd name="connsiteY108" fmla="*/ 1239140 h 1424134"/>
                <a:gd name="connsiteX109" fmla="*/ 1615544 w 1661022"/>
                <a:gd name="connsiteY109" fmla="*/ 1249577 h 1424134"/>
                <a:gd name="connsiteX110" fmla="*/ 1605107 w 1661022"/>
                <a:gd name="connsiteY110" fmla="*/ 1232469 h 1424134"/>
                <a:gd name="connsiteX111" fmla="*/ 1622430 w 1661022"/>
                <a:gd name="connsiteY111" fmla="*/ 1143234 h 1424134"/>
                <a:gd name="connsiteX112" fmla="*/ 1636418 w 1661022"/>
                <a:gd name="connsiteY112" fmla="*/ 1131111 h 1424134"/>
                <a:gd name="connsiteX113" fmla="*/ 1638462 w 1661022"/>
                <a:gd name="connsiteY113" fmla="*/ 1131255 h 1424134"/>
                <a:gd name="connsiteX114" fmla="*/ 1597539 w 1661022"/>
                <a:gd name="connsiteY114" fmla="*/ 1310908 h 1424134"/>
                <a:gd name="connsiteX115" fmla="*/ 1606290 w 1661022"/>
                <a:gd name="connsiteY115" fmla="*/ 1328949 h 1424134"/>
                <a:gd name="connsiteX116" fmla="*/ 1576450 w 1661022"/>
                <a:gd name="connsiteY116" fmla="*/ 1404949 h 1424134"/>
                <a:gd name="connsiteX117" fmla="*/ 1571572 w 1661022"/>
                <a:gd name="connsiteY117" fmla="*/ 1415817 h 1424134"/>
                <a:gd name="connsiteX118" fmla="*/ 1552814 w 1661022"/>
                <a:gd name="connsiteY118" fmla="*/ 1422846 h 1424134"/>
                <a:gd name="connsiteX119" fmla="*/ 1545784 w 1661022"/>
                <a:gd name="connsiteY119" fmla="*/ 1404089 h 1424134"/>
                <a:gd name="connsiteX120" fmla="*/ 1550518 w 1661022"/>
                <a:gd name="connsiteY120" fmla="*/ 1393508 h 1424134"/>
                <a:gd name="connsiteX121" fmla="*/ 1579498 w 1661022"/>
                <a:gd name="connsiteY121" fmla="*/ 1319660 h 1424134"/>
                <a:gd name="connsiteX122" fmla="*/ 1592876 w 1661022"/>
                <a:gd name="connsiteY122" fmla="*/ 1310119 h 1424134"/>
                <a:gd name="connsiteX123" fmla="*/ 1597503 w 1661022"/>
                <a:gd name="connsiteY123" fmla="*/ 1310908 h 1424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661022" h="1424134">
                  <a:moveTo>
                    <a:pt x="695111" y="0"/>
                  </a:moveTo>
                  <a:cubicBezTo>
                    <a:pt x="726207" y="1112"/>
                    <a:pt x="757554" y="3694"/>
                    <a:pt x="788327" y="7639"/>
                  </a:cubicBezTo>
                  <a:cubicBezTo>
                    <a:pt x="796074" y="8644"/>
                    <a:pt x="801561" y="15745"/>
                    <a:pt x="800557" y="23528"/>
                  </a:cubicBezTo>
                  <a:cubicBezTo>
                    <a:pt x="799553" y="31275"/>
                    <a:pt x="792487" y="36763"/>
                    <a:pt x="784704" y="35759"/>
                  </a:cubicBezTo>
                  <a:cubicBezTo>
                    <a:pt x="754828" y="31921"/>
                    <a:pt x="724342" y="29410"/>
                    <a:pt x="694106" y="28334"/>
                  </a:cubicBezTo>
                  <a:cubicBezTo>
                    <a:pt x="686288" y="28047"/>
                    <a:pt x="680154" y="21484"/>
                    <a:pt x="680441" y="13665"/>
                  </a:cubicBezTo>
                  <a:cubicBezTo>
                    <a:pt x="680728" y="6026"/>
                    <a:pt x="687005" y="0"/>
                    <a:pt x="694609" y="0"/>
                  </a:cubicBezTo>
                  <a:cubicBezTo>
                    <a:pt x="694788" y="0"/>
                    <a:pt x="694967" y="0"/>
                    <a:pt x="695111" y="0"/>
                  </a:cubicBezTo>
                  <a:close/>
                  <a:moveTo>
                    <a:pt x="616492" y="14311"/>
                  </a:moveTo>
                  <a:cubicBezTo>
                    <a:pt x="616922" y="22129"/>
                    <a:pt x="610969" y="28836"/>
                    <a:pt x="603150" y="29267"/>
                  </a:cubicBezTo>
                  <a:cubicBezTo>
                    <a:pt x="572915" y="30988"/>
                    <a:pt x="542464" y="34109"/>
                    <a:pt x="512695" y="38592"/>
                  </a:cubicBezTo>
                  <a:cubicBezTo>
                    <a:pt x="504948" y="39740"/>
                    <a:pt x="497739" y="34432"/>
                    <a:pt x="496556" y="26684"/>
                  </a:cubicBezTo>
                  <a:cubicBezTo>
                    <a:pt x="495372" y="18937"/>
                    <a:pt x="500716" y="11728"/>
                    <a:pt x="508463" y="10545"/>
                  </a:cubicBezTo>
                  <a:cubicBezTo>
                    <a:pt x="539129" y="5918"/>
                    <a:pt x="570440" y="2690"/>
                    <a:pt x="601536" y="933"/>
                  </a:cubicBezTo>
                  <a:cubicBezTo>
                    <a:pt x="601823" y="933"/>
                    <a:pt x="602074" y="933"/>
                    <a:pt x="602361" y="933"/>
                  </a:cubicBezTo>
                  <a:cubicBezTo>
                    <a:pt x="609821" y="933"/>
                    <a:pt x="616062" y="6779"/>
                    <a:pt x="616492" y="14311"/>
                  </a:cubicBezTo>
                  <a:close/>
                  <a:moveTo>
                    <a:pt x="880431" y="23959"/>
                  </a:moveTo>
                  <a:cubicBezTo>
                    <a:pt x="910738" y="30809"/>
                    <a:pt x="941081" y="39166"/>
                    <a:pt x="970599" y="48814"/>
                  </a:cubicBezTo>
                  <a:cubicBezTo>
                    <a:pt x="978023" y="51253"/>
                    <a:pt x="982112" y="59251"/>
                    <a:pt x="979673" y="66675"/>
                  </a:cubicBezTo>
                  <a:cubicBezTo>
                    <a:pt x="977234" y="74099"/>
                    <a:pt x="969236" y="78152"/>
                    <a:pt x="961811" y="75749"/>
                  </a:cubicBezTo>
                  <a:cubicBezTo>
                    <a:pt x="933118" y="66352"/>
                    <a:pt x="903636" y="58247"/>
                    <a:pt x="874190" y="51611"/>
                  </a:cubicBezTo>
                  <a:cubicBezTo>
                    <a:pt x="866551" y="49890"/>
                    <a:pt x="861781" y="42286"/>
                    <a:pt x="863502" y="34683"/>
                  </a:cubicBezTo>
                  <a:cubicBezTo>
                    <a:pt x="864973" y="28083"/>
                    <a:pt x="870819" y="23636"/>
                    <a:pt x="877311" y="23636"/>
                  </a:cubicBezTo>
                  <a:cubicBezTo>
                    <a:pt x="878351" y="23636"/>
                    <a:pt x="879391" y="23743"/>
                    <a:pt x="880431" y="23994"/>
                  </a:cubicBezTo>
                  <a:close/>
                  <a:moveTo>
                    <a:pt x="433862" y="39166"/>
                  </a:moveTo>
                  <a:cubicBezTo>
                    <a:pt x="435763" y="46769"/>
                    <a:pt x="431100" y="54445"/>
                    <a:pt x="423532" y="56346"/>
                  </a:cubicBezTo>
                  <a:cubicBezTo>
                    <a:pt x="394230" y="63627"/>
                    <a:pt x="364927" y="72378"/>
                    <a:pt x="336413" y="82349"/>
                  </a:cubicBezTo>
                  <a:cubicBezTo>
                    <a:pt x="329025" y="84931"/>
                    <a:pt x="320955" y="81058"/>
                    <a:pt x="318337" y="73669"/>
                  </a:cubicBezTo>
                  <a:cubicBezTo>
                    <a:pt x="315754" y="66281"/>
                    <a:pt x="319628" y="58211"/>
                    <a:pt x="327016" y="55593"/>
                  </a:cubicBezTo>
                  <a:cubicBezTo>
                    <a:pt x="356355" y="45299"/>
                    <a:pt x="386518" y="36297"/>
                    <a:pt x="416682" y="28801"/>
                  </a:cubicBezTo>
                  <a:cubicBezTo>
                    <a:pt x="417829" y="28514"/>
                    <a:pt x="418977" y="28370"/>
                    <a:pt x="420089" y="28370"/>
                  </a:cubicBezTo>
                  <a:cubicBezTo>
                    <a:pt x="426437" y="28370"/>
                    <a:pt x="432248" y="32674"/>
                    <a:pt x="433826" y="39130"/>
                  </a:cubicBezTo>
                  <a:close/>
                  <a:moveTo>
                    <a:pt x="1058076" y="82026"/>
                  </a:moveTo>
                  <a:cubicBezTo>
                    <a:pt x="1086554" y="94400"/>
                    <a:pt x="1114816" y="108280"/>
                    <a:pt x="1142003" y="123308"/>
                  </a:cubicBezTo>
                  <a:cubicBezTo>
                    <a:pt x="1148853" y="127074"/>
                    <a:pt x="1151364" y="135718"/>
                    <a:pt x="1147562" y="142568"/>
                  </a:cubicBezTo>
                  <a:cubicBezTo>
                    <a:pt x="1143796" y="149418"/>
                    <a:pt x="1135153" y="151929"/>
                    <a:pt x="1128302" y="148127"/>
                  </a:cubicBezTo>
                  <a:cubicBezTo>
                    <a:pt x="1101869" y="133566"/>
                    <a:pt x="1074431" y="120044"/>
                    <a:pt x="1046743" y="108029"/>
                  </a:cubicBezTo>
                  <a:cubicBezTo>
                    <a:pt x="1039569" y="104909"/>
                    <a:pt x="1036270" y="96552"/>
                    <a:pt x="1039390" y="89378"/>
                  </a:cubicBezTo>
                  <a:cubicBezTo>
                    <a:pt x="1041721" y="84034"/>
                    <a:pt x="1046922" y="80842"/>
                    <a:pt x="1052409" y="80842"/>
                  </a:cubicBezTo>
                  <a:cubicBezTo>
                    <a:pt x="1054310" y="80842"/>
                    <a:pt x="1056211" y="81237"/>
                    <a:pt x="1058040" y="82026"/>
                  </a:cubicBezTo>
                  <a:close/>
                  <a:moveTo>
                    <a:pt x="259086" y="97628"/>
                  </a:moveTo>
                  <a:cubicBezTo>
                    <a:pt x="262350" y="104729"/>
                    <a:pt x="259265" y="113158"/>
                    <a:pt x="252128" y="116422"/>
                  </a:cubicBezTo>
                  <a:cubicBezTo>
                    <a:pt x="224726" y="129046"/>
                    <a:pt x="197575" y="143106"/>
                    <a:pt x="171393" y="158242"/>
                  </a:cubicBezTo>
                  <a:cubicBezTo>
                    <a:pt x="164614" y="162187"/>
                    <a:pt x="155935" y="159855"/>
                    <a:pt x="152025" y="153077"/>
                  </a:cubicBezTo>
                  <a:cubicBezTo>
                    <a:pt x="148116" y="146298"/>
                    <a:pt x="150411" y="137618"/>
                    <a:pt x="157190" y="133709"/>
                  </a:cubicBezTo>
                  <a:cubicBezTo>
                    <a:pt x="184126" y="118107"/>
                    <a:pt x="212065" y="103617"/>
                    <a:pt x="240256" y="90634"/>
                  </a:cubicBezTo>
                  <a:cubicBezTo>
                    <a:pt x="242193" y="89737"/>
                    <a:pt x="244201" y="89343"/>
                    <a:pt x="246174" y="89343"/>
                  </a:cubicBezTo>
                  <a:cubicBezTo>
                    <a:pt x="251518" y="89343"/>
                    <a:pt x="256683" y="92391"/>
                    <a:pt x="259050" y="97592"/>
                  </a:cubicBezTo>
                  <a:close/>
                  <a:moveTo>
                    <a:pt x="1221733" y="172229"/>
                  </a:moveTo>
                  <a:cubicBezTo>
                    <a:pt x="1247414" y="189696"/>
                    <a:pt x="1272592" y="208562"/>
                    <a:pt x="1296550" y="228360"/>
                  </a:cubicBezTo>
                  <a:cubicBezTo>
                    <a:pt x="1302576" y="233345"/>
                    <a:pt x="1303437" y="242276"/>
                    <a:pt x="1298451" y="248301"/>
                  </a:cubicBezTo>
                  <a:cubicBezTo>
                    <a:pt x="1293466" y="254327"/>
                    <a:pt x="1284535" y="255188"/>
                    <a:pt x="1278510" y="250202"/>
                  </a:cubicBezTo>
                  <a:cubicBezTo>
                    <a:pt x="1255197" y="230978"/>
                    <a:pt x="1230736" y="212615"/>
                    <a:pt x="1205809" y="195650"/>
                  </a:cubicBezTo>
                  <a:cubicBezTo>
                    <a:pt x="1199353" y="191238"/>
                    <a:pt x="1197667" y="182451"/>
                    <a:pt x="1202043" y="175959"/>
                  </a:cubicBezTo>
                  <a:cubicBezTo>
                    <a:pt x="1204769" y="171942"/>
                    <a:pt x="1209252" y="169755"/>
                    <a:pt x="1213771" y="169755"/>
                  </a:cubicBezTo>
                  <a:cubicBezTo>
                    <a:pt x="1216497" y="169755"/>
                    <a:pt x="1219295" y="170544"/>
                    <a:pt x="1221733" y="172193"/>
                  </a:cubicBezTo>
                  <a:close/>
                  <a:moveTo>
                    <a:pt x="98298" y="187723"/>
                  </a:moveTo>
                  <a:cubicBezTo>
                    <a:pt x="102853" y="194108"/>
                    <a:pt x="101347" y="202967"/>
                    <a:pt x="94962" y="207486"/>
                  </a:cubicBezTo>
                  <a:cubicBezTo>
                    <a:pt x="70394" y="224988"/>
                    <a:pt x="46292" y="243854"/>
                    <a:pt x="23409" y="263580"/>
                  </a:cubicBezTo>
                  <a:cubicBezTo>
                    <a:pt x="17491" y="268673"/>
                    <a:pt x="8525" y="268028"/>
                    <a:pt x="3432" y="262110"/>
                  </a:cubicBezTo>
                  <a:cubicBezTo>
                    <a:pt x="-1661" y="256192"/>
                    <a:pt x="-1015" y="247225"/>
                    <a:pt x="4902" y="242132"/>
                  </a:cubicBezTo>
                  <a:cubicBezTo>
                    <a:pt x="28466" y="221832"/>
                    <a:pt x="53250" y="202393"/>
                    <a:pt x="78536" y="184424"/>
                  </a:cubicBezTo>
                  <a:cubicBezTo>
                    <a:pt x="81010" y="182666"/>
                    <a:pt x="83880" y="181806"/>
                    <a:pt x="86749" y="181806"/>
                  </a:cubicBezTo>
                  <a:cubicBezTo>
                    <a:pt x="91196" y="181806"/>
                    <a:pt x="95536" y="183886"/>
                    <a:pt x="98298" y="187759"/>
                  </a:cubicBezTo>
                  <a:close/>
                  <a:moveTo>
                    <a:pt x="1365844" y="291233"/>
                  </a:moveTo>
                  <a:cubicBezTo>
                    <a:pt x="1387865" y="313183"/>
                    <a:pt x="1409134" y="336389"/>
                    <a:pt x="1429004" y="360240"/>
                  </a:cubicBezTo>
                  <a:cubicBezTo>
                    <a:pt x="1434025" y="366265"/>
                    <a:pt x="1433200" y="375196"/>
                    <a:pt x="1427175" y="380217"/>
                  </a:cubicBezTo>
                  <a:cubicBezTo>
                    <a:pt x="1421149" y="385238"/>
                    <a:pt x="1412219" y="384414"/>
                    <a:pt x="1407233" y="378424"/>
                  </a:cubicBezTo>
                  <a:cubicBezTo>
                    <a:pt x="1387901" y="355254"/>
                    <a:pt x="1367242" y="332695"/>
                    <a:pt x="1345830" y="311354"/>
                  </a:cubicBezTo>
                  <a:cubicBezTo>
                    <a:pt x="1340271" y="305831"/>
                    <a:pt x="1340271" y="296864"/>
                    <a:pt x="1345794" y="291305"/>
                  </a:cubicBezTo>
                  <a:cubicBezTo>
                    <a:pt x="1348556" y="288543"/>
                    <a:pt x="1352214" y="287144"/>
                    <a:pt x="1355837" y="287144"/>
                  </a:cubicBezTo>
                  <a:cubicBezTo>
                    <a:pt x="1359459" y="287144"/>
                    <a:pt x="1363082" y="288507"/>
                    <a:pt x="1365844" y="291269"/>
                  </a:cubicBezTo>
                  <a:close/>
                  <a:moveTo>
                    <a:pt x="1485493" y="434805"/>
                  </a:moveTo>
                  <a:cubicBezTo>
                    <a:pt x="1503103" y="460414"/>
                    <a:pt x="1519674" y="487170"/>
                    <a:pt x="1534809" y="514321"/>
                  </a:cubicBezTo>
                  <a:cubicBezTo>
                    <a:pt x="1538611" y="521171"/>
                    <a:pt x="1536172" y="529779"/>
                    <a:pt x="1529321" y="533617"/>
                  </a:cubicBezTo>
                  <a:cubicBezTo>
                    <a:pt x="1522471" y="537419"/>
                    <a:pt x="1513863" y="534980"/>
                    <a:pt x="1510026" y="528129"/>
                  </a:cubicBezTo>
                  <a:cubicBezTo>
                    <a:pt x="1495320" y="501768"/>
                    <a:pt x="1479217" y="475765"/>
                    <a:pt x="1462108" y="450874"/>
                  </a:cubicBezTo>
                  <a:cubicBezTo>
                    <a:pt x="1457661" y="444418"/>
                    <a:pt x="1459311" y="435595"/>
                    <a:pt x="1465767" y="431183"/>
                  </a:cubicBezTo>
                  <a:cubicBezTo>
                    <a:pt x="1468206" y="429497"/>
                    <a:pt x="1471003" y="428708"/>
                    <a:pt x="1473765" y="428708"/>
                  </a:cubicBezTo>
                  <a:cubicBezTo>
                    <a:pt x="1478284" y="428708"/>
                    <a:pt x="1482695" y="430860"/>
                    <a:pt x="1485457" y="434841"/>
                  </a:cubicBezTo>
                  <a:close/>
                  <a:moveTo>
                    <a:pt x="1576486" y="598068"/>
                  </a:moveTo>
                  <a:cubicBezTo>
                    <a:pt x="1589003" y="626546"/>
                    <a:pt x="1600337" y="655920"/>
                    <a:pt x="1610128" y="685402"/>
                  </a:cubicBezTo>
                  <a:cubicBezTo>
                    <a:pt x="1612603" y="692827"/>
                    <a:pt x="1608586" y="700861"/>
                    <a:pt x="1601161" y="703335"/>
                  </a:cubicBezTo>
                  <a:cubicBezTo>
                    <a:pt x="1593737" y="705810"/>
                    <a:pt x="1585703" y="701793"/>
                    <a:pt x="1583228" y="694369"/>
                  </a:cubicBezTo>
                  <a:cubicBezTo>
                    <a:pt x="1573724" y="665748"/>
                    <a:pt x="1562713" y="637198"/>
                    <a:pt x="1550554" y="609545"/>
                  </a:cubicBezTo>
                  <a:cubicBezTo>
                    <a:pt x="1547398" y="602372"/>
                    <a:pt x="1550662" y="594015"/>
                    <a:pt x="1557799" y="590859"/>
                  </a:cubicBezTo>
                  <a:cubicBezTo>
                    <a:pt x="1559664" y="590034"/>
                    <a:pt x="1561601" y="589640"/>
                    <a:pt x="1563502" y="589640"/>
                  </a:cubicBezTo>
                  <a:cubicBezTo>
                    <a:pt x="1568954" y="589640"/>
                    <a:pt x="1574154" y="592796"/>
                    <a:pt x="1576486" y="598104"/>
                  </a:cubicBezTo>
                  <a:close/>
                  <a:moveTo>
                    <a:pt x="1635414" y="775462"/>
                  </a:moveTo>
                  <a:cubicBezTo>
                    <a:pt x="1642372" y="805697"/>
                    <a:pt x="1648003" y="836650"/>
                    <a:pt x="1652127" y="867495"/>
                  </a:cubicBezTo>
                  <a:cubicBezTo>
                    <a:pt x="1653167" y="875242"/>
                    <a:pt x="1647716" y="882379"/>
                    <a:pt x="1639969" y="883419"/>
                  </a:cubicBezTo>
                  <a:cubicBezTo>
                    <a:pt x="1632221" y="884495"/>
                    <a:pt x="1625084" y="879008"/>
                    <a:pt x="1624044" y="871261"/>
                  </a:cubicBezTo>
                  <a:cubicBezTo>
                    <a:pt x="1620027" y="841313"/>
                    <a:pt x="1614575" y="811221"/>
                    <a:pt x="1607797" y="781846"/>
                  </a:cubicBezTo>
                  <a:cubicBezTo>
                    <a:pt x="1606039" y="774207"/>
                    <a:pt x="1610809" y="766603"/>
                    <a:pt x="1618413" y="764846"/>
                  </a:cubicBezTo>
                  <a:cubicBezTo>
                    <a:pt x="1619489" y="764595"/>
                    <a:pt x="1620565" y="764487"/>
                    <a:pt x="1621605" y="764487"/>
                  </a:cubicBezTo>
                  <a:cubicBezTo>
                    <a:pt x="1628061" y="764487"/>
                    <a:pt x="1633907" y="768935"/>
                    <a:pt x="1635414" y="775462"/>
                  </a:cubicBezTo>
                  <a:close/>
                  <a:moveTo>
                    <a:pt x="1660197" y="960675"/>
                  </a:moveTo>
                  <a:cubicBezTo>
                    <a:pt x="1660735" y="974233"/>
                    <a:pt x="1661022" y="987969"/>
                    <a:pt x="1661022" y="1001527"/>
                  </a:cubicBezTo>
                  <a:cubicBezTo>
                    <a:pt x="1661022" y="1019029"/>
                    <a:pt x="1660556" y="1036783"/>
                    <a:pt x="1659659" y="1054214"/>
                  </a:cubicBezTo>
                  <a:cubicBezTo>
                    <a:pt x="1659265" y="1062033"/>
                    <a:pt x="1652594" y="1068023"/>
                    <a:pt x="1644775" y="1067628"/>
                  </a:cubicBezTo>
                  <a:cubicBezTo>
                    <a:pt x="1636956" y="1067233"/>
                    <a:pt x="1630966" y="1060562"/>
                    <a:pt x="1631361" y="1052744"/>
                  </a:cubicBezTo>
                  <a:cubicBezTo>
                    <a:pt x="1632221" y="1035779"/>
                    <a:pt x="1632688" y="1018563"/>
                    <a:pt x="1632688" y="1001527"/>
                  </a:cubicBezTo>
                  <a:cubicBezTo>
                    <a:pt x="1632688" y="988364"/>
                    <a:pt x="1632437" y="974986"/>
                    <a:pt x="1631899" y="961823"/>
                  </a:cubicBezTo>
                  <a:cubicBezTo>
                    <a:pt x="1631576" y="954004"/>
                    <a:pt x="1637673" y="947405"/>
                    <a:pt x="1645492" y="947082"/>
                  </a:cubicBezTo>
                  <a:cubicBezTo>
                    <a:pt x="1645671" y="947082"/>
                    <a:pt x="1645886" y="947082"/>
                    <a:pt x="1646066" y="947082"/>
                  </a:cubicBezTo>
                  <a:cubicBezTo>
                    <a:pt x="1653634" y="947082"/>
                    <a:pt x="1659910" y="953072"/>
                    <a:pt x="1660233" y="960675"/>
                  </a:cubicBezTo>
                  <a:close/>
                  <a:moveTo>
                    <a:pt x="1638498" y="1131219"/>
                  </a:moveTo>
                  <a:cubicBezTo>
                    <a:pt x="1646245" y="1132331"/>
                    <a:pt x="1651625" y="1139540"/>
                    <a:pt x="1650477" y="1147287"/>
                  </a:cubicBezTo>
                  <a:cubicBezTo>
                    <a:pt x="1645994" y="1178060"/>
                    <a:pt x="1640005" y="1208977"/>
                    <a:pt x="1632652" y="1239140"/>
                  </a:cubicBezTo>
                  <a:cubicBezTo>
                    <a:pt x="1630787" y="1246744"/>
                    <a:pt x="1623147" y="1251406"/>
                    <a:pt x="1615544" y="1249577"/>
                  </a:cubicBezTo>
                  <a:cubicBezTo>
                    <a:pt x="1607940" y="1247712"/>
                    <a:pt x="1603278" y="1240073"/>
                    <a:pt x="1605107" y="1232469"/>
                  </a:cubicBezTo>
                  <a:cubicBezTo>
                    <a:pt x="1612244" y="1203166"/>
                    <a:pt x="1618055" y="1173146"/>
                    <a:pt x="1622430" y="1143234"/>
                  </a:cubicBezTo>
                  <a:cubicBezTo>
                    <a:pt x="1623470" y="1136168"/>
                    <a:pt x="1629532" y="1131111"/>
                    <a:pt x="1636418" y="1131111"/>
                  </a:cubicBezTo>
                  <a:cubicBezTo>
                    <a:pt x="1637099" y="1131111"/>
                    <a:pt x="1637781" y="1131147"/>
                    <a:pt x="1638462" y="1131255"/>
                  </a:cubicBezTo>
                  <a:close/>
                  <a:moveTo>
                    <a:pt x="1597539" y="1310908"/>
                  </a:moveTo>
                  <a:cubicBezTo>
                    <a:pt x="1604927" y="1313455"/>
                    <a:pt x="1608873" y="1321525"/>
                    <a:pt x="1606290" y="1328949"/>
                  </a:cubicBezTo>
                  <a:cubicBezTo>
                    <a:pt x="1597431" y="1354557"/>
                    <a:pt x="1587389" y="1380130"/>
                    <a:pt x="1576450" y="1404949"/>
                  </a:cubicBezTo>
                  <a:cubicBezTo>
                    <a:pt x="1574836" y="1408572"/>
                    <a:pt x="1573222" y="1412230"/>
                    <a:pt x="1571572" y="1415817"/>
                  </a:cubicBezTo>
                  <a:cubicBezTo>
                    <a:pt x="1568344" y="1422954"/>
                    <a:pt x="1559915" y="1426110"/>
                    <a:pt x="1552814" y="1422846"/>
                  </a:cubicBezTo>
                  <a:cubicBezTo>
                    <a:pt x="1545677" y="1419619"/>
                    <a:pt x="1542520" y="1411226"/>
                    <a:pt x="1545784" y="1404089"/>
                  </a:cubicBezTo>
                  <a:cubicBezTo>
                    <a:pt x="1547362" y="1400574"/>
                    <a:pt x="1548940" y="1397059"/>
                    <a:pt x="1550518" y="1393508"/>
                  </a:cubicBezTo>
                  <a:cubicBezTo>
                    <a:pt x="1561135" y="1369406"/>
                    <a:pt x="1570890" y="1344551"/>
                    <a:pt x="1579498" y="1319660"/>
                  </a:cubicBezTo>
                  <a:cubicBezTo>
                    <a:pt x="1581543" y="1313813"/>
                    <a:pt x="1587030" y="1310119"/>
                    <a:pt x="1592876" y="1310119"/>
                  </a:cubicBezTo>
                  <a:cubicBezTo>
                    <a:pt x="1594419" y="1310119"/>
                    <a:pt x="1595961" y="1310370"/>
                    <a:pt x="1597503" y="1310908"/>
                  </a:cubicBezTo>
                  <a:close/>
                </a:path>
              </a:pathLst>
            </a:custGeom>
            <a:solidFill>
              <a:srgbClr val="4B2C80"/>
            </a:solidFill>
            <a:ln w="3584" cap="flat">
              <a:noFill/>
              <a:prstDash val="solid"/>
              <a:miter/>
            </a:ln>
          </p:spPr>
          <p:txBody>
            <a:bodyPr rtlCol="0" anchor="ctr"/>
            <a:lstStyle/>
            <a:p>
              <a:endParaRPr lang="en-IN"/>
            </a:p>
          </p:txBody>
        </p:sp>
        <p:sp>
          <p:nvSpPr>
            <p:cNvPr id="107" name="Freeform: Shape 106">
              <a:extLst>
                <a:ext uri="{FF2B5EF4-FFF2-40B4-BE49-F238E27FC236}">
                  <a16:creationId xmlns:a16="http://schemas.microsoft.com/office/drawing/2014/main" id="{58219356-2D05-9113-F148-1D438A9CB4FD}"/>
                </a:ext>
              </a:extLst>
            </p:cNvPr>
            <p:cNvSpPr/>
            <p:nvPr/>
          </p:nvSpPr>
          <p:spPr>
            <a:xfrm>
              <a:off x="1264689" y="1553289"/>
              <a:ext cx="59823" cy="62654"/>
            </a:xfrm>
            <a:custGeom>
              <a:avLst/>
              <a:gdLst>
                <a:gd name="connsiteX0" fmla="*/ 45654 w 59823"/>
                <a:gd name="connsiteY0" fmla="*/ 0 h 62654"/>
                <a:gd name="connsiteX1" fmla="*/ 35432 w 59823"/>
                <a:gd name="connsiteY1" fmla="*/ 4340 h 62654"/>
                <a:gd name="connsiteX2" fmla="*/ 3511 w 59823"/>
                <a:gd name="connsiteY2" fmla="*/ 39130 h 62654"/>
                <a:gd name="connsiteX3" fmla="*/ 4838 w 59823"/>
                <a:gd name="connsiteY3" fmla="*/ 59143 h 62654"/>
                <a:gd name="connsiteX4" fmla="*/ 24851 w 59823"/>
                <a:gd name="connsiteY4" fmla="*/ 57816 h 62654"/>
                <a:gd name="connsiteX5" fmla="*/ 55875 w 59823"/>
                <a:gd name="connsiteY5" fmla="*/ 23994 h 62654"/>
                <a:gd name="connsiteX6" fmla="*/ 55481 w 59823"/>
                <a:gd name="connsiteY6" fmla="*/ 3945 h 62654"/>
                <a:gd name="connsiteX7" fmla="*/ 45654 w 59823"/>
                <a:gd name="connsiteY7" fmla="*/ 0 h 626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823" h="62654">
                  <a:moveTo>
                    <a:pt x="45654" y="0"/>
                  </a:moveTo>
                  <a:cubicBezTo>
                    <a:pt x="41923" y="0"/>
                    <a:pt x="38229" y="1470"/>
                    <a:pt x="35432" y="4340"/>
                  </a:cubicBezTo>
                  <a:cubicBezTo>
                    <a:pt x="24528" y="15673"/>
                    <a:pt x="13804" y="27366"/>
                    <a:pt x="3511" y="39130"/>
                  </a:cubicBezTo>
                  <a:cubicBezTo>
                    <a:pt x="-1654" y="45012"/>
                    <a:pt x="-1044" y="53979"/>
                    <a:pt x="4838" y="59143"/>
                  </a:cubicBezTo>
                  <a:cubicBezTo>
                    <a:pt x="10720" y="64308"/>
                    <a:pt x="19686" y="63698"/>
                    <a:pt x="24851" y="57816"/>
                  </a:cubicBezTo>
                  <a:cubicBezTo>
                    <a:pt x="34858" y="46375"/>
                    <a:pt x="45295" y="35005"/>
                    <a:pt x="55875" y="23994"/>
                  </a:cubicBezTo>
                  <a:cubicBezTo>
                    <a:pt x="61291" y="18363"/>
                    <a:pt x="61112" y="9397"/>
                    <a:pt x="55481" y="3945"/>
                  </a:cubicBezTo>
                  <a:cubicBezTo>
                    <a:pt x="52719" y="1291"/>
                    <a:pt x="49204" y="0"/>
                    <a:pt x="45654" y="0"/>
                  </a:cubicBezTo>
                  <a:close/>
                </a:path>
              </a:pathLst>
            </a:custGeom>
            <a:solidFill>
              <a:srgbClr val="4B2C80"/>
            </a:solidFill>
            <a:ln w="3584" cap="flat">
              <a:noFill/>
              <a:prstDash val="solid"/>
              <a:miter/>
            </a:ln>
          </p:spPr>
          <p:txBody>
            <a:bodyPr rtlCol="0" anchor="ctr"/>
            <a:lstStyle/>
            <a:p>
              <a:endParaRPr lang="en-IN"/>
            </a:p>
          </p:txBody>
        </p:sp>
      </p:grpSp>
      <p:sp>
        <p:nvSpPr>
          <p:cNvPr id="108" name="Freeform: Shape 107">
            <a:extLst>
              <a:ext uri="{FF2B5EF4-FFF2-40B4-BE49-F238E27FC236}">
                <a16:creationId xmlns:a16="http://schemas.microsoft.com/office/drawing/2014/main" id="{264734F7-932B-D229-282B-445598BA0502}"/>
              </a:ext>
            </a:extLst>
          </p:cNvPr>
          <p:cNvSpPr/>
          <p:nvPr/>
        </p:nvSpPr>
        <p:spPr>
          <a:xfrm>
            <a:off x="1847259" y="3487104"/>
            <a:ext cx="350663" cy="303678"/>
          </a:xfrm>
          <a:custGeom>
            <a:avLst/>
            <a:gdLst>
              <a:gd name="connsiteX0" fmla="*/ 175314 w 350663"/>
              <a:gd name="connsiteY0" fmla="*/ 303679 h 303678"/>
              <a:gd name="connsiteX1" fmla="*/ 0 w 350663"/>
              <a:gd name="connsiteY1" fmla="*/ 0 h 303678"/>
              <a:gd name="connsiteX2" fmla="*/ 350663 w 350663"/>
              <a:gd name="connsiteY2" fmla="*/ 0 h 303678"/>
              <a:gd name="connsiteX3" fmla="*/ 175314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14" y="303679"/>
                </a:moveTo>
                <a:lnTo>
                  <a:pt x="0" y="0"/>
                </a:lnTo>
                <a:lnTo>
                  <a:pt x="350663" y="0"/>
                </a:lnTo>
                <a:lnTo>
                  <a:pt x="175314" y="303679"/>
                </a:lnTo>
                <a:close/>
              </a:path>
            </a:pathLst>
          </a:custGeom>
          <a:solidFill>
            <a:srgbClr val="9064B2"/>
          </a:solidFill>
          <a:ln w="3584" cap="flat">
            <a:noFill/>
            <a:prstDash val="solid"/>
            <a:miter/>
          </a:ln>
        </p:spPr>
        <p:txBody>
          <a:bodyPr rtlCol="0" anchor="ctr"/>
          <a:lstStyle/>
          <a:p>
            <a:endParaRPr lang="en-IN" dirty="0"/>
          </a:p>
        </p:txBody>
      </p:sp>
      <p:sp>
        <p:nvSpPr>
          <p:cNvPr id="109" name="Freeform: Shape 108">
            <a:extLst>
              <a:ext uri="{FF2B5EF4-FFF2-40B4-BE49-F238E27FC236}">
                <a16:creationId xmlns:a16="http://schemas.microsoft.com/office/drawing/2014/main" id="{270C7E36-A5EA-1466-A403-DB1AA74BE3E5}"/>
              </a:ext>
            </a:extLst>
          </p:cNvPr>
          <p:cNvSpPr/>
          <p:nvPr/>
        </p:nvSpPr>
        <p:spPr>
          <a:xfrm>
            <a:off x="5920650" y="3487104"/>
            <a:ext cx="350699" cy="303678"/>
          </a:xfrm>
          <a:custGeom>
            <a:avLst/>
            <a:gdLst>
              <a:gd name="connsiteX0" fmla="*/ 175350 w 350699"/>
              <a:gd name="connsiteY0" fmla="*/ 303679 h 303678"/>
              <a:gd name="connsiteX1" fmla="*/ 0 w 350699"/>
              <a:gd name="connsiteY1" fmla="*/ 0 h 303678"/>
              <a:gd name="connsiteX2" fmla="*/ 350699 w 350699"/>
              <a:gd name="connsiteY2" fmla="*/ 0 h 303678"/>
              <a:gd name="connsiteX3" fmla="*/ 175350 w 350699"/>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99" h="303678">
                <a:moveTo>
                  <a:pt x="175350" y="303679"/>
                </a:moveTo>
                <a:lnTo>
                  <a:pt x="0" y="0"/>
                </a:lnTo>
                <a:lnTo>
                  <a:pt x="350699" y="0"/>
                </a:lnTo>
                <a:lnTo>
                  <a:pt x="175350" y="303679"/>
                </a:lnTo>
                <a:close/>
              </a:path>
            </a:pathLst>
          </a:custGeom>
          <a:solidFill>
            <a:srgbClr val="49307B"/>
          </a:solidFill>
          <a:ln w="3584" cap="flat">
            <a:noFill/>
            <a:prstDash val="solid"/>
            <a:miter/>
          </a:ln>
        </p:spPr>
        <p:txBody>
          <a:bodyPr rtlCol="0" anchor="ctr"/>
          <a:lstStyle/>
          <a:p>
            <a:endParaRPr lang="en-IN"/>
          </a:p>
        </p:txBody>
      </p:sp>
      <p:sp>
        <p:nvSpPr>
          <p:cNvPr id="110" name="Freeform: Shape 109">
            <a:extLst>
              <a:ext uri="{FF2B5EF4-FFF2-40B4-BE49-F238E27FC236}">
                <a16:creationId xmlns:a16="http://schemas.microsoft.com/office/drawing/2014/main" id="{6FE26F24-993B-CEDD-867B-B6FA3BC597B0}"/>
              </a:ext>
            </a:extLst>
          </p:cNvPr>
          <p:cNvSpPr/>
          <p:nvPr/>
        </p:nvSpPr>
        <p:spPr>
          <a:xfrm>
            <a:off x="9994077" y="3487104"/>
            <a:ext cx="350663" cy="303678"/>
          </a:xfrm>
          <a:custGeom>
            <a:avLst/>
            <a:gdLst>
              <a:gd name="connsiteX0" fmla="*/ 175349 w 350663"/>
              <a:gd name="connsiteY0" fmla="*/ 303679 h 303678"/>
              <a:gd name="connsiteX1" fmla="*/ 0 w 350663"/>
              <a:gd name="connsiteY1" fmla="*/ 0 h 303678"/>
              <a:gd name="connsiteX2" fmla="*/ 350663 w 350663"/>
              <a:gd name="connsiteY2" fmla="*/ 0 h 303678"/>
              <a:gd name="connsiteX3" fmla="*/ 175349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49" y="303679"/>
                </a:moveTo>
                <a:lnTo>
                  <a:pt x="0" y="0"/>
                </a:lnTo>
                <a:lnTo>
                  <a:pt x="350663" y="0"/>
                </a:lnTo>
                <a:lnTo>
                  <a:pt x="175349" y="303679"/>
                </a:lnTo>
                <a:close/>
              </a:path>
            </a:pathLst>
          </a:custGeom>
          <a:solidFill>
            <a:srgbClr val="6654AB"/>
          </a:solidFill>
          <a:ln w="3584" cap="flat">
            <a:noFill/>
            <a:prstDash val="solid"/>
            <a:miter/>
          </a:ln>
        </p:spPr>
        <p:txBody>
          <a:bodyPr rtlCol="0" anchor="ctr"/>
          <a:lstStyle/>
          <a:p>
            <a:endParaRPr lang="en-IN"/>
          </a:p>
        </p:txBody>
      </p:sp>
      <p:sp>
        <p:nvSpPr>
          <p:cNvPr id="111" name="Freeform: Shape 110">
            <a:extLst>
              <a:ext uri="{FF2B5EF4-FFF2-40B4-BE49-F238E27FC236}">
                <a16:creationId xmlns:a16="http://schemas.microsoft.com/office/drawing/2014/main" id="{8C3FFF10-0D74-6C7F-A874-77B3CDD8226F}"/>
              </a:ext>
            </a:extLst>
          </p:cNvPr>
          <p:cNvSpPr/>
          <p:nvPr/>
        </p:nvSpPr>
        <p:spPr>
          <a:xfrm>
            <a:off x="3883955" y="4799016"/>
            <a:ext cx="350663" cy="303678"/>
          </a:xfrm>
          <a:custGeom>
            <a:avLst/>
            <a:gdLst>
              <a:gd name="connsiteX0" fmla="*/ 175350 w 350663"/>
              <a:gd name="connsiteY0" fmla="*/ 303679 h 303678"/>
              <a:gd name="connsiteX1" fmla="*/ 0 w 350663"/>
              <a:gd name="connsiteY1" fmla="*/ 0 h 303678"/>
              <a:gd name="connsiteX2" fmla="*/ 350663 w 350663"/>
              <a:gd name="connsiteY2" fmla="*/ 0 h 303678"/>
              <a:gd name="connsiteX3" fmla="*/ 175350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50" y="303679"/>
                </a:moveTo>
                <a:lnTo>
                  <a:pt x="0" y="0"/>
                </a:lnTo>
                <a:lnTo>
                  <a:pt x="350663" y="0"/>
                </a:lnTo>
                <a:lnTo>
                  <a:pt x="175350" y="303679"/>
                </a:lnTo>
                <a:close/>
              </a:path>
            </a:pathLst>
          </a:custGeom>
          <a:solidFill>
            <a:srgbClr val="48679D"/>
          </a:solidFill>
          <a:ln w="3584" cap="flat">
            <a:noFill/>
            <a:prstDash val="solid"/>
            <a:miter/>
          </a:ln>
        </p:spPr>
        <p:txBody>
          <a:bodyPr rtlCol="0" anchor="ctr"/>
          <a:lstStyle/>
          <a:p>
            <a:endParaRPr lang="en-IN"/>
          </a:p>
        </p:txBody>
      </p:sp>
      <p:sp>
        <p:nvSpPr>
          <p:cNvPr id="112" name="Freeform: Shape 111">
            <a:extLst>
              <a:ext uri="{FF2B5EF4-FFF2-40B4-BE49-F238E27FC236}">
                <a16:creationId xmlns:a16="http://schemas.microsoft.com/office/drawing/2014/main" id="{2EDA0F6B-F773-9E0B-D96B-2DFD2F48ED10}"/>
              </a:ext>
            </a:extLst>
          </p:cNvPr>
          <p:cNvSpPr/>
          <p:nvPr/>
        </p:nvSpPr>
        <p:spPr>
          <a:xfrm>
            <a:off x="7957381" y="4799016"/>
            <a:ext cx="350663" cy="303678"/>
          </a:xfrm>
          <a:custGeom>
            <a:avLst/>
            <a:gdLst>
              <a:gd name="connsiteX0" fmla="*/ 175314 w 350663"/>
              <a:gd name="connsiteY0" fmla="*/ 303679 h 303678"/>
              <a:gd name="connsiteX1" fmla="*/ 0 w 350663"/>
              <a:gd name="connsiteY1" fmla="*/ 0 h 303678"/>
              <a:gd name="connsiteX2" fmla="*/ 350663 w 350663"/>
              <a:gd name="connsiteY2" fmla="*/ 0 h 303678"/>
              <a:gd name="connsiteX3" fmla="*/ 175314 w 350663"/>
              <a:gd name="connsiteY3" fmla="*/ 303679 h 303678"/>
            </a:gdLst>
            <a:ahLst/>
            <a:cxnLst>
              <a:cxn ang="0">
                <a:pos x="connsiteX0" y="connsiteY0"/>
              </a:cxn>
              <a:cxn ang="0">
                <a:pos x="connsiteX1" y="connsiteY1"/>
              </a:cxn>
              <a:cxn ang="0">
                <a:pos x="connsiteX2" y="connsiteY2"/>
              </a:cxn>
              <a:cxn ang="0">
                <a:pos x="connsiteX3" y="connsiteY3"/>
              </a:cxn>
            </a:cxnLst>
            <a:rect l="l" t="t" r="r" b="b"/>
            <a:pathLst>
              <a:path w="350663" h="303678">
                <a:moveTo>
                  <a:pt x="175314" y="303679"/>
                </a:moveTo>
                <a:lnTo>
                  <a:pt x="0" y="0"/>
                </a:lnTo>
                <a:lnTo>
                  <a:pt x="350663" y="0"/>
                </a:lnTo>
                <a:lnTo>
                  <a:pt x="175314" y="303679"/>
                </a:lnTo>
                <a:close/>
              </a:path>
            </a:pathLst>
          </a:custGeom>
          <a:solidFill>
            <a:srgbClr val="227EC1"/>
          </a:solidFill>
          <a:ln w="3584" cap="flat">
            <a:noFill/>
            <a:prstDash val="solid"/>
            <a:miter/>
          </a:ln>
        </p:spPr>
        <p:txBody>
          <a:bodyPr rtlCol="0" anchor="ctr"/>
          <a:lstStyle/>
          <a:p>
            <a:endParaRPr lang="en-IN"/>
          </a:p>
        </p:txBody>
      </p:sp>
      <p:grpSp>
        <p:nvGrpSpPr>
          <p:cNvPr id="877" name="Group 876">
            <a:extLst>
              <a:ext uri="{FF2B5EF4-FFF2-40B4-BE49-F238E27FC236}">
                <a16:creationId xmlns:a16="http://schemas.microsoft.com/office/drawing/2014/main" id="{A7B07106-2E0C-F8FF-6F25-A70A1217EE16}"/>
              </a:ext>
            </a:extLst>
          </p:cNvPr>
          <p:cNvGrpSpPr/>
          <p:nvPr/>
        </p:nvGrpSpPr>
        <p:grpSpPr>
          <a:xfrm>
            <a:off x="1063813" y="3865473"/>
            <a:ext cx="1914218" cy="968465"/>
            <a:chOff x="1063813" y="3865473"/>
            <a:chExt cx="1914218" cy="968465"/>
          </a:xfrm>
        </p:grpSpPr>
        <p:sp>
          <p:nvSpPr>
            <p:cNvPr id="865" name="TextBox 864">
              <a:extLst>
                <a:ext uri="{FF2B5EF4-FFF2-40B4-BE49-F238E27FC236}">
                  <a16:creationId xmlns:a16="http://schemas.microsoft.com/office/drawing/2014/main" id="{EF72D2AF-2809-45E8-2B85-5888B625E033}"/>
                </a:ext>
              </a:extLst>
            </p:cNvPr>
            <p:cNvSpPr txBox="1"/>
            <p:nvPr/>
          </p:nvSpPr>
          <p:spPr>
            <a:xfrm>
              <a:off x="1063813" y="3865473"/>
              <a:ext cx="1914218" cy="968465"/>
            </a:xfrm>
            <a:prstGeom prst="roundRect">
              <a:avLst>
                <a:gd name="adj" fmla="val 6557"/>
              </a:avLst>
            </a:prstGeom>
            <a:solidFill>
              <a:srgbClr val="FFFFFF"/>
            </a:solidFill>
            <a:ln>
              <a:solidFill>
                <a:srgbClr val="B898D0"/>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66" name="TextBox 865">
              <a:extLst>
                <a:ext uri="{FF2B5EF4-FFF2-40B4-BE49-F238E27FC236}">
                  <a16:creationId xmlns:a16="http://schemas.microsoft.com/office/drawing/2014/main" id="{82A26517-33DC-396B-7097-6B0987BAD1D1}"/>
                </a:ext>
              </a:extLst>
            </p:cNvPr>
            <p:cNvSpPr txBox="1"/>
            <p:nvPr/>
          </p:nvSpPr>
          <p:spPr>
            <a:xfrm>
              <a:off x="1133725" y="3918813"/>
              <a:ext cx="1774394" cy="215444"/>
            </a:xfrm>
            <a:prstGeom prst="roundRect">
              <a:avLst>
                <a:gd name="adj" fmla="val 29474"/>
              </a:avLst>
            </a:prstGeom>
            <a:solidFill>
              <a:srgbClr val="B898D0"/>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grpSp>
      <p:sp>
        <p:nvSpPr>
          <p:cNvPr id="872" name="TextBox 871">
            <a:extLst>
              <a:ext uri="{FF2B5EF4-FFF2-40B4-BE49-F238E27FC236}">
                <a16:creationId xmlns:a16="http://schemas.microsoft.com/office/drawing/2014/main" id="{C2D76223-59B0-8CBA-9095-399CDB57D248}"/>
              </a:ext>
            </a:extLst>
          </p:cNvPr>
          <p:cNvSpPr txBox="1"/>
          <p:nvPr/>
        </p:nvSpPr>
        <p:spPr>
          <a:xfrm>
            <a:off x="5135928" y="3865473"/>
            <a:ext cx="1914218" cy="968465"/>
          </a:xfrm>
          <a:prstGeom prst="roundRect">
            <a:avLst>
              <a:gd name="adj" fmla="val 6557"/>
            </a:avLst>
          </a:prstGeom>
          <a:solidFill>
            <a:srgbClr val="FFFFFF"/>
          </a:solidFill>
          <a:ln>
            <a:solidFill>
              <a:srgbClr val="7E68A4"/>
            </a:solidFill>
          </a:ln>
          <a:effectLst/>
        </p:spPr>
        <p:txBody>
          <a:bodyPr wrap="square" lIns="0" tIns="274320" rIns="0" bIns="0" rtlCol="0" anchor="t">
            <a:noAutofit/>
          </a:bodyPr>
          <a:lstStyle>
            <a:defPPr>
              <a:defRPr lang="en-US"/>
            </a:defPPr>
            <a:lvl1pPr lvl="0" algn="ctr">
              <a:defRPr sz="1000">
                <a:solidFill>
                  <a:prstClr val="black"/>
                </a:solidFill>
                <a:latin typeface="Arial" panose="020B0604020202020204" pitchFamily="34" charset="0"/>
              </a:defRPr>
            </a:lvl1pPr>
          </a:lstStyle>
          <a:p>
            <a:r>
              <a:rPr lang="en-IN" dirty="0"/>
              <a:t>Lorem </a:t>
            </a:r>
            <a:r>
              <a:rPr lang="en-IN"/>
              <a:t>ipsum dolor</a:t>
            </a:r>
            <a:r>
              <a:rPr lang="en-IN" dirty="0"/>
              <a:t> </a:t>
            </a:r>
            <a:r>
              <a:rPr lang="en-IN"/>
              <a:t>sit amet, consectetuer adipiscing elit</a:t>
            </a:r>
            <a:r>
              <a:rPr lang="en-IN" dirty="0"/>
              <a:t>. </a:t>
            </a:r>
            <a:r>
              <a:rPr lang="en-IN"/>
              <a:t>Aenean commodo</a:t>
            </a:r>
            <a:r>
              <a:rPr lang="en-IN" dirty="0"/>
              <a:t> </a:t>
            </a:r>
            <a:r>
              <a:rPr lang="en-IN"/>
              <a:t>ligula eget dolor</a:t>
            </a:r>
            <a:r>
              <a:rPr lang="en-IN" dirty="0"/>
              <a:t>. </a:t>
            </a:r>
            <a:r>
              <a:rPr lang="en-IN"/>
              <a:t>Aenean massa</a:t>
            </a:r>
            <a:r>
              <a:rPr lang="en-IN" dirty="0"/>
              <a:t>. </a:t>
            </a:r>
          </a:p>
        </p:txBody>
      </p:sp>
      <p:sp>
        <p:nvSpPr>
          <p:cNvPr id="873" name="TextBox 872">
            <a:extLst>
              <a:ext uri="{FF2B5EF4-FFF2-40B4-BE49-F238E27FC236}">
                <a16:creationId xmlns:a16="http://schemas.microsoft.com/office/drawing/2014/main" id="{C585A2D7-8C99-65B4-3916-F88D50102B4F}"/>
              </a:ext>
            </a:extLst>
          </p:cNvPr>
          <p:cNvSpPr txBox="1"/>
          <p:nvPr/>
        </p:nvSpPr>
        <p:spPr>
          <a:xfrm>
            <a:off x="5205840" y="3918813"/>
            <a:ext cx="1774394" cy="215444"/>
          </a:xfrm>
          <a:prstGeom prst="roundRect">
            <a:avLst>
              <a:gd name="adj" fmla="val 29474"/>
            </a:avLst>
          </a:prstGeom>
          <a:solidFill>
            <a:srgbClr val="7E68A4"/>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75" name="TextBox 874">
            <a:extLst>
              <a:ext uri="{FF2B5EF4-FFF2-40B4-BE49-F238E27FC236}">
                <a16:creationId xmlns:a16="http://schemas.microsoft.com/office/drawing/2014/main" id="{2B97F24C-B38F-8FEF-68E3-8CA878BEC701}"/>
              </a:ext>
            </a:extLst>
          </p:cNvPr>
          <p:cNvSpPr txBox="1"/>
          <p:nvPr/>
        </p:nvSpPr>
        <p:spPr>
          <a:xfrm>
            <a:off x="9211535" y="3865473"/>
            <a:ext cx="1914218" cy="968465"/>
          </a:xfrm>
          <a:prstGeom prst="roundRect">
            <a:avLst>
              <a:gd name="adj" fmla="val 6557"/>
            </a:avLst>
          </a:prstGeom>
          <a:solidFill>
            <a:srgbClr val="FFFFFF"/>
          </a:solidFill>
          <a:ln>
            <a:solidFill>
              <a:srgbClr val="9A8DC8"/>
            </a:solidFill>
          </a:ln>
          <a:effectLst/>
        </p:spPr>
        <p:txBody>
          <a:bodyPr wrap="square" lIns="0" tIns="274320" rIns="0" bIns="0" rtlCol="0" anchor="t">
            <a:noAutofit/>
          </a:bodyPr>
          <a:lstStyle>
            <a:defPPr>
              <a:defRPr lang="en-US"/>
            </a:defPPr>
            <a:lvl1pPr lvl="0" algn="ctr">
              <a:defRPr sz="1000">
                <a:solidFill>
                  <a:prstClr val="black"/>
                </a:solidFill>
                <a:latin typeface="Arial" panose="020B0604020202020204" pitchFamily="34" charset="0"/>
              </a:defRPr>
            </a:lvl1pPr>
          </a:lstStyle>
          <a:p>
            <a:r>
              <a:rPr lang="en-IN" dirty="0"/>
              <a:t>Lorem </a:t>
            </a:r>
            <a:r>
              <a:rPr lang="en-IN"/>
              <a:t>ipsum dolor</a:t>
            </a:r>
            <a:r>
              <a:rPr lang="en-IN" dirty="0"/>
              <a:t> </a:t>
            </a:r>
            <a:r>
              <a:rPr lang="en-IN"/>
              <a:t>sit amet, consectetuer adipiscing elit</a:t>
            </a:r>
            <a:r>
              <a:rPr lang="en-IN" dirty="0"/>
              <a:t>. </a:t>
            </a:r>
            <a:r>
              <a:rPr lang="en-IN"/>
              <a:t>Aenean commodo</a:t>
            </a:r>
            <a:r>
              <a:rPr lang="en-IN" dirty="0"/>
              <a:t> </a:t>
            </a:r>
            <a:r>
              <a:rPr lang="en-IN"/>
              <a:t>ligula eget dolor</a:t>
            </a:r>
            <a:r>
              <a:rPr lang="en-IN" dirty="0"/>
              <a:t>. </a:t>
            </a:r>
            <a:r>
              <a:rPr lang="en-IN"/>
              <a:t>Aenean massa</a:t>
            </a:r>
            <a:r>
              <a:rPr lang="en-IN" dirty="0"/>
              <a:t>. </a:t>
            </a:r>
          </a:p>
        </p:txBody>
      </p:sp>
      <p:sp>
        <p:nvSpPr>
          <p:cNvPr id="876" name="TextBox 875">
            <a:extLst>
              <a:ext uri="{FF2B5EF4-FFF2-40B4-BE49-F238E27FC236}">
                <a16:creationId xmlns:a16="http://schemas.microsoft.com/office/drawing/2014/main" id="{1C923BC2-E825-E32D-D9A7-6B64786ABC87}"/>
              </a:ext>
            </a:extLst>
          </p:cNvPr>
          <p:cNvSpPr txBox="1"/>
          <p:nvPr/>
        </p:nvSpPr>
        <p:spPr>
          <a:xfrm>
            <a:off x="9281447" y="3918813"/>
            <a:ext cx="1774394" cy="215444"/>
          </a:xfrm>
          <a:prstGeom prst="roundRect">
            <a:avLst>
              <a:gd name="adj" fmla="val 29474"/>
            </a:avLst>
          </a:prstGeom>
          <a:solidFill>
            <a:srgbClr val="9A8DC8"/>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79" name="TextBox 878">
            <a:extLst>
              <a:ext uri="{FF2B5EF4-FFF2-40B4-BE49-F238E27FC236}">
                <a16:creationId xmlns:a16="http://schemas.microsoft.com/office/drawing/2014/main" id="{4C1159B2-C1AA-C931-6EAB-70A169DCA9D7}"/>
              </a:ext>
            </a:extLst>
          </p:cNvPr>
          <p:cNvSpPr txBox="1"/>
          <p:nvPr/>
        </p:nvSpPr>
        <p:spPr>
          <a:xfrm>
            <a:off x="3102431" y="5180869"/>
            <a:ext cx="1914218" cy="968465"/>
          </a:xfrm>
          <a:prstGeom prst="roundRect">
            <a:avLst>
              <a:gd name="adj" fmla="val 6557"/>
            </a:avLst>
          </a:prstGeom>
          <a:solidFill>
            <a:srgbClr val="FFFFFF"/>
          </a:solidFill>
          <a:ln>
            <a:solidFill>
              <a:srgbClr val="7D95BE"/>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80" name="TextBox 879">
            <a:extLst>
              <a:ext uri="{FF2B5EF4-FFF2-40B4-BE49-F238E27FC236}">
                <a16:creationId xmlns:a16="http://schemas.microsoft.com/office/drawing/2014/main" id="{91364AC3-2CAE-28C0-6C83-BAF7AC404617}"/>
              </a:ext>
            </a:extLst>
          </p:cNvPr>
          <p:cNvSpPr txBox="1"/>
          <p:nvPr/>
        </p:nvSpPr>
        <p:spPr>
          <a:xfrm>
            <a:off x="3172343" y="5234209"/>
            <a:ext cx="1774394" cy="215444"/>
          </a:xfrm>
          <a:prstGeom prst="roundRect">
            <a:avLst>
              <a:gd name="adj" fmla="val 29474"/>
            </a:avLst>
          </a:prstGeom>
          <a:solidFill>
            <a:srgbClr val="7D95BE"/>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sp>
        <p:nvSpPr>
          <p:cNvPr id="882" name="TextBox 881">
            <a:extLst>
              <a:ext uri="{FF2B5EF4-FFF2-40B4-BE49-F238E27FC236}">
                <a16:creationId xmlns:a16="http://schemas.microsoft.com/office/drawing/2014/main" id="{7FC2A5DD-1C8F-AB14-9890-3A30DE8D3B62}"/>
              </a:ext>
            </a:extLst>
          </p:cNvPr>
          <p:cNvSpPr txBox="1"/>
          <p:nvPr/>
        </p:nvSpPr>
        <p:spPr>
          <a:xfrm>
            <a:off x="7175353" y="5180869"/>
            <a:ext cx="1914218" cy="968465"/>
          </a:xfrm>
          <a:prstGeom prst="roundRect">
            <a:avLst>
              <a:gd name="adj" fmla="val 6557"/>
            </a:avLst>
          </a:prstGeom>
          <a:solidFill>
            <a:srgbClr val="FFFFFF"/>
          </a:solidFill>
          <a:ln>
            <a:solidFill>
              <a:srgbClr val="60A6D8"/>
            </a:solidFill>
          </a:ln>
          <a:effectLst/>
        </p:spPr>
        <p:txBody>
          <a:bodyPr wrap="square" lIns="0" tIns="274320" rIns="0" bIns="0" rtlCol="0" anchor="t">
            <a:noAutofit/>
          </a:bodyPr>
          <a:lstStyle/>
          <a:p>
            <a:pPr lvl="0" algn="ctr">
              <a:defRPr/>
            </a:pPr>
            <a:r>
              <a:rPr lang="en-IN" sz="1000" dirty="0">
                <a:solidFill>
                  <a:prstClr val="black"/>
                </a:solidFill>
                <a:latin typeface="Arial" panose="020B0604020202020204" pitchFamily="34" charset="0"/>
              </a:rPr>
              <a:t>Lorem ipsum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sit </a:t>
            </a:r>
            <a:r>
              <a:rPr lang="en-IN" sz="1000" dirty="0" err="1">
                <a:solidFill>
                  <a:prstClr val="black"/>
                </a:solidFill>
                <a:latin typeface="Arial" panose="020B0604020202020204" pitchFamily="34" charset="0"/>
              </a:rPr>
              <a:t>amet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consectetuer</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adipiscing</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elit</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commodo</a:t>
            </a:r>
            <a:r>
              <a:rPr lang="en-IN" sz="1000" dirty="0">
                <a:solidFill>
                  <a:prstClr val="black"/>
                </a:solidFill>
                <a:latin typeface="Arial" panose="020B0604020202020204" pitchFamily="34" charset="0"/>
              </a:rPr>
              <a:t> ligula </a:t>
            </a:r>
            <a:r>
              <a:rPr lang="en-IN" sz="1000" dirty="0" err="1">
                <a:solidFill>
                  <a:prstClr val="black"/>
                </a:solidFill>
                <a:latin typeface="Arial" panose="020B0604020202020204" pitchFamily="34" charset="0"/>
              </a:rPr>
              <a:t>eget</a:t>
            </a:r>
            <a:r>
              <a:rPr lang="en-IN" sz="1000" dirty="0">
                <a:solidFill>
                  <a:prstClr val="black"/>
                </a:solidFill>
                <a:latin typeface="Arial" panose="020B0604020202020204" pitchFamily="34" charset="0"/>
              </a:rPr>
              <a:t> </a:t>
            </a:r>
            <a:r>
              <a:rPr lang="en-IN" sz="1000" dirty="0" err="1">
                <a:solidFill>
                  <a:prstClr val="black"/>
                </a:solidFill>
                <a:latin typeface="Arial" panose="020B0604020202020204" pitchFamily="34" charset="0"/>
              </a:rPr>
              <a:t>dolor</a:t>
            </a:r>
            <a:r>
              <a:rPr lang="en-IN" sz="1000" dirty="0">
                <a:solidFill>
                  <a:prstClr val="black"/>
                </a:solidFill>
                <a:latin typeface="Arial" panose="020B0604020202020204" pitchFamily="34" charset="0"/>
              </a:rPr>
              <a:t>. Aenean </a:t>
            </a:r>
            <a:r>
              <a:rPr lang="en-IN" sz="1000" dirty="0" err="1">
                <a:solidFill>
                  <a:prstClr val="black"/>
                </a:solidFill>
                <a:latin typeface="Arial" panose="020B0604020202020204" pitchFamily="34" charset="0"/>
              </a:rPr>
              <a:t>massa</a:t>
            </a:r>
            <a:r>
              <a:rPr lang="en-IN" sz="1000" dirty="0">
                <a:solidFill>
                  <a:prstClr val="black"/>
                </a:solidFill>
                <a:latin typeface="Arial" panose="020B0604020202020204" pitchFamily="34" charset="0"/>
              </a:rPr>
              <a:t>. </a:t>
            </a:r>
          </a:p>
        </p:txBody>
      </p:sp>
      <p:sp>
        <p:nvSpPr>
          <p:cNvPr id="883" name="TextBox 882">
            <a:extLst>
              <a:ext uri="{FF2B5EF4-FFF2-40B4-BE49-F238E27FC236}">
                <a16:creationId xmlns:a16="http://schemas.microsoft.com/office/drawing/2014/main" id="{0F508FB2-059B-33F5-AF95-231D522469BA}"/>
              </a:ext>
            </a:extLst>
          </p:cNvPr>
          <p:cNvSpPr txBox="1"/>
          <p:nvPr/>
        </p:nvSpPr>
        <p:spPr>
          <a:xfrm>
            <a:off x="7245265" y="5234209"/>
            <a:ext cx="1774394" cy="215444"/>
          </a:xfrm>
          <a:prstGeom prst="roundRect">
            <a:avLst>
              <a:gd name="adj" fmla="val 29474"/>
            </a:avLst>
          </a:prstGeom>
          <a:solidFill>
            <a:srgbClr val="60A6D8"/>
          </a:solidFill>
          <a:ln>
            <a:noFill/>
          </a:ln>
        </p:spPr>
        <p:txBody>
          <a:bodyPr wrap="square" lIns="0" tIns="0" rIns="0" bIns="0" rtlCol="0" anchor="ctr">
            <a:noAutofit/>
          </a:bodyPr>
          <a:lstStyle/>
          <a:p>
            <a:pPr lvl="0" algn="ctr">
              <a:defRPr/>
            </a:pPr>
            <a:r>
              <a:rPr lang="en-IN" sz="1200" b="1" dirty="0">
                <a:solidFill>
                  <a:schemeClr val="bg1"/>
                </a:solidFill>
                <a:latin typeface="Arial" panose="020B0604020202020204" pitchFamily="34" charset="0"/>
              </a:rPr>
              <a:t>Title</a:t>
            </a:r>
          </a:p>
        </p:txBody>
      </p:sp>
      <p:pic>
        <p:nvPicPr>
          <p:cNvPr id="884" name="Graphic 883">
            <a:extLst>
              <a:ext uri="{FF2B5EF4-FFF2-40B4-BE49-F238E27FC236}">
                <a16:creationId xmlns:a16="http://schemas.microsoft.com/office/drawing/2014/main" id="{82AA7E27-F5A7-FD02-FF8D-EF8DD562006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92344" y="1865040"/>
            <a:ext cx="657156" cy="657156"/>
          </a:xfrm>
          <a:prstGeom prst="rect">
            <a:avLst/>
          </a:prstGeom>
        </p:spPr>
      </p:pic>
      <p:pic>
        <p:nvPicPr>
          <p:cNvPr id="885" name="Graphic 884">
            <a:extLst>
              <a:ext uri="{FF2B5EF4-FFF2-40B4-BE49-F238E27FC236}">
                <a16:creationId xmlns:a16="http://schemas.microsoft.com/office/drawing/2014/main" id="{105AC50F-5B39-A3DD-CE97-93E6B5FCB2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66623" y="1865040"/>
            <a:ext cx="657156" cy="657156"/>
          </a:xfrm>
          <a:prstGeom prst="rect">
            <a:avLst/>
          </a:prstGeom>
        </p:spPr>
      </p:pic>
      <p:pic>
        <p:nvPicPr>
          <p:cNvPr id="886" name="Graphic 885">
            <a:extLst>
              <a:ext uri="{FF2B5EF4-FFF2-40B4-BE49-F238E27FC236}">
                <a16:creationId xmlns:a16="http://schemas.microsoft.com/office/drawing/2014/main" id="{11CB90CA-041E-0FF2-8B79-133FFB3074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40059" y="1865040"/>
            <a:ext cx="657156" cy="657156"/>
          </a:xfrm>
          <a:prstGeom prst="rect">
            <a:avLst/>
          </a:prstGeom>
        </p:spPr>
      </p:pic>
      <p:pic>
        <p:nvPicPr>
          <p:cNvPr id="887" name="Graphic 886">
            <a:extLst>
              <a:ext uri="{FF2B5EF4-FFF2-40B4-BE49-F238E27FC236}">
                <a16:creationId xmlns:a16="http://schemas.microsoft.com/office/drawing/2014/main" id="{415B16C5-8F9A-A926-D93B-9DB0CD50EC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729901" y="3160785"/>
            <a:ext cx="657156" cy="657156"/>
          </a:xfrm>
          <a:prstGeom prst="rect">
            <a:avLst/>
          </a:prstGeom>
        </p:spPr>
      </p:pic>
      <p:pic>
        <p:nvPicPr>
          <p:cNvPr id="888" name="Graphic 887">
            <a:extLst>
              <a:ext uri="{FF2B5EF4-FFF2-40B4-BE49-F238E27FC236}">
                <a16:creationId xmlns:a16="http://schemas.microsoft.com/office/drawing/2014/main" id="{CC2BCE43-4E8E-5532-CCC4-6012C301634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803327" y="3160785"/>
            <a:ext cx="657156" cy="657156"/>
          </a:xfrm>
          <a:prstGeom prst="rect">
            <a:avLst/>
          </a:prstGeom>
        </p:spPr>
      </p:pic>
    </p:spTree>
    <p:extLst>
      <p:ext uri="{BB962C8B-B14F-4D97-AF65-F5344CB8AC3E}">
        <p14:creationId xmlns:p14="http://schemas.microsoft.com/office/powerpoint/2010/main" val="3763219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93A56-2379-E135-6663-77C3DECB3C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38CA795-0B0B-AB08-70D8-76037D24F2BE}"/>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C69162E8-EE08-4720-0FB0-C36332AC9163}"/>
              </a:ext>
            </a:extLst>
          </p:cNvPr>
          <p:cNvSpPr>
            <a:spLocks noGrp="1"/>
          </p:cNvSpPr>
          <p:nvPr>
            <p:ph type="title"/>
          </p:nvPr>
        </p:nvSpPr>
        <p:spPr/>
        <p:txBody>
          <a:bodyPr/>
          <a:lstStyle/>
          <a:p>
            <a:r>
              <a:rPr lang="en-US" sz="1800" dirty="0"/>
              <a:t>Title</a:t>
            </a:r>
            <a:endParaRPr lang="es-MX" sz="1800" dirty="0"/>
          </a:p>
        </p:txBody>
      </p:sp>
      <p:sp>
        <p:nvSpPr>
          <p:cNvPr id="1267" name="Partial Circle 1266">
            <a:extLst>
              <a:ext uri="{FF2B5EF4-FFF2-40B4-BE49-F238E27FC236}">
                <a16:creationId xmlns:a16="http://schemas.microsoft.com/office/drawing/2014/main" id="{6D3B864F-5F89-7DC3-552A-4BEC2C1F46D4}"/>
              </a:ext>
            </a:extLst>
          </p:cNvPr>
          <p:cNvSpPr/>
          <p:nvPr/>
        </p:nvSpPr>
        <p:spPr>
          <a:xfrm>
            <a:off x="5209516" y="5556900"/>
            <a:ext cx="1772968" cy="1715764"/>
          </a:xfrm>
          <a:prstGeom prst="pie">
            <a:avLst>
              <a:gd name="adj1" fmla="val 10794462"/>
              <a:gd name="adj2" fmla="val 10668"/>
            </a:avLst>
          </a:prstGeom>
          <a:solidFill>
            <a:srgbClr val="E1E8EB"/>
          </a:solidFill>
          <a:ln w="9525">
            <a:noFill/>
            <a:miter lim="800000"/>
            <a:headEnd/>
            <a:tailEnd/>
          </a:ln>
          <a:effectLst/>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grpSp>
        <p:nvGrpSpPr>
          <p:cNvPr id="1298" name="Group 1297">
            <a:extLst>
              <a:ext uri="{FF2B5EF4-FFF2-40B4-BE49-F238E27FC236}">
                <a16:creationId xmlns:a16="http://schemas.microsoft.com/office/drawing/2014/main" id="{6731EB6F-DA14-654B-B04B-583358A1335C}"/>
              </a:ext>
            </a:extLst>
          </p:cNvPr>
          <p:cNvGrpSpPr/>
          <p:nvPr/>
        </p:nvGrpSpPr>
        <p:grpSpPr>
          <a:xfrm>
            <a:off x="3255886" y="3520440"/>
            <a:ext cx="5680228" cy="2902828"/>
            <a:chOff x="3255886" y="3520440"/>
            <a:chExt cx="5680228" cy="2902828"/>
          </a:xfrm>
        </p:grpSpPr>
        <p:sp>
          <p:nvSpPr>
            <p:cNvPr id="1221" name="Freeform: Shape 1220">
              <a:extLst>
                <a:ext uri="{FF2B5EF4-FFF2-40B4-BE49-F238E27FC236}">
                  <a16:creationId xmlns:a16="http://schemas.microsoft.com/office/drawing/2014/main" id="{4FDE8376-B8B7-D6C6-1F39-806F174959BF}"/>
                </a:ext>
              </a:extLst>
            </p:cNvPr>
            <p:cNvSpPr/>
            <p:nvPr/>
          </p:nvSpPr>
          <p:spPr>
            <a:xfrm>
              <a:off x="7979012" y="5191594"/>
              <a:ext cx="957102" cy="957101"/>
            </a:xfrm>
            <a:custGeom>
              <a:avLst/>
              <a:gdLst>
                <a:gd name="connsiteX0" fmla="*/ 688277 w 688276"/>
                <a:gd name="connsiteY0" fmla="*/ 344138 h 688276"/>
                <a:gd name="connsiteX1" fmla="*/ 344138 w 688276"/>
                <a:gd name="connsiteY1" fmla="*/ 0 h 688276"/>
                <a:gd name="connsiteX2" fmla="*/ 0 w 688276"/>
                <a:gd name="connsiteY2" fmla="*/ 344138 h 688276"/>
                <a:gd name="connsiteX3" fmla="*/ 344138 w 688276"/>
                <a:gd name="connsiteY3" fmla="*/ 688276 h 688276"/>
                <a:gd name="connsiteX4" fmla="*/ 688277 w 688276"/>
                <a:gd name="connsiteY4" fmla="*/ 344138 h 6882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8276" h="688276">
                  <a:moveTo>
                    <a:pt x="688277" y="344138"/>
                  </a:moveTo>
                  <a:cubicBezTo>
                    <a:pt x="688277" y="154400"/>
                    <a:pt x="533876" y="0"/>
                    <a:pt x="344138" y="0"/>
                  </a:cubicBezTo>
                  <a:cubicBezTo>
                    <a:pt x="154400" y="0"/>
                    <a:pt x="0" y="154400"/>
                    <a:pt x="0" y="344138"/>
                  </a:cubicBezTo>
                  <a:cubicBezTo>
                    <a:pt x="0" y="533876"/>
                    <a:pt x="154400" y="688276"/>
                    <a:pt x="344138" y="688276"/>
                  </a:cubicBezTo>
                  <a:cubicBezTo>
                    <a:pt x="533876" y="688276"/>
                    <a:pt x="688277" y="533876"/>
                    <a:pt x="688277" y="344138"/>
                  </a:cubicBezTo>
                  <a:close/>
                </a:path>
              </a:pathLst>
            </a:custGeom>
            <a:solidFill>
              <a:srgbClr val="6754AD"/>
            </a:solidFill>
            <a:ln w="9525" cap="flat">
              <a:noFill/>
              <a:prstDash val="solid"/>
              <a:miter/>
            </a:ln>
          </p:spPr>
          <p:txBody>
            <a:bodyPr rtlCol="0" anchor="ctr"/>
            <a:lstStyle/>
            <a:p>
              <a:endParaRPr lang="en-IN"/>
            </a:p>
          </p:txBody>
        </p:sp>
        <p:sp>
          <p:nvSpPr>
            <p:cNvPr id="1222" name="Freeform: Shape 1221">
              <a:extLst>
                <a:ext uri="{FF2B5EF4-FFF2-40B4-BE49-F238E27FC236}">
                  <a16:creationId xmlns:a16="http://schemas.microsoft.com/office/drawing/2014/main" id="{F6D33890-1974-0E36-AA1A-406414603FB4}"/>
                </a:ext>
              </a:extLst>
            </p:cNvPr>
            <p:cNvSpPr/>
            <p:nvPr/>
          </p:nvSpPr>
          <p:spPr>
            <a:xfrm>
              <a:off x="8081796" y="5294376"/>
              <a:ext cx="751535" cy="751535"/>
            </a:xfrm>
            <a:custGeom>
              <a:avLst/>
              <a:gdLst>
                <a:gd name="connsiteX0" fmla="*/ 270224 w 540448"/>
                <a:gd name="connsiteY0" fmla="*/ 0 h 540448"/>
                <a:gd name="connsiteX1" fmla="*/ 0 w 540448"/>
                <a:gd name="connsiteY1" fmla="*/ 270224 h 540448"/>
                <a:gd name="connsiteX2" fmla="*/ 270224 w 540448"/>
                <a:gd name="connsiteY2" fmla="*/ 540448 h 540448"/>
                <a:gd name="connsiteX3" fmla="*/ 540448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7" y="0"/>
                    <a:pt x="0" y="120967"/>
                    <a:pt x="0" y="270224"/>
                  </a:cubicBezTo>
                  <a:cubicBezTo>
                    <a:pt x="0" y="419481"/>
                    <a:pt x="120967" y="540448"/>
                    <a:pt x="270224" y="540448"/>
                  </a:cubicBezTo>
                  <a:cubicBezTo>
                    <a:pt x="419481" y="540448"/>
                    <a:pt x="540448" y="419481"/>
                    <a:pt x="540448" y="270224"/>
                  </a:cubicBezTo>
                  <a:cubicBezTo>
                    <a:pt x="540448" y="120967"/>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31" name="Freeform: Shape 1230">
              <a:extLst>
                <a:ext uri="{FF2B5EF4-FFF2-40B4-BE49-F238E27FC236}">
                  <a16:creationId xmlns:a16="http://schemas.microsoft.com/office/drawing/2014/main" id="{DF29B770-259B-767B-498E-AF453E7DA8DC}"/>
                </a:ext>
              </a:extLst>
            </p:cNvPr>
            <p:cNvSpPr/>
            <p:nvPr/>
          </p:nvSpPr>
          <p:spPr>
            <a:xfrm>
              <a:off x="7265351" y="5053043"/>
              <a:ext cx="1257412" cy="1351021"/>
            </a:xfrm>
            <a:custGeom>
              <a:avLst/>
              <a:gdLst>
                <a:gd name="connsiteX0" fmla="*/ 904213 w 904237"/>
                <a:gd name="connsiteY0" fmla="*/ 927739 h 971554"/>
                <a:gd name="connsiteX1" fmla="*/ 859827 w 904237"/>
                <a:gd name="connsiteY1" fmla="*/ 971554 h 971554"/>
                <a:gd name="connsiteX2" fmla="*/ 205364 w 904237"/>
                <a:gd name="connsiteY2" fmla="*/ 971554 h 971554"/>
                <a:gd name="connsiteX3" fmla="*/ 162597 w 904237"/>
                <a:gd name="connsiteY3" fmla="*/ 930978 h 971554"/>
                <a:gd name="connsiteX4" fmla="*/ 6672 w 904237"/>
                <a:gd name="connsiteY4" fmla="*/ 451394 h 971554"/>
                <a:gd name="connsiteX5" fmla="*/ 17626 w 904237"/>
                <a:gd name="connsiteY5" fmla="*/ 393863 h 971554"/>
                <a:gd name="connsiteX6" fmla="*/ 548264 w 904237"/>
                <a:gd name="connsiteY6" fmla="*/ 8291 h 971554"/>
                <a:gd name="connsiteX7" fmla="*/ 608748 w 904237"/>
                <a:gd name="connsiteY7" fmla="*/ 18578 h 971554"/>
                <a:gd name="connsiteX8" fmla="*/ 651420 w 904237"/>
                <a:gd name="connsiteY8" fmla="*/ 84586 h 971554"/>
                <a:gd name="connsiteX9" fmla="*/ 639704 w 904237"/>
                <a:gd name="connsiteY9" fmla="*/ 141260 h 971554"/>
                <a:gd name="connsiteX10" fmla="*/ 484446 w 904237"/>
                <a:gd name="connsiteY10" fmla="*/ 443774 h 971554"/>
                <a:gd name="connsiteX11" fmla="*/ 857160 w 904237"/>
                <a:gd name="connsiteY11" fmla="*/ 816487 h 971554"/>
                <a:gd name="connsiteX12" fmla="*/ 857541 w 904237"/>
                <a:gd name="connsiteY12" fmla="*/ 816487 h 971554"/>
                <a:gd name="connsiteX13" fmla="*/ 900308 w 904237"/>
                <a:gd name="connsiteY13" fmla="*/ 855540 h 971554"/>
                <a:gd name="connsiteX14" fmla="*/ 904023 w 904237"/>
                <a:gd name="connsiteY14" fmla="*/ 927739 h 971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4237" h="971554">
                  <a:moveTo>
                    <a:pt x="904213" y="927739"/>
                  </a:moveTo>
                  <a:cubicBezTo>
                    <a:pt x="904975" y="950219"/>
                    <a:pt x="887449" y="971554"/>
                    <a:pt x="859827" y="971554"/>
                  </a:cubicBezTo>
                  <a:lnTo>
                    <a:pt x="205364" y="971554"/>
                  </a:lnTo>
                  <a:cubicBezTo>
                    <a:pt x="182790" y="971554"/>
                    <a:pt x="164026" y="953743"/>
                    <a:pt x="162597" y="930978"/>
                  </a:cubicBezTo>
                  <a:cubicBezTo>
                    <a:pt x="151929" y="760861"/>
                    <a:pt x="98017" y="595031"/>
                    <a:pt x="6672" y="451394"/>
                  </a:cubicBezTo>
                  <a:cubicBezTo>
                    <a:pt x="-5424" y="432440"/>
                    <a:pt x="-662" y="407103"/>
                    <a:pt x="17626" y="393863"/>
                  </a:cubicBezTo>
                  <a:lnTo>
                    <a:pt x="548264" y="8291"/>
                  </a:lnTo>
                  <a:cubicBezTo>
                    <a:pt x="568076" y="-6187"/>
                    <a:pt x="595413" y="-1043"/>
                    <a:pt x="608748" y="18578"/>
                  </a:cubicBezTo>
                  <a:cubicBezTo>
                    <a:pt x="623512" y="40486"/>
                    <a:pt x="637799" y="62393"/>
                    <a:pt x="651420" y="84586"/>
                  </a:cubicBezTo>
                  <a:cubicBezTo>
                    <a:pt x="663136" y="103636"/>
                    <a:pt x="657802" y="128211"/>
                    <a:pt x="639704" y="141260"/>
                  </a:cubicBezTo>
                  <a:cubicBezTo>
                    <a:pt x="545692" y="208983"/>
                    <a:pt x="484446" y="319282"/>
                    <a:pt x="484446" y="443774"/>
                  </a:cubicBezTo>
                  <a:cubicBezTo>
                    <a:pt x="484446" y="649324"/>
                    <a:pt x="651705" y="816487"/>
                    <a:pt x="857160" y="816487"/>
                  </a:cubicBezTo>
                  <a:lnTo>
                    <a:pt x="857541" y="816487"/>
                  </a:lnTo>
                  <a:cubicBezTo>
                    <a:pt x="879925" y="816487"/>
                    <a:pt x="898689" y="833252"/>
                    <a:pt x="900308" y="855540"/>
                  </a:cubicBezTo>
                  <a:cubicBezTo>
                    <a:pt x="902023" y="879353"/>
                    <a:pt x="903261" y="903451"/>
                    <a:pt x="904023" y="927739"/>
                  </a:cubicBezTo>
                  <a:close/>
                </a:path>
              </a:pathLst>
            </a:custGeom>
            <a:solidFill>
              <a:srgbClr val="9A8DC8"/>
            </a:solidFill>
            <a:ln w="9525" cap="flat">
              <a:noFill/>
              <a:prstDash val="solid"/>
              <a:miter/>
            </a:ln>
          </p:spPr>
          <p:txBody>
            <a:bodyPr rtlCol="0" anchor="ctr"/>
            <a:lstStyle/>
            <a:p>
              <a:endParaRPr lang="en-IN"/>
            </a:p>
          </p:txBody>
        </p:sp>
        <p:sp>
          <p:nvSpPr>
            <p:cNvPr id="1232" name="Freeform: Shape 1231">
              <a:extLst>
                <a:ext uri="{FF2B5EF4-FFF2-40B4-BE49-F238E27FC236}">
                  <a16:creationId xmlns:a16="http://schemas.microsoft.com/office/drawing/2014/main" id="{A3C227D2-93C2-8B90-F8A7-1EE55439830B}"/>
                </a:ext>
              </a:extLst>
            </p:cNvPr>
            <p:cNvSpPr/>
            <p:nvPr/>
          </p:nvSpPr>
          <p:spPr>
            <a:xfrm>
              <a:off x="7051844" y="3949586"/>
              <a:ext cx="957102" cy="957101"/>
            </a:xfrm>
            <a:custGeom>
              <a:avLst/>
              <a:gdLst>
                <a:gd name="connsiteX0" fmla="*/ 688277 w 688276"/>
                <a:gd name="connsiteY0" fmla="*/ 344138 h 688276"/>
                <a:gd name="connsiteX1" fmla="*/ 344138 w 688276"/>
                <a:gd name="connsiteY1" fmla="*/ 0 h 688276"/>
                <a:gd name="connsiteX2" fmla="*/ 0 w 688276"/>
                <a:gd name="connsiteY2" fmla="*/ 344138 h 688276"/>
                <a:gd name="connsiteX3" fmla="*/ 344138 w 688276"/>
                <a:gd name="connsiteY3" fmla="*/ 688276 h 688276"/>
                <a:gd name="connsiteX4" fmla="*/ 688277 w 688276"/>
                <a:gd name="connsiteY4" fmla="*/ 344138 h 688276"/>
                <a:gd name="connsiteX5" fmla="*/ 344138 w 688276"/>
                <a:gd name="connsiteY5" fmla="*/ 614363 h 688276"/>
                <a:gd name="connsiteX6" fmla="*/ 73914 w 688276"/>
                <a:gd name="connsiteY6" fmla="*/ 344138 h 688276"/>
                <a:gd name="connsiteX7" fmla="*/ 344138 w 688276"/>
                <a:gd name="connsiteY7" fmla="*/ 73914 h 688276"/>
                <a:gd name="connsiteX8" fmla="*/ 614363 w 688276"/>
                <a:gd name="connsiteY8" fmla="*/ 344138 h 688276"/>
                <a:gd name="connsiteX9" fmla="*/ 344138 w 688276"/>
                <a:gd name="connsiteY9" fmla="*/ 614363 h 68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8276" h="688276">
                  <a:moveTo>
                    <a:pt x="688277" y="344138"/>
                  </a:moveTo>
                  <a:cubicBezTo>
                    <a:pt x="688277" y="154400"/>
                    <a:pt x="533876" y="0"/>
                    <a:pt x="344138" y="0"/>
                  </a:cubicBezTo>
                  <a:cubicBezTo>
                    <a:pt x="154400" y="0"/>
                    <a:pt x="0" y="154400"/>
                    <a:pt x="0" y="344138"/>
                  </a:cubicBezTo>
                  <a:cubicBezTo>
                    <a:pt x="0" y="533876"/>
                    <a:pt x="154400" y="688276"/>
                    <a:pt x="344138" y="688276"/>
                  </a:cubicBezTo>
                  <a:cubicBezTo>
                    <a:pt x="533876" y="688276"/>
                    <a:pt x="688277" y="533876"/>
                    <a:pt x="688277" y="344138"/>
                  </a:cubicBezTo>
                  <a:close/>
                  <a:moveTo>
                    <a:pt x="344138" y="614363"/>
                  </a:moveTo>
                  <a:cubicBezTo>
                    <a:pt x="194881" y="614363"/>
                    <a:pt x="73914" y="493395"/>
                    <a:pt x="73914" y="344138"/>
                  </a:cubicBezTo>
                  <a:cubicBezTo>
                    <a:pt x="73914" y="194882"/>
                    <a:pt x="194881" y="73914"/>
                    <a:pt x="344138" y="73914"/>
                  </a:cubicBezTo>
                  <a:cubicBezTo>
                    <a:pt x="493395" y="73914"/>
                    <a:pt x="614363" y="194882"/>
                    <a:pt x="614363" y="344138"/>
                  </a:cubicBezTo>
                  <a:cubicBezTo>
                    <a:pt x="614363" y="493395"/>
                    <a:pt x="493395" y="614363"/>
                    <a:pt x="344138" y="614363"/>
                  </a:cubicBezTo>
                  <a:close/>
                </a:path>
              </a:pathLst>
            </a:custGeom>
            <a:solidFill>
              <a:srgbClr val="2082C8"/>
            </a:solidFill>
            <a:ln w="9525" cap="flat">
              <a:noFill/>
              <a:prstDash val="solid"/>
              <a:miter/>
            </a:ln>
          </p:spPr>
          <p:txBody>
            <a:bodyPr rtlCol="0" anchor="ctr"/>
            <a:lstStyle/>
            <a:p>
              <a:endParaRPr lang="en-IN"/>
            </a:p>
          </p:txBody>
        </p:sp>
        <p:sp>
          <p:nvSpPr>
            <p:cNvPr id="1233" name="Freeform: Shape 1232">
              <a:extLst>
                <a:ext uri="{FF2B5EF4-FFF2-40B4-BE49-F238E27FC236}">
                  <a16:creationId xmlns:a16="http://schemas.microsoft.com/office/drawing/2014/main" id="{2E128089-6D1F-54FB-011D-61D31F13F0D6}"/>
                </a:ext>
              </a:extLst>
            </p:cNvPr>
            <p:cNvSpPr/>
            <p:nvPr/>
          </p:nvSpPr>
          <p:spPr>
            <a:xfrm>
              <a:off x="7154628" y="4052369"/>
              <a:ext cx="751535" cy="751535"/>
            </a:xfrm>
            <a:custGeom>
              <a:avLst/>
              <a:gdLst>
                <a:gd name="connsiteX0" fmla="*/ 270224 w 540448"/>
                <a:gd name="connsiteY0" fmla="*/ 0 h 540448"/>
                <a:gd name="connsiteX1" fmla="*/ 0 w 540448"/>
                <a:gd name="connsiteY1" fmla="*/ 270224 h 540448"/>
                <a:gd name="connsiteX2" fmla="*/ 270224 w 540448"/>
                <a:gd name="connsiteY2" fmla="*/ 540449 h 540448"/>
                <a:gd name="connsiteX3" fmla="*/ 540449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8" y="0"/>
                    <a:pt x="0" y="120968"/>
                    <a:pt x="0" y="270224"/>
                  </a:cubicBezTo>
                  <a:cubicBezTo>
                    <a:pt x="0" y="419481"/>
                    <a:pt x="120968" y="540449"/>
                    <a:pt x="270224" y="540449"/>
                  </a:cubicBezTo>
                  <a:cubicBezTo>
                    <a:pt x="419481" y="540449"/>
                    <a:pt x="540449" y="419481"/>
                    <a:pt x="540449" y="270224"/>
                  </a:cubicBezTo>
                  <a:cubicBezTo>
                    <a:pt x="540449" y="120968"/>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40" name="Freeform: Shape 1239">
              <a:extLst>
                <a:ext uri="{FF2B5EF4-FFF2-40B4-BE49-F238E27FC236}">
                  <a16:creationId xmlns:a16="http://schemas.microsoft.com/office/drawing/2014/main" id="{D3836A2A-75D7-6976-D283-AFC69344DA6D}"/>
                </a:ext>
              </a:extLst>
            </p:cNvPr>
            <p:cNvSpPr/>
            <p:nvPr/>
          </p:nvSpPr>
          <p:spPr>
            <a:xfrm>
              <a:off x="6564814" y="4141821"/>
              <a:ext cx="1448722" cy="1416726"/>
            </a:xfrm>
            <a:custGeom>
              <a:avLst/>
              <a:gdLst>
                <a:gd name="connsiteX0" fmla="*/ 1024130 w 1041813"/>
                <a:gd name="connsiteY0" fmla="*/ 624997 h 1018804"/>
                <a:gd name="connsiteX1" fmla="*/ 493397 w 1041813"/>
                <a:gd name="connsiteY1" fmla="*/ 1010664 h 1018804"/>
                <a:gd name="connsiteX2" fmla="*/ 435294 w 1041813"/>
                <a:gd name="connsiteY2" fmla="*/ 1003330 h 1018804"/>
                <a:gd name="connsiteX3" fmla="*/ 26957 w 1041813"/>
                <a:gd name="connsiteY3" fmla="*/ 706436 h 1018804"/>
                <a:gd name="connsiteX4" fmla="*/ 2097 w 1041813"/>
                <a:gd name="connsiteY4" fmla="*/ 653477 h 1018804"/>
                <a:gd name="connsiteX5" fmla="*/ 103443 w 1041813"/>
                <a:gd name="connsiteY5" fmla="*/ 341628 h 1018804"/>
                <a:gd name="connsiteX6" fmla="*/ 204789 w 1041813"/>
                <a:gd name="connsiteY6" fmla="*/ 29685 h 1018804"/>
                <a:gd name="connsiteX7" fmla="*/ 259748 w 1041813"/>
                <a:gd name="connsiteY7" fmla="*/ 2443 h 1018804"/>
                <a:gd name="connsiteX8" fmla="*/ 323757 w 1041813"/>
                <a:gd name="connsiteY8" fmla="*/ 26922 h 1018804"/>
                <a:gd name="connsiteX9" fmla="*/ 345092 w 1041813"/>
                <a:gd name="connsiteY9" fmla="*/ 75690 h 1018804"/>
                <a:gd name="connsiteX10" fmla="*/ 322518 w 1041813"/>
                <a:gd name="connsiteY10" fmla="*/ 232281 h 1018804"/>
                <a:gd name="connsiteX11" fmla="*/ 672181 w 1041813"/>
                <a:gd name="connsiteY11" fmla="*/ 577944 h 1018804"/>
                <a:gd name="connsiteX12" fmla="*/ 928308 w 1041813"/>
                <a:gd name="connsiteY12" fmla="*/ 495743 h 1018804"/>
                <a:gd name="connsiteX13" fmla="*/ 981363 w 1041813"/>
                <a:gd name="connsiteY13" fmla="*/ 500696 h 1018804"/>
                <a:gd name="connsiteX14" fmla="*/ 1031845 w 1041813"/>
                <a:gd name="connsiteY14" fmla="*/ 562704 h 1018804"/>
                <a:gd name="connsiteX15" fmla="*/ 1024034 w 1041813"/>
                <a:gd name="connsiteY15" fmla="*/ 624902 h 1018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41813" h="1018804">
                  <a:moveTo>
                    <a:pt x="1024130" y="624997"/>
                  </a:moveTo>
                  <a:lnTo>
                    <a:pt x="493397" y="1010664"/>
                  </a:lnTo>
                  <a:cubicBezTo>
                    <a:pt x="475204" y="1023904"/>
                    <a:pt x="449677" y="1020666"/>
                    <a:pt x="435294" y="1003330"/>
                  </a:cubicBezTo>
                  <a:cubicBezTo>
                    <a:pt x="326328" y="871695"/>
                    <a:pt x="185168" y="769015"/>
                    <a:pt x="26957" y="706436"/>
                  </a:cubicBezTo>
                  <a:cubicBezTo>
                    <a:pt x="6002" y="698149"/>
                    <a:pt x="-4856" y="674908"/>
                    <a:pt x="2097" y="653477"/>
                  </a:cubicBezTo>
                  <a:lnTo>
                    <a:pt x="103443" y="341628"/>
                  </a:lnTo>
                  <a:lnTo>
                    <a:pt x="204789" y="29685"/>
                  </a:lnTo>
                  <a:cubicBezTo>
                    <a:pt x="211838" y="7872"/>
                    <a:pt x="235745" y="-5844"/>
                    <a:pt x="259748" y="2443"/>
                  </a:cubicBezTo>
                  <a:cubicBezTo>
                    <a:pt x="281370" y="10254"/>
                    <a:pt x="302706" y="18445"/>
                    <a:pt x="323757" y="26922"/>
                  </a:cubicBezTo>
                  <a:cubicBezTo>
                    <a:pt x="342902" y="34637"/>
                    <a:pt x="352332" y="56259"/>
                    <a:pt x="345092" y="75690"/>
                  </a:cubicBezTo>
                  <a:cubicBezTo>
                    <a:pt x="326995" y="123982"/>
                    <a:pt x="318708" y="176941"/>
                    <a:pt x="322518" y="232281"/>
                  </a:cubicBezTo>
                  <a:cubicBezTo>
                    <a:pt x="335377" y="417733"/>
                    <a:pt x="486539" y="567180"/>
                    <a:pt x="672181" y="577944"/>
                  </a:cubicBezTo>
                  <a:cubicBezTo>
                    <a:pt x="769241" y="583563"/>
                    <a:pt x="858966" y="551845"/>
                    <a:pt x="928308" y="495743"/>
                  </a:cubicBezTo>
                  <a:cubicBezTo>
                    <a:pt x="944406" y="482694"/>
                    <a:pt x="967932" y="484884"/>
                    <a:pt x="981363" y="500696"/>
                  </a:cubicBezTo>
                  <a:cubicBezTo>
                    <a:pt x="998507" y="520889"/>
                    <a:pt x="1015367" y="541558"/>
                    <a:pt x="1031845" y="562704"/>
                  </a:cubicBezTo>
                  <a:cubicBezTo>
                    <a:pt x="1048704" y="584325"/>
                    <a:pt x="1042894" y="611186"/>
                    <a:pt x="1024034" y="624902"/>
                  </a:cubicBezTo>
                  <a:close/>
                </a:path>
              </a:pathLst>
            </a:custGeom>
            <a:solidFill>
              <a:srgbClr val="60A6D8"/>
            </a:solidFill>
            <a:ln w="9525" cap="flat">
              <a:noFill/>
              <a:prstDash val="solid"/>
              <a:miter/>
            </a:ln>
          </p:spPr>
          <p:txBody>
            <a:bodyPr rtlCol="0" anchor="ctr"/>
            <a:lstStyle/>
            <a:p>
              <a:endParaRPr lang="en-IN"/>
            </a:p>
          </p:txBody>
        </p:sp>
        <p:sp>
          <p:nvSpPr>
            <p:cNvPr id="1241" name="Freeform: Shape 1240">
              <a:extLst>
                <a:ext uri="{FF2B5EF4-FFF2-40B4-BE49-F238E27FC236}">
                  <a16:creationId xmlns:a16="http://schemas.microsoft.com/office/drawing/2014/main" id="{25FFC90F-C797-9608-515D-C93FB8396523}"/>
                </a:ext>
              </a:extLst>
            </p:cNvPr>
            <p:cNvSpPr/>
            <p:nvPr/>
          </p:nvSpPr>
          <p:spPr>
            <a:xfrm>
              <a:off x="5617118" y="3520440"/>
              <a:ext cx="957102" cy="957101"/>
            </a:xfrm>
            <a:custGeom>
              <a:avLst/>
              <a:gdLst>
                <a:gd name="connsiteX0" fmla="*/ 688277 w 688276"/>
                <a:gd name="connsiteY0" fmla="*/ 344138 h 688276"/>
                <a:gd name="connsiteX1" fmla="*/ 686753 w 688276"/>
                <a:gd name="connsiteY1" fmla="*/ 375857 h 688276"/>
                <a:gd name="connsiteX2" fmla="*/ 344138 w 688276"/>
                <a:gd name="connsiteY2" fmla="*/ 688277 h 688276"/>
                <a:gd name="connsiteX3" fmla="*/ 1143 w 688276"/>
                <a:gd name="connsiteY3" fmla="*/ 371951 h 688276"/>
                <a:gd name="connsiteX4" fmla="*/ 0 w 688276"/>
                <a:gd name="connsiteY4" fmla="*/ 344138 h 688276"/>
                <a:gd name="connsiteX5" fmla="*/ 344138 w 688276"/>
                <a:gd name="connsiteY5" fmla="*/ 0 h 688276"/>
                <a:gd name="connsiteX6" fmla="*/ 688277 w 688276"/>
                <a:gd name="connsiteY6" fmla="*/ 344138 h 688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8276" h="688276">
                  <a:moveTo>
                    <a:pt x="688277" y="344138"/>
                  </a:moveTo>
                  <a:cubicBezTo>
                    <a:pt x="688277" y="354806"/>
                    <a:pt x="687800" y="365379"/>
                    <a:pt x="686753" y="375857"/>
                  </a:cubicBezTo>
                  <a:cubicBezTo>
                    <a:pt x="670750" y="550736"/>
                    <a:pt x="523208" y="688277"/>
                    <a:pt x="344138" y="688277"/>
                  </a:cubicBezTo>
                  <a:cubicBezTo>
                    <a:pt x="165068" y="688277"/>
                    <a:pt x="15335" y="548735"/>
                    <a:pt x="1143" y="371951"/>
                  </a:cubicBezTo>
                  <a:cubicBezTo>
                    <a:pt x="381" y="362712"/>
                    <a:pt x="0" y="353473"/>
                    <a:pt x="0" y="344138"/>
                  </a:cubicBezTo>
                  <a:cubicBezTo>
                    <a:pt x="0" y="154400"/>
                    <a:pt x="154400" y="0"/>
                    <a:pt x="344138" y="0"/>
                  </a:cubicBezTo>
                  <a:cubicBezTo>
                    <a:pt x="533876" y="0"/>
                    <a:pt x="688277" y="154400"/>
                    <a:pt x="688277" y="344138"/>
                  </a:cubicBezTo>
                  <a:close/>
                </a:path>
              </a:pathLst>
            </a:custGeom>
            <a:solidFill>
              <a:srgbClr val="4B2C80"/>
            </a:solidFill>
            <a:ln w="9525" cap="flat">
              <a:noFill/>
              <a:prstDash val="solid"/>
              <a:miter/>
            </a:ln>
          </p:spPr>
          <p:txBody>
            <a:bodyPr rtlCol="0" anchor="ctr"/>
            <a:lstStyle/>
            <a:p>
              <a:endParaRPr lang="en-IN"/>
            </a:p>
          </p:txBody>
        </p:sp>
        <p:sp>
          <p:nvSpPr>
            <p:cNvPr id="1242" name="Freeform: Shape 1241">
              <a:extLst>
                <a:ext uri="{FF2B5EF4-FFF2-40B4-BE49-F238E27FC236}">
                  <a16:creationId xmlns:a16="http://schemas.microsoft.com/office/drawing/2014/main" id="{133573CD-E9BD-A613-CD0A-EC422495D47E}"/>
                </a:ext>
              </a:extLst>
            </p:cNvPr>
            <p:cNvSpPr/>
            <p:nvPr/>
          </p:nvSpPr>
          <p:spPr>
            <a:xfrm>
              <a:off x="5719901" y="3623223"/>
              <a:ext cx="751535" cy="751535"/>
            </a:xfrm>
            <a:custGeom>
              <a:avLst/>
              <a:gdLst>
                <a:gd name="connsiteX0" fmla="*/ 270224 w 540448"/>
                <a:gd name="connsiteY0" fmla="*/ 0 h 540448"/>
                <a:gd name="connsiteX1" fmla="*/ 0 w 540448"/>
                <a:gd name="connsiteY1" fmla="*/ 270224 h 540448"/>
                <a:gd name="connsiteX2" fmla="*/ 270224 w 540448"/>
                <a:gd name="connsiteY2" fmla="*/ 540449 h 540448"/>
                <a:gd name="connsiteX3" fmla="*/ 540448 w 540448"/>
                <a:gd name="connsiteY3" fmla="*/ 270224 h 540448"/>
                <a:gd name="connsiteX4" fmla="*/ 270224 w 540448"/>
                <a:gd name="connsiteY4" fmla="*/ 0 h 5404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448" h="540448">
                  <a:moveTo>
                    <a:pt x="270224" y="0"/>
                  </a:moveTo>
                  <a:cubicBezTo>
                    <a:pt x="120967" y="0"/>
                    <a:pt x="0" y="120967"/>
                    <a:pt x="0" y="270224"/>
                  </a:cubicBezTo>
                  <a:cubicBezTo>
                    <a:pt x="0" y="419481"/>
                    <a:pt x="120967" y="540449"/>
                    <a:pt x="270224" y="540449"/>
                  </a:cubicBezTo>
                  <a:cubicBezTo>
                    <a:pt x="419481" y="540449"/>
                    <a:pt x="540448" y="419481"/>
                    <a:pt x="540448" y="270224"/>
                  </a:cubicBezTo>
                  <a:cubicBezTo>
                    <a:pt x="540448" y="120967"/>
                    <a:pt x="419481" y="0"/>
                    <a:pt x="270224" y="0"/>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47" name="Freeform: Shape 1246">
              <a:extLst>
                <a:ext uri="{FF2B5EF4-FFF2-40B4-BE49-F238E27FC236}">
                  <a16:creationId xmlns:a16="http://schemas.microsoft.com/office/drawing/2014/main" id="{92786BD1-A526-017C-10B1-66FFA50A1D33}"/>
                </a:ext>
              </a:extLst>
            </p:cNvPr>
            <p:cNvSpPr/>
            <p:nvPr/>
          </p:nvSpPr>
          <p:spPr>
            <a:xfrm>
              <a:off x="5375337" y="4057605"/>
              <a:ext cx="1414101" cy="1013615"/>
            </a:xfrm>
            <a:custGeom>
              <a:avLst/>
              <a:gdLst>
                <a:gd name="connsiteX0" fmla="*/ 1014833 w 1016916"/>
                <a:gd name="connsiteY0" fmla="*/ 75579 h 728916"/>
                <a:gd name="connsiteX1" fmla="*/ 812236 w 1016916"/>
                <a:gd name="connsiteY1" fmla="*/ 699371 h 728916"/>
                <a:gd name="connsiteX2" fmla="*/ 760897 w 1016916"/>
                <a:gd name="connsiteY2" fmla="*/ 727565 h 728916"/>
                <a:gd name="connsiteX3" fmla="*/ 508484 w 1016916"/>
                <a:gd name="connsiteY3" fmla="*/ 695847 h 728916"/>
                <a:gd name="connsiteX4" fmla="*/ 256072 w 1016916"/>
                <a:gd name="connsiteY4" fmla="*/ 727565 h 728916"/>
                <a:gd name="connsiteX5" fmla="*/ 204732 w 1016916"/>
                <a:gd name="connsiteY5" fmla="*/ 699371 h 728916"/>
                <a:gd name="connsiteX6" fmla="*/ 2135 w 1016916"/>
                <a:gd name="connsiteY6" fmla="*/ 75579 h 728916"/>
                <a:gd name="connsiteX7" fmla="*/ 30519 w 1016916"/>
                <a:gd name="connsiteY7" fmla="*/ 21191 h 728916"/>
                <a:gd name="connsiteX8" fmla="*/ 106053 w 1016916"/>
                <a:gd name="connsiteY8" fmla="*/ 1093 h 728916"/>
                <a:gd name="connsiteX9" fmla="*/ 152440 w 1016916"/>
                <a:gd name="connsiteY9" fmla="*/ 30811 h 728916"/>
                <a:gd name="connsiteX10" fmla="*/ 518009 w 1016916"/>
                <a:gd name="connsiteY10" fmla="*/ 330658 h 728916"/>
                <a:gd name="connsiteX11" fmla="*/ 882721 w 1016916"/>
                <a:gd name="connsiteY11" fmla="*/ 35002 h 728916"/>
                <a:gd name="connsiteX12" fmla="*/ 929489 w 1016916"/>
                <a:gd name="connsiteY12" fmla="*/ 5856 h 728916"/>
                <a:gd name="connsiteX13" fmla="*/ 986353 w 1016916"/>
                <a:gd name="connsiteY13" fmla="*/ 21381 h 728916"/>
                <a:gd name="connsiteX14" fmla="*/ 1014738 w 1016916"/>
                <a:gd name="connsiteY14" fmla="*/ 75769 h 7289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16916" h="728916">
                  <a:moveTo>
                    <a:pt x="1014833" y="75579"/>
                  </a:moveTo>
                  <a:lnTo>
                    <a:pt x="812236" y="699371"/>
                  </a:lnTo>
                  <a:cubicBezTo>
                    <a:pt x="805188" y="720802"/>
                    <a:pt x="782709" y="733185"/>
                    <a:pt x="760897" y="727565"/>
                  </a:cubicBezTo>
                  <a:cubicBezTo>
                    <a:pt x="678886" y="706515"/>
                    <a:pt x="594019" y="695847"/>
                    <a:pt x="508484" y="695847"/>
                  </a:cubicBezTo>
                  <a:cubicBezTo>
                    <a:pt x="422950" y="695847"/>
                    <a:pt x="338082" y="706515"/>
                    <a:pt x="256072" y="727565"/>
                  </a:cubicBezTo>
                  <a:cubicBezTo>
                    <a:pt x="234259" y="733185"/>
                    <a:pt x="211780" y="720707"/>
                    <a:pt x="204732" y="699371"/>
                  </a:cubicBezTo>
                  <a:lnTo>
                    <a:pt x="2135" y="75579"/>
                  </a:lnTo>
                  <a:cubicBezTo>
                    <a:pt x="-5390" y="52147"/>
                    <a:pt x="7660" y="27954"/>
                    <a:pt x="30519" y="21191"/>
                  </a:cubicBezTo>
                  <a:cubicBezTo>
                    <a:pt x="55761" y="13857"/>
                    <a:pt x="80907" y="7189"/>
                    <a:pt x="106053" y="1093"/>
                  </a:cubicBezTo>
                  <a:cubicBezTo>
                    <a:pt x="127198" y="-4050"/>
                    <a:pt x="148249" y="9475"/>
                    <a:pt x="152440" y="30811"/>
                  </a:cubicBezTo>
                  <a:cubicBezTo>
                    <a:pt x="186349" y="201594"/>
                    <a:pt x="337320" y="330658"/>
                    <a:pt x="518009" y="330658"/>
                  </a:cubicBezTo>
                  <a:cubicBezTo>
                    <a:pt x="698699" y="330658"/>
                    <a:pt x="847193" y="203690"/>
                    <a:pt x="882721" y="35002"/>
                  </a:cubicBezTo>
                  <a:cubicBezTo>
                    <a:pt x="887198" y="13666"/>
                    <a:pt x="908439" y="426"/>
                    <a:pt x="929489" y="5856"/>
                  </a:cubicBezTo>
                  <a:cubicBezTo>
                    <a:pt x="948444" y="10713"/>
                    <a:pt x="967399" y="15857"/>
                    <a:pt x="986353" y="21381"/>
                  </a:cubicBezTo>
                  <a:cubicBezTo>
                    <a:pt x="1009690" y="28239"/>
                    <a:pt x="1022263" y="53100"/>
                    <a:pt x="1014738" y="75769"/>
                  </a:cubicBezTo>
                  <a:close/>
                </a:path>
              </a:pathLst>
            </a:custGeom>
            <a:solidFill>
              <a:srgbClr val="7E68A4"/>
            </a:solidFill>
            <a:ln w="9525" cap="flat">
              <a:noFill/>
              <a:prstDash val="solid"/>
              <a:miter/>
            </a:ln>
          </p:spPr>
          <p:txBody>
            <a:bodyPr rtlCol="0" anchor="ctr"/>
            <a:lstStyle/>
            <a:p>
              <a:endParaRPr lang="en-IN"/>
            </a:p>
          </p:txBody>
        </p:sp>
        <p:sp>
          <p:nvSpPr>
            <p:cNvPr id="1248" name="Freeform: Shape 1247">
              <a:extLst>
                <a:ext uri="{FF2B5EF4-FFF2-40B4-BE49-F238E27FC236}">
                  <a16:creationId xmlns:a16="http://schemas.microsoft.com/office/drawing/2014/main" id="{7D1975A6-B965-52B8-6497-AC1F981876CA}"/>
                </a:ext>
              </a:extLst>
            </p:cNvPr>
            <p:cNvSpPr/>
            <p:nvPr/>
          </p:nvSpPr>
          <p:spPr>
            <a:xfrm>
              <a:off x="3642084" y="5053064"/>
              <a:ext cx="1257244" cy="1351001"/>
            </a:xfrm>
            <a:custGeom>
              <a:avLst/>
              <a:gdLst>
                <a:gd name="connsiteX0" fmla="*/ 897469 w 904116"/>
                <a:gd name="connsiteY0" fmla="*/ 451379 h 971539"/>
                <a:gd name="connsiteX1" fmla="*/ 741545 w 904116"/>
                <a:gd name="connsiteY1" fmla="*/ 930963 h 971539"/>
                <a:gd name="connsiteX2" fmla="*/ 698778 w 904116"/>
                <a:gd name="connsiteY2" fmla="*/ 971539 h 971539"/>
                <a:gd name="connsiteX3" fmla="*/ 44410 w 904116"/>
                <a:gd name="connsiteY3" fmla="*/ 971539 h 971539"/>
                <a:gd name="connsiteX4" fmla="*/ 24 w 904116"/>
                <a:gd name="connsiteY4" fmla="*/ 927724 h 971539"/>
                <a:gd name="connsiteX5" fmla="*/ 7739 w 904116"/>
                <a:gd name="connsiteY5" fmla="*/ 808853 h 971539"/>
                <a:gd name="connsiteX6" fmla="*/ 50887 w 904116"/>
                <a:gd name="connsiteY6" fmla="*/ 774372 h 971539"/>
                <a:gd name="connsiteX7" fmla="*/ 408075 w 904116"/>
                <a:gd name="connsiteY7" fmla="*/ 417184 h 971539"/>
                <a:gd name="connsiteX8" fmla="*/ 264343 w 904116"/>
                <a:gd name="connsiteY8" fmla="*/ 131053 h 971539"/>
                <a:gd name="connsiteX9" fmla="*/ 255008 w 904116"/>
                <a:gd name="connsiteY9" fmla="*/ 80571 h 971539"/>
                <a:gd name="connsiteX10" fmla="*/ 295299 w 904116"/>
                <a:gd name="connsiteY10" fmla="*/ 18563 h 971539"/>
                <a:gd name="connsiteX11" fmla="*/ 355782 w 904116"/>
                <a:gd name="connsiteY11" fmla="*/ 8276 h 971539"/>
                <a:gd name="connsiteX12" fmla="*/ 886515 w 904116"/>
                <a:gd name="connsiteY12" fmla="*/ 393848 h 971539"/>
                <a:gd name="connsiteX13" fmla="*/ 897469 w 904116"/>
                <a:gd name="connsiteY13" fmla="*/ 451379 h 971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04116" h="971539">
                  <a:moveTo>
                    <a:pt x="897469" y="451379"/>
                  </a:moveTo>
                  <a:cubicBezTo>
                    <a:pt x="806124" y="595016"/>
                    <a:pt x="752213" y="760846"/>
                    <a:pt x="741545" y="930963"/>
                  </a:cubicBezTo>
                  <a:cubicBezTo>
                    <a:pt x="740116" y="953728"/>
                    <a:pt x="721352" y="971539"/>
                    <a:pt x="698778" y="971539"/>
                  </a:cubicBezTo>
                  <a:lnTo>
                    <a:pt x="44410" y="971539"/>
                  </a:lnTo>
                  <a:cubicBezTo>
                    <a:pt x="16883" y="971539"/>
                    <a:pt x="-738" y="950299"/>
                    <a:pt x="24" y="927724"/>
                  </a:cubicBezTo>
                  <a:cubicBezTo>
                    <a:pt x="1357" y="887624"/>
                    <a:pt x="3929" y="848000"/>
                    <a:pt x="7739" y="808853"/>
                  </a:cubicBezTo>
                  <a:cubicBezTo>
                    <a:pt x="9549" y="790183"/>
                    <a:pt x="23360" y="774372"/>
                    <a:pt x="50887" y="774372"/>
                  </a:cubicBezTo>
                  <a:cubicBezTo>
                    <a:pt x="247864" y="774372"/>
                    <a:pt x="408075" y="614162"/>
                    <a:pt x="408075" y="417184"/>
                  </a:cubicBezTo>
                  <a:cubicBezTo>
                    <a:pt x="408075" y="300122"/>
                    <a:pt x="351496" y="196109"/>
                    <a:pt x="264343" y="131053"/>
                  </a:cubicBezTo>
                  <a:cubicBezTo>
                    <a:pt x="248626" y="119242"/>
                    <a:pt x="244626" y="97335"/>
                    <a:pt x="255008" y="80571"/>
                  </a:cubicBezTo>
                  <a:cubicBezTo>
                    <a:pt x="267962" y="59806"/>
                    <a:pt x="281392" y="39137"/>
                    <a:pt x="295299" y="18563"/>
                  </a:cubicBezTo>
                  <a:cubicBezTo>
                    <a:pt x="308729" y="-1154"/>
                    <a:pt x="336066" y="-6107"/>
                    <a:pt x="355782" y="8276"/>
                  </a:cubicBezTo>
                  <a:lnTo>
                    <a:pt x="886515" y="393848"/>
                  </a:lnTo>
                  <a:cubicBezTo>
                    <a:pt x="904708" y="407088"/>
                    <a:pt x="909566" y="432424"/>
                    <a:pt x="897469" y="451379"/>
                  </a:cubicBezTo>
                  <a:close/>
                </a:path>
              </a:pathLst>
            </a:custGeom>
            <a:solidFill>
              <a:srgbClr val="B898D0"/>
            </a:solidFill>
            <a:ln w="9525" cap="flat">
              <a:noFill/>
              <a:prstDash val="solid"/>
              <a:miter/>
            </a:ln>
          </p:spPr>
          <p:txBody>
            <a:bodyPr rtlCol="0" anchor="ctr"/>
            <a:lstStyle/>
            <a:p>
              <a:endParaRPr lang="en-IN"/>
            </a:p>
          </p:txBody>
        </p:sp>
        <p:grpSp>
          <p:nvGrpSpPr>
            <p:cNvPr id="1249" name="Graphic 4">
              <a:extLst>
                <a:ext uri="{FF2B5EF4-FFF2-40B4-BE49-F238E27FC236}">
                  <a16:creationId xmlns:a16="http://schemas.microsoft.com/office/drawing/2014/main" id="{FB411EA7-A87A-3EBB-05CA-53D549701D45}"/>
                </a:ext>
              </a:extLst>
            </p:cNvPr>
            <p:cNvGrpSpPr/>
            <p:nvPr/>
          </p:nvGrpSpPr>
          <p:grpSpPr>
            <a:xfrm>
              <a:off x="3255886" y="5176230"/>
              <a:ext cx="913923" cy="913921"/>
              <a:chOff x="4184903" y="4008691"/>
              <a:chExt cx="657225" cy="657224"/>
            </a:xfrm>
            <a:solidFill>
              <a:srgbClr val="9464B8"/>
            </a:solidFill>
          </p:grpSpPr>
          <p:sp>
            <p:nvSpPr>
              <p:cNvPr id="1250" name="Freeform: Shape 1249">
                <a:extLst>
                  <a:ext uri="{FF2B5EF4-FFF2-40B4-BE49-F238E27FC236}">
                    <a16:creationId xmlns:a16="http://schemas.microsoft.com/office/drawing/2014/main" id="{12BD3C78-B65E-BBD0-83D7-ED8106D3DDEA}"/>
                  </a:ext>
                </a:extLst>
              </p:cNvPr>
              <p:cNvSpPr/>
              <p:nvPr/>
            </p:nvSpPr>
            <p:spPr>
              <a:xfrm>
                <a:off x="4184903" y="4008691"/>
                <a:ext cx="657225" cy="657224"/>
              </a:xfrm>
              <a:custGeom>
                <a:avLst/>
                <a:gdLst>
                  <a:gd name="connsiteX0" fmla="*/ 657225 w 657225"/>
                  <a:gd name="connsiteY0" fmla="*/ 328613 h 657224"/>
                  <a:gd name="connsiteX1" fmla="*/ 328613 w 657225"/>
                  <a:gd name="connsiteY1" fmla="*/ 657225 h 657224"/>
                  <a:gd name="connsiteX2" fmla="*/ 292894 w 657225"/>
                  <a:gd name="connsiteY2" fmla="*/ 655225 h 657224"/>
                  <a:gd name="connsiteX3" fmla="*/ 0 w 657225"/>
                  <a:gd name="connsiteY3" fmla="*/ 328613 h 657224"/>
                  <a:gd name="connsiteX4" fmla="*/ 328613 w 657225"/>
                  <a:gd name="connsiteY4" fmla="*/ 0 h 657224"/>
                  <a:gd name="connsiteX5" fmla="*/ 499396 w 657225"/>
                  <a:gd name="connsiteY5" fmla="*/ 47911 h 657224"/>
                  <a:gd name="connsiteX6" fmla="*/ 657225 w 657225"/>
                  <a:gd name="connsiteY6" fmla="*/ 328613 h 65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57224">
                    <a:moveTo>
                      <a:pt x="657225" y="328613"/>
                    </a:moveTo>
                    <a:cubicBezTo>
                      <a:pt x="657225" y="509873"/>
                      <a:pt x="509873" y="657225"/>
                      <a:pt x="328613" y="657225"/>
                    </a:cubicBezTo>
                    <a:cubicBezTo>
                      <a:pt x="316516" y="657225"/>
                      <a:pt x="304609" y="656558"/>
                      <a:pt x="292894" y="655225"/>
                    </a:cubicBezTo>
                    <a:cubicBezTo>
                      <a:pt x="128492" y="637413"/>
                      <a:pt x="0" y="497776"/>
                      <a:pt x="0" y="328613"/>
                    </a:cubicBezTo>
                    <a:cubicBezTo>
                      <a:pt x="0" y="147447"/>
                      <a:pt x="147447" y="0"/>
                      <a:pt x="328613" y="0"/>
                    </a:cubicBezTo>
                    <a:cubicBezTo>
                      <a:pt x="391192" y="0"/>
                      <a:pt x="449580" y="17526"/>
                      <a:pt x="499396" y="47911"/>
                    </a:cubicBezTo>
                    <a:cubicBezTo>
                      <a:pt x="593979" y="105728"/>
                      <a:pt x="657225" y="209931"/>
                      <a:pt x="657225" y="328613"/>
                    </a:cubicBezTo>
                    <a:close/>
                  </a:path>
                </a:pathLst>
              </a:custGeom>
              <a:grpFill/>
              <a:ln w="9525" cap="flat">
                <a:noFill/>
                <a:prstDash val="solid"/>
                <a:miter/>
              </a:ln>
            </p:spPr>
            <p:txBody>
              <a:bodyPr rtlCol="0" anchor="ctr"/>
              <a:lstStyle/>
              <a:p>
                <a:endParaRPr lang="en-IN"/>
              </a:p>
            </p:txBody>
          </p:sp>
          <p:sp>
            <p:nvSpPr>
              <p:cNvPr id="1251" name="Freeform: Shape 1250">
                <a:extLst>
                  <a:ext uri="{FF2B5EF4-FFF2-40B4-BE49-F238E27FC236}">
                    <a16:creationId xmlns:a16="http://schemas.microsoft.com/office/drawing/2014/main" id="{1436E994-1E21-3B3C-05EE-12A11917C365}"/>
                  </a:ext>
                </a:extLst>
              </p:cNvPr>
              <p:cNvSpPr/>
              <p:nvPr/>
            </p:nvSpPr>
            <p:spPr>
              <a:xfrm>
                <a:off x="4184903" y="4008691"/>
                <a:ext cx="657225" cy="657224"/>
              </a:xfrm>
              <a:custGeom>
                <a:avLst/>
                <a:gdLst>
                  <a:gd name="connsiteX0" fmla="*/ 657225 w 657225"/>
                  <a:gd name="connsiteY0" fmla="*/ 328613 h 657224"/>
                  <a:gd name="connsiteX1" fmla="*/ 328613 w 657225"/>
                  <a:gd name="connsiteY1" fmla="*/ 657225 h 657224"/>
                  <a:gd name="connsiteX2" fmla="*/ 292894 w 657225"/>
                  <a:gd name="connsiteY2" fmla="*/ 655225 h 657224"/>
                  <a:gd name="connsiteX3" fmla="*/ 0 w 657225"/>
                  <a:gd name="connsiteY3" fmla="*/ 328613 h 657224"/>
                  <a:gd name="connsiteX4" fmla="*/ 328613 w 657225"/>
                  <a:gd name="connsiteY4" fmla="*/ 0 h 657224"/>
                  <a:gd name="connsiteX5" fmla="*/ 499396 w 657225"/>
                  <a:gd name="connsiteY5" fmla="*/ 47911 h 657224"/>
                  <a:gd name="connsiteX6" fmla="*/ 657225 w 657225"/>
                  <a:gd name="connsiteY6" fmla="*/ 328613 h 65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57224">
                    <a:moveTo>
                      <a:pt x="657225" y="328613"/>
                    </a:moveTo>
                    <a:cubicBezTo>
                      <a:pt x="657225" y="509873"/>
                      <a:pt x="509873" y="657225"/>
                      <a:pt x="328613" y="657225"/>
                    </a:cubicBezTo>
                    <a:cubicBezTo>
                      <a:pt x="316516" y="657225"/>
                      <a:pt x="304609" y="656558"/>
                      <a:pt x="292894" y="655225"/>
                    </a:cubicBezTo>
                    <a:cubicBezTo>
                      <a:pt x="128492" y="637413"/>
                      <a:pt x="0" y="497776"/>
                      <a:pt x="0" y="328613"/>
                    </a:cubicBezTo>
                    <a:cubicBezTo>
                      <a:pt x="0" y="147447"/>
                      <a:pt x="147447" y="0"/>
                      <a:pt x="328613" y="0"/>
                    </a:cubicBezTo>
                    <a:cubicBezTo>
                      <a:pt x="391192" y="0"/>
                      <a:pt x="449580" y="17526"/>
                      <a:pt x="499396" y="47911"/>
                    </a:cubicBezTo>
                    <a:cubicBezTo>
                      <a:pt x="593979" y="105728"/>
                      <a:pt x="657225" y="209931"/>
                      <a:pt x="657225" y="328613"/>
                    </a:cubicBezTo>
                    <a:close/>
                  </a:path>
                </a:pathLst>
              </a:custGeom>
              <a:grpFill/>
              <a:ln w="9525" cap="flat">
                <a:noFill/>
                <a:prstDash val="solid"/>
                <a:miter/>
              </a:ln>
            </p:spPr>
            <p:txBody>
              <a:bodyPr rtlCol="0" anchor="ctr"/>
              <a:lstStyle/>
              <a:p>
                <a:endParaRPr lang="en-IN"/>
              </a:p>
            </p:txBody>
          </p:sp>
        </p:grpSp>
        <p:sp>
          <p:nvSpPr>
            <p:cNvPr id="1252" name="Freeform: Shape 1251">
              <a:extLst>
                <a:ext uri="{FF2B5EF4-FFF2-40B4-BE49-F238E27FC236}">
                  <a16:creationId xmlns:a16="http://schemas.microsoft.com/office/drawing/2014/main" id="{7F5B97F7-1040-4063-E006-A88AF50CBA3C}"/>
                </a:ext>
              </a:extLst>
            </p:cNvPr>
            <p:cNvSpPr/>
            <p:nvPr/>
          </p:nvSpPr>
          <p:spPr>
            <a:xfrm>
              <a:off x="3355888" y="5276231"/>
              <a:ext cx="713919" cy="713919"/>
            </a:xfrm>
            <a:custGeom>
              <a:avLst/>
              <a:gdLst>
                <a:gd name="connsiteX0" fmla="*/ 513398 w 513397"/>
                <a:gd name="connsiteY0" fmla="*/ 256699 h 513397"/>
                <a:gd name="connsiteX1" fmla="*/ 256699 w 513397"/>
                <a:gd name="connsiteY1" fmla="*/ 513397 h 513397"/>
                <a:gd name="connsiteX2" fmla="*/ 0 w 513397"/>
                <a:gd name="connsiteY2" fmla="*/ 256699 h 513397"/>
                <a:gd name="connsiteX3" fmla="*/ 256699 w 513397"/>
                <a:gd name="connsiteY3" fmla="*/ 0 h 513397"/>
                <a:gd name="connsiteX4" fmla="*/ 513398 w 513397"/>
                <a:gd name="connsiteY4" fmla="*/ 256699 h 51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397" h="513397">
                  <a:moveTo>
                    <a:pt x="513398" y="256699"/>
                  </a:moveTo>
                  <a:cubicBezTo>
                    <a:pt x="513398" y="398470"/>
                    <a:pt x="398470" y="513397"/>
                    <a:pt x="256699" y="513397"/>
                  </a:cubicBezTo>
                  <a:cubicBezTo>
                    <a:pt x="114928" y="513397"/>
                    <a:pt x="0" y="398470"/>
                    <a:pt x="0" y="256699"/>
                  </a:cubicBezTo>
                  <a:cubicBezTo>
                    <a:pt x="0" y="114928"/>
                    <a:pt x="114928" y="0"/>
                    <a:pt x="256699" y="0"/>
                  </a:cubicBezTo>
                  <a:cubicBezTo>
                    <a:pt x="398470" y="0"/>
                    <a:pt x="513398" y="114928"/>
                    <a:pt x="513398" y="256699"/>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54" name="Freeform: Shape 1253">
              <a:extLst>
                <a:ext uri="{FF2B5EF4-FFF2-40B4-BE49-F238E27FC236}">
                  <a16:creationId xmlns:a16="http://schemas.microsoft.com/office/drawing/2014/main" id="{25B8B7FA-0AB8-A49A-0333-683205D0C0EF}"/>
                </a:ext>
              </a:extLst>
            </p:cNvPr>
            <p:cNvSpPr/>
            <p:nvPr/>
          </p:nvSpPr>
          <p:spPr>
            <a:xfrm>
              <a:off x="4151073" y="4141809"/>
              <a:ext cx="1449091" cy="1416749"/>
            </a:xfrm>
            <a:custGeom>
              <a:avLst/>
              <a:gdLst>
                <a:gd name="connsiteX0" fmla="*/ 1015026 w 1042078"/>
                <a:gd name="connsiteY0" fmla="*/ 706445 h 1018820"/>
                <a:gd name="connsiteX1" fmla="*/ 606594 w 1042078"/>
                <a:gd name="connsiteY1" fmla="*/ 1003435 h 1018820"/>
                <a:gd name="connsiteX2" fmla="*/ 548492 w 1042078"/>
                <a:gd name="connsiteY2" fmla="*/ 1010674 h 1018820"/>
                <a:gd name="connsiteX3" fmla="*/ 17759 w 1042078"/>
                <a:gd name="connsiteY3" fmla="*/ 625006 h 1018820"/>
                <a:gd name="connsiteX4" fmla="*/ 10044 w 1042078"/>
                <a:gd name="connsiteY4" fmla="*/ 562808 h 1018820"/>
                <a:gd name="connsiteX5" fmla="*/ 80434 w 1042078"/>
                <a:gd name="connsiteY5" fmla="*/ 477845 h 1018820"/>
                <a:gd name="connsiteX6" fmla="*/ 133107 w 1042078"/>
                <a:gd name="connsiteY6" fmla="*/ 473368 h 1018820"/>
                <a:gd name="connsiteX7" fmla="*/ 358944 w 1042078"/>
                <a:gd name="connsiteY7" fmla="*/ 554140 h 1018820"/>
                <a:gd name="connsiteX8" fmla="*/ 715179 w 1042078"/>
                <a:gd name="connsiteY8" fmla="*/ 197905 h 1018820"/>
                <a:gd name="connsiteX9" fmla="*/ 693748 w 1042078"/>
                <a:gd name="connsiteY9" fmla="*/ 76271 h 1018820"/>
                <a:gd name="connsiteX10" fmla="*/ 715275 w 1042078"/>
                <a:gd name="connsiteY10" fmla="*/ 28170 h 1018820"/>
                <a:gd name="connsiteX11" fmla="*/ 782331 w 1042078"/>
                <a:gd name="connsiteY11" fmla="*/ 2452 h 1018820"/>
                <a:gd name="connsiteX12" fmla="*/ 837290 w 1042078"/>
                <a:gd name="connsiteY12" fmla="*/ 29694 h 1018820"/>
                <a:gd name="connsiteX13" fmla="*/ 1039982 w 1042078"/>
                <a:gd name="connsiteY13" fmla="*/ 653486 h 1018820"/>
                <a:gd name="connsiteX14" fmla="*/ 1015122 w 1042078"/>
                <a:gd name="connsiteY14" fmla="*/ 706445 h 1018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42078" h="1018820">
                  <a:moveTo>
                    <a:pt x="1015026" y="706445"/>
                  </a:moveTo>
                  <a:cubicBezTo>
                    <a:pt x="856911" y="769024"/>
                    <a:pt x="715656" y="871704"/>
                    <a:pt x="606594" y="1003435"/>
                  </a:cubicBezTo>
                  <a:cubicBezTo>
                    <a:pt x="592212" y="1020675"/>
                    <a:pt x="566780" y="1023913"/>
                    <a:pt x="548492" y="1010674"/>
                  </a:cubicBezTo>
                  <a:lnTo>
                    <a:pt x="17759" y="625006"/>
                  </a:lnTo>
                  <a:cubicBezTo>
                    <a:pt x="-1101" y="611290"/>
                    <a:pt x="-6911" y="584430"/>
                    <a:pt x="10044" y="562808"/>
                  </a:cubicBezTo>
                  <a:cubicBezTo>
                    <a:pt x="32904" y="533471"/>
                    <a:pt x="56335" y="505182"/>
                    <a:pt x="80434" y="477845"/>
                  </a:cubicBezTo>
                  <a:cubicBezTo>
                    <a:pt x="93959" y="462415"/>
                    <a:pt x="117295" y="460414"/>
                    <a:pt x="133107" y="473368"/>
                  </a:cubicBezTo>
                  <a:cubicBezTo>
                    <a:pt x="194638" y="523851"/>
                    <a:pt x="273219" y="554140"/>
                    <a:pt x="358944" y="554140"/>
                  </a:cubicBezTo>
                  <a:cubicBezTo>
                    <a:pt x="555350" y="554140"/>
                    <a:pt x="715179" y="394406"/>
                    <a:pt x="715179" y="197905"/>
                  </a:cubicBezTo>
                  <a:cubicBezTo>
                    <a:pt x="715179" y="155233"/>
                    <a:pt x="707655" y="114276"/>
                    <a:pt x="693748" y="76271"/>
                  </a:cubicBezTo>
                  <a:cubicBezTo>
                    <a:pt x="686700" y="57126"/>
                    <a:pt x="696320" y="35885"/>
                    <a:pt x="715275" y="28170"/>
                  </a:cubicBezTo>
                  <a:cubicBezTo>
                    <a:pt x="737373" y="19216"/>
                    <a:pt x="759756" y="10644"/>
                    <a:pt x="782331" y="2452"/>
                  </a:cubicBezTo>
                  <a:cubicBezTo>
                    <a:pt x="806238" y="-5835"/>
                    <a:pt x="830146" y="7786"/>
                    <a:pt x="837290" y="29694"/>
                  </a:cubicBezTo>
                  <a:lnTo>
                    <a:pt x="1039982" y="653486"/>
                  </a:lnTo>
                  <a:cubicBezTo>
                    <a:pt x="1046935" y="674917"/>
                    <a:pt x="1036077" y="698158"/>
                    <a:pt x="1015122" y="706445"/>
                  </a:cubicBezTo>
                  <a:close/>
                </a:path>
              </a:pathLst>
            </a:custGeom>
            <a:solidFill>
              <a:srgbClr val="7D95BE"/>
            </a:solidFill>
            <a:ln w="9525" cap="flat">
              <a:noFill/>
              <a:prstDash val="solid"/>
              <a:miter/>
            </a:ln>
          </p:spPr>
          <p:txBody>
            <a:bodyPr rtlCol="0" anchor="ctr"/>
            <a:lstStyle/>
            <a:p>
              <a:endParaRPr lang="en-IN"/>
            </a:p>
          </p:txBody>
        </p:sp>
        <p:grpSp>
          <p:nvGrpSpPr>
            <p:cNvPr id="1255" name="Graphic 4">
              <a:extLst>
                <a:ext uri="{FF2B5EF4-FFF2-40B4-BE49-F238E27FC236}">
                  <a16:creationId xmlns:a16="http://schemas.microsoft.com/office/drawing/2014/main" id="{77C272F9-EB7D-8AD2-33A9-57D49D3AACF5}"/>
                </a:ext>
              </a:extLst>
            </p:cNvPr>
            <p:cNvGrpSpPr/>
            <p:nvPr/>
          </p:nvGrpSpPr>
          <p:grpSpPr>
            <a:xfrm>
              <a:off x="4194312" y="3961374"/>
              <a:ext cx="911405" cy="911274"/>
              <a:chOff x="4859749" y="3135057"/>
              <a:chExt cx="655415" cy="655320"/>
            </a:xfrm>
            <a:solidFill>
              <a:srgbClr val="496AA4"/>
            </a:solidFill>
          </p:grpSpPr>
          <p:sp>
            <p:nvSpPr>
              <p:cNvPr id="1256" name="Freeform: Shape 1255">
                <a:extLst>
                  <a:ext uri="{FF2B5EF4-FFF2-40B4-BE49-F238E27FC236}">
                    <a16:creationId xmlns:a16="http://schemas.microsoft.com/office/drawing/2014/main" id="{C63C027D-46CB-0DC3-7DB6-D975505AE8BB}"/>
                  </a:ext>
                </a:extLst>
              </p:cNvPr>
              <p:cNvSpPr/>
              <p:nvPr/>
            </p:nvSpPr>
            <p:spPr>
              <a:xfrm>
                <a:off x="4859749" y="3135057"/>
                <a:ext cx="655415" cy="655320"/>
              </a:xfrm>
              <a:custGeom>
                <a:avLst/>
                <a:gdLst>
                  <a:gd name="connsiteX0" fmla="*/ 655415 w 655415"/>
                  <a:gd name="connsiteY0" fmla="*/ 327660 h 655320"/>
                  <a:gd name="connsiteX1" fmla="*/ 327755 w 655415"/>
                  <a:gd name="connsiteY1" fmla="*/ 655320 h 655320"/>
                  <a:gd name="connsiteX2" fmla="*/ 94774 w 655415"/>
                  <a:gd name="connsiteY2" fmla="*/ 557879 h 655320"/>
                  <a:gd name="connsiteX3" fmla="*/ 0 w 655415"/>
                  <a:gd name="connsiteY3" fmla="*/ 327660 h 655320"/>
                  <a:gd name="connsiteX4" fmla="*/ 327755 w 655415"/>
                  <a:gd name="connsiteY4" fmla="*/ 0 h 655320"/>
                  <a:gd name="connsiteX5" fmla="*/ 622363 w 655415"/>
                  <a:gd name="connsiteY5" fmla="*/ 184309 h 655320"/>
                  <a:gd name="connsiteX6" fmla="*/ 655415 w 655415"/>
                  <a:gd name="connsiteY6" fmla="*/ 32766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415" h="655320">
                    <a:moveTo>
                      <a:pt x="655415" y="327660"/>
                    </a:moveTo>
                    <a:cubicBezTo>
                      <a:pt x="655415" y="508349"/>
                      <a:pt x="508444" y="655320"/>
                      <a:pt x="327755" y="655320"/>
                    </a:cubicBezTo>
                    <a:cubicBezTo>
                      <a:pt x="236696" y="655320"/>
                      <a:pt x="154210" y="618077"/>
                      <a:pt x="94774" y="557879"/>
                    </a:cubicBezTo>
                    <a:cubicBezTo>
                      <a:pt x="36195" y="498634"/>
                      <a:pt x="0" y="417290"/>
                      <a:pt x="0" y="327660"/>
                    </a:cubicBezTo>
                    <a:cubicBezTo>
                      <a:pt x="0" y="146971"/>
                      <a:pt x="147066" y="0"/>
                      <a:pt x="327755" y="0"/>
                    </a:cubicBezTo>
                    <a:cubicBezTo>
                      <a:pt x="457009" y="0"/>
                      <a:pt x="569119" y="75247"/>
                      <a:pt x="622363" y="184309"/>
                    </a:cubicBezTo>
                    <a:cubicBezTo>
                      <a:pt x="643509" y="227647"/>
                      <a:pt x="655415" y="276320"/>
                      <a:pt x="655415" y="327660"/>
                    </a:cubicBezTo>
                    <a:close/>
                  </a:path>
                </a:pathLst>
              </a:custGeom>
              <a:grpFill/>
              <a:ln w="9525" cap="flat">
                <a:noFill/>
                <a:prstDash val="solid"/>
                <a:miter/>
              </a:ln>
            </p:spPr>
            <p:txBody>
              <a:bodyPr rtlCol="0" anchor="ctr"/>
              <a:lstStyle/>
              <a:p>
                <a:endParaRPr lang="en-IN"/>
              </a:p>
            </p:txBody>
          </p:sp>
          <p:sp>
            <p:nvSpPr>
              <p:cNvPr id="1257" name="Freeform: Shape 1256">
                <a:extLst>
                  <a:ext uri="{FF2B5EF4-FFF2-40B4-BE49-F238E27FC236}">
                    <a16:creationId xmlns:a16="http://schemas.microsoft.com/office/drawing/2014/main" id="{C14DE5C6-BAD1-DCE9-1A60-3530C056F5AE}"/>
                  </a:ext>
                </a:extLst>
              </p:cNvPr>
              <p:cNvSpPr/>
              <p:nvPr/>
            </p:nvSpPr>
            <p:spPr>
              <a:xfrm>
                <a:off x="4859749" y="3135057"/>
                <a:ext cx="655415" cy="655320"/>
              </a:xfrm>
              <a:custGeom>
                <a:avLst/>
                <a:gdLst>
                  <a:gd name="connsiteX0" fmla="*/ 655415 w 655415"/>
                  <a:gd name="connsiteY0" fmla="*/ 327660 h 655320"/>
                  <a:gd name="connsiteX1" fmla="*/ 327755 w 655415"/>
                  <a:gd name="connsiteY1" fmla="*/ 655320 h 655320"/>
                  <a:gd name="connsiteX2" fmla="*/ 94774 w 655415"/>
                  <a:gd name="connsiteY2" fmla="*/ 557879 h 655320"/>
                  <a:gd name="connsiteX3" fmla="*/ 0 w 655415"/>
                  <a:gd name="connsiteY3" fmla="*/ 327660 h 655320"/>
                  <a:gd name="connsiteX4" fmla="*/ 327755 w 655415"/>
                  <a:gd name="connsiteY4" fmla="*/ 0 h 655320"/>
                  <a:gd name="connsiteX5" fmla="*/ 622363 w 655415"/>
                  <a:gd name="connsiteY5" fmla="*/ 184309 h 655320"/>
                  <a:gd name="connsiteX6" fmla="*/ 655415 w 655415"/>
                  <a:gd name="connsiteY6" fmla="*/ 327660 h 655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5415" h="655320">
                    <a:moveTo>
                      <a:pt x="655415" y="327660"/>
                    </a:moveTo>
                    <a:cubicBezTo>
                      <a:pt x="655415" y="508349"/>
                      <a:pt x="508444" y="655320"/>
                      <a:pt x="327755" y="655320"/>
                    </a:cubicBezTo>
                    <a:cubicBezTo>
                      <a:pt x="236696" y="655320"/>
                      <a:pt x="154210" y="618077"/>
                      <a:pt x="94774" y="557879"/>
                    </a:cubicBezTo>
                    <a:cubicBezTo>
                      <a:pt x="36195" y="498634"/>
                      <a:pt x="0" y="417290"/>
                      <a:pt x="0" y="327660"/>
                    </a:cubicBezTo>
                    <a:cubicBezTo>
                      <a:pt x="0" y="146971"/>
                      <a:pt x="147066" y="0"/>
                      <a:pt x="327755" y="0"/>
                    </a:cubicBezTo>
                    <a:cubicBezTo>
                      <a:pt x="457009" y="0"/>
                      <a:pt x="569119" y="75247"/>
                      <a:pt x="622363" y="184309"/>
                    </a:cubicBezTo>
                    <a:cubicBezTo>
                      <a:pt x="643509" y="227647"/>
                      <a:pt x="655415" y="276320"/>
                      <a:pt x="655415" y="327660"/>
                    </a:cubicBezTo>
                    <a:close/>
                  </a:path>
                </a:pathLst>
              </a:custGeom>
              <a:grpFill/>
              <a:ln w="9525" cap="flat">
                <a:noFill/>
                <a:prstDash val="solid"/>
                <a:miter/>
              </a:ln>
            </p:spPr>
            <p:txBody>
              <a:bodyPr rtlCol="0" anchor="ctr"/>
              <a:lstStyle/>
              <a:p>
                <a:endParaRPr lang="en-IN"/>
              </a:p>
            </p:txBody>
          </p:sp>
        </p:grpSp>
        <p:sp>
          <p:nvSpPr>
            <p:cNvPr id="1258" name="Freeform: Shape 1257">
              <a:extLst>
                <a:ext uri="{FF2B5EF4-FFF2-40B4-BE49-F238E27FC236}">
                  <a16:creationId xmlns:a16="http://schemas.microsoft.com/office/drawing/2014/main" id="{81AEDBA3-8523-B5AE-6FFC-A332E827C8FA}"/>
                </a:ext>
              </a:extLst>
            </p:cNvPr>
            <p:cNvSpPr/>
            <p:nvPr/>
          </p:nvSpPr>
          <p:spPr>
            <a:xfrm rot="20803200">
              <a:off x="4293056" y="4060233"/>
              <a:ext cx="713919" cy="713919"/>
            </a:xfrm>
            <a:custGeom>
              <a:avLst/>
              <a:gdLst>
                <a:gd name="connsiteX0" fmla="*/ 513398 w 513397"/>
                <a:gd name="connsiteY0" fmla="*/ 256699 h 513397"/>
                <a:gd name="connsiteX1" fmla="*/ 256699 w 513397"/>
                <a:gd name="connsiteY1" fmla="*/ 513397 h 513397"/>
                <a:gd name="connsiteX2" fmla="*/ 0 w 513397"/>
                <a:gd name="connsiteY2" fmla="*/ 256699 h 513397"/>
                <a:gd name="connsiteX3" fmla="*/ 256699 w 513397"/>
                <a:gd name="connsiteY3" fmla="*/ 0 h 513397"/>
                <a:gd name="connsiteX4" fmla="*/ 513398 w 513397"/>
                <a:gd name="connsiteY4" fmla="*/ 256699 h 5133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397" h="513397">
                  <a:moveTo>
                    <a:pt x="513398" y="256699"/>
                  </a:moveTo>
                  <a:cubicBezTo>
                    <a:pt x="513398" y="398470"/>
                    <a:pt x="398470" y="513397"/>
                    <a:pt x="256699" y="513397"/>
                  </a:cubicBezTo>
                  <a:cubicBezTo>
                    <a:pt x="114928" y="513397"/>
                    <a:pt x="0" y="398469"/>
                    <a:pt x="0" y="256699"/>
                  </a:cubicBezTo>
                  <a:cubicBezTo>
                    <a:pt x="0" y="114928"/>
                    <a:pt x="114928" y="0"/>
                    <a:pt x="256699" y="0"/>
                  </a:cubicBezTo>
                  <a:cubicBezTo>
                    <a:pt x="398469" y="0"/>
                    <a:pt x="513398" y="114928"/>
                    <a:pt x="513398" y="256699"/>
                  </a:cubicBezTo>
                  <a:close/>
                </a:path>
              </a:pathLst>
            </a:custGeom>
            <a:solidFill>
              <a:srgbClr val="FFFFFF"/>
            </a:solidFill>
            <a:ln w="9525" cap="flat">
              <a:noFill/>
              <a:prstDash val="solid"/>
              <a:miter/>
            </a:ln>
            <a:effectLst>
              <a:outerShdw blurRad="190500" dist="38100" dir="5400000" rotWithShape="0">
                <a:srgbClr val="43515C">
                  <a:alpha val="20000"/>
                </a:srgbClr>
              </a:outerShdw>
            </a:effectLst>
          </p:spPr>
          <p:txBody>
            <a:bodyPr rtlCol="0" anchor="ctr"/>
            <a:lstStyle/>
            <a:p>
              <a:endParaRPr lang="en-IN"/>
            </a:p>
          </p:txBody>
        </p:sp>
        <p:sp>
          <p:nvSpPr>
            <p:cNvPr id="1261" name="Freeform: Shape 1260">
              <a:extLst>
                <a:ext uri="{FF2B5EF4-FFF2-40B4-BE49-F238E27FC236}">
                  <a16:creationId xmlns:a16="http://schemas.microsoft.com/office/drawing/2014/main" id="{B8BA07EE-15A2-70ED-EDCB-668B2CB93AB4}"/>
                </a:ext>
              </a:extLst>
            </p:cNvPr>
            <p:cNvSpPr/>
            <p:nvPr/>
          </p:nvSpPr>
          <p:spPr>
            <a:xfrm>
              <a:off x="6955949" y="5797166"/>
              <a:ext cx="314144" cy="626102"/>
            </a:xfrm>
            <a:custGeom>
              <a:avLst/>
              <a:gdLst>
                <a:gd name="connsiteX0" fmla="*/ 225838 w 225909"/>
                <a:gd name="connsiteY0" fmla="*/ 388049 h 450246"/>
                <a:gd name="connsiteX1" fmla="*/ 94297 w 225909"/>
                <a:gd name="connsiteY1" fmla="*/ 0 h 450246"/>
                <a:gd name="connsiteX2" fmla="*/ 0 w 225909"/>
                <a:gd name="connsiteY2" fmla="*/ 64484 h 450246"/>
                <a:gd name="connsiteX3" fmla="*/ 111919 w 225909"/>
                <a:gd name="connsiteY3" fmla="*/ 398526 h 450246"/>
                <a:gd name="connsiteX4" fmla="*/ 168783 w 225909"/>
                <a:gd name="connsiteY4" fmla="*/ 450247 h 450246"/>
                <a:gd name="connsiteX5" fmla="*/ 225743 w 225909"/>
                <a:gd name="connsiteY5" fmla="*/ 388144 h 450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5909" h="450246">
                  <a:moveTo>
                    <a:pt x="225838" y="388049"/>
                  </a:moveTo>
                  <a:cubicBezTo>
                    <a:pt x="215360" y="247460"/>
                    <a:pt x="172117" y="120110"/>
                    <a:pt x="94297" y="0"/>
                  </a:cubicBezTo>
                  <a:cubicBezTo>
                    <a:pt x="88773" y="44768"/>
                    <a:pt x="45149" y="75819"/>
                    <a:pt x="0" y="64484"/>
                  </a:cubicBezTo>
                  <a:cubicBezTo>
                    <a:pt x="63627" y="165068"/>
                    <a:pt x="102203" y="279559"/>
                    <a:pt x="111919" y="398526"/>
                  </a:cubicBezTo>
                  <a:cubicBezTo>
                    <a:pt x="114300" y="427482"/>
                    <a:pt x="139255" y="450247"/>
                    <a:pt x="168783" y="450247"/>
                  </a:cubicBezTo>
                  <a:cubicBezTo>
                    <a:pt x="202883" y="450247"/>
                    <a:pt x="228219" y="420910"/>
                    <a:pt x="225743" y="388144"/>
                  </a:cubicBezTo>
                  <a:close/>
                </a:path>
              </a:pathLst>
            </a:custGeom>
            <a:solidFill>
              <a:srgbClr val="9A8DC8"/>
            </a:solidFill>
            <a:ln w="9525" cap="flat">
              <a:noFill/>
              <a:prstDash val="solid"/>
              <a:miter/>
            </a:ln>
          </p:spPr>
          <p:txBody>
            <a:bodyPr rtlCol="0" anchor="ctr"/>
            <a:lstStyle/>
            <a:p>
              <a:endParaRPr lang="en-IN"/>
            </a:p>
          </p:txBody>
        </p:sp>
        <p:sp>
          <p:nvSpPr>
            <p:cNvPr id="1262" name="Freeform: Shape 1261">
              <a:extLst>
                <a:ext uri="{FF2B5EF4-FFF2-40B4-BE49-F238E27FC236}">
                  <a16:creationId xmlns:a16="http://schemas.microsoft.com/office/drawing/2014/main" id="{CE7DF1FA-4908-02A7-FD6A-A8C8AFF18CF2}"/>
                </a:ext>
              </a:extLst>
            </p:cNvPr>
            <p:cNvSpPr/>
            <p:nvPr/>
          </p:nvSpPr>
          <p:spPr>
            <a:xfrm>
              <a:off x="6466669" y="5330405"/>
              <a:ext cx="594831" cy="533120"/>
            </a:xfrm>
            <a:custGeom>
              <a:avLst/>
              <a:gdLst>
                <a:gd name="connsiteX0" fmla="*/ 322040 w 427758"/>
                <a:gd name="connsiteY0" fmla="*/ 356426 h 383380"/>
                <a:gd name="connsiteX1" fmla="*/ 398336 w 427758"/>
                <a:gd name="connsiteY1" fmla="*/ 376238 h 383380"/>
                <a:gd name="connsiteX2" fmla="*/ 417195 w 427758"/>
                <a:gd name="connsiteY2" fmla="*/ 293180 h 383380"/>
                <a:gd name="connsiteX3" fmla="*/ 38291 w 427758"/>
                <a:gd name="connsiteY3" fmla="*/ 0 h 383380"/>
                <a:gd name="connsiteX4" fmla="*/ 0 w 427758"/>
                <a:gd name="connsiteY4" fmla="*/ 107537 h 383380"/>
                <a:gd name="connsiteX5" fmla="*/ 322136 w 427758"/>
                <a:gd name="connsiteY5" fmla="*/ 356426 h 383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27758" h="383380">
                  <a:moveTo>
                    <a:pt x="322040" y="356426"/>
                  </a:moveTo>
                  <a:cubicBezTo>
                    <a:pt x="339566" y="383667"/>
                    <a:pt x="373094" y="390239"/>
                    <a:pt x="398336" y="376238"/>
                  </a:cubicBezTo>
                  <a:cubicBezTo>
                    <a:pt x="428625" y="359378"/>
                    <a:pt x="436626" y="320326"/>
                    <a:pt x="417195" y="293180"/>
                  </a:cubicBezTo>
                  <a:cubicBezTo>
                    <a:pt x="316040" y="153924"/>
                    <a:pt x="194691" y="59912"/>
                    <a:pt x="38291" y="0"/>
                  </a:cubicBezTo>
                  <a:cubicBezTo>
                    <a:pt x="61151" y="40862"/>
                    <a:pt x="42101" y="90868"/>
                    <a:pt x="0" y="107537"/>
                  </a:cubicBezTo>
                  <a:cubicBezTo>
                    <a:pt x="128492" y="158591"/>
                    <a:pt x="239268" y="243840"/>
                    <a:pt x="322136" y="356426"/>
                  </a:cubicBezTo>
                  <a:close/>
                </a:path>
              </a:pathLst>
            </a:custGeom>
            <a:solidFill>
              <a:srgbClr val="60A6D8"/>
            </a:solidFill>
            <a:ln w="9525" cap="flat">
              <a:noFill/>
              <a:prstDash val="solid"/>
              <a:miter/>
            </a:ln>
          </p:spPr>
          <p:txBody>
            <a:bodyPr rtlCol="0" anchor="ctr"/>
            <a:lstStyle/>
            <a:p>
              <a:endParaRPr lang="en-IN"/>
            </a:p>
          </p:txBody>
        </p:sp>
        <p:sp>
          <p:nvSpPr>
            <p:cNvPr id="1263" name="Freeform: Shape 1262">
              <a:extLst>
                <a:ext uri="{FF2B5EF4-FFF2-40B4-BE49-F238E27FC236}">
                  <a16:creationId xmlns:a16="http://schemas.microsoft.com/office/drawing/2014/main" id="{F971646A-E350-00CB-3E62-679F3250F4AF}"/>
                </a:ext>
              </a:extLst>
            </p:cNvPr>
            <p:cNvSpPr/>
            <p:nvPr/>
          </p:nvSpPr>
          <p:spPr>
            <a:xfrm>
              <a:off x="5788380" y="5245616"/>
              <a:ext cx="718422" cy="215399"/>
            </a:xfrm>
            <a:custGeom>
              <a:avLst/>
              <a:gdLst>
                <a:gd name="connsiteX0" fmla="*/ 441770 w 516635"/>
                <a:gd name="connsiteY0" fmla="*/ 151842 h 154899"/>
                <a:gd name="connsiteX1" fmla="*/ 516636 w 516635"/>
                <a:gd name="connsiteY1" fmla="*/ 97931 h 154899"/>
                <a:gd name="connsiteX2" fmla="*/ 476250 w 516635"/>
                <a:gd name="connsiteY2" fmla="*/ 43448 h 154899"/>
                <a:gd name="connsiteX3" fmla="*/ 0 w 516635"/>
                <a:gd name="connsiteY3" fmla="*/ 29065 h 154899"/>
                <a:gd name="connsiteX4" fmla="*/ 32004 w 516635"/>
                <a:gd name="connsiteY4" fmla="*/ 138698 h 154899"/>
                <a:gd name="connsiteX5" fmla="*/ 213741 w 516635"/>
                <a:gd name="connsiteY5" fmla="*/ 116123 h 154899"/>
                <a:gd name="connsiteX6" fmla="*/ 441770 w 516635"/>
                <a:gd name="connsiteY6" fmla="*/ 151937 h 15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6635" h="154899">
                  <a:moveTo>
                    <a:pt x="441770" y="151842"/>
                  </a:moveTo>
                  <a:cubicBezTo>
                    <a:pt x="477203" y="164225"/>
                    <a:pt x="516636" y="137555"/>
                    <a:pt x="516636" y="97931"/>
                  </a:cubicBezTo>
                  <a:cubicBezTo>
                    <a:pt x="516636" y="75261"/>
                    <a:pt x="503777" y="53258"/>
                    <a:pt x="476250" y="43448"/>
                  </a:cubicBezTo>
                  <a:cubicBezTo>
                    <a:pt x="313754" y="-9226"/>
                    <a:pt x="160972" y="-13988"/>
                    <a:pt x="0" y="29065"/>
                  </a:cubicBezTo>
                  <a:cubicBezTo>
                    <a:pt x="41338" y="48305"/>
                    <a:pt x="57150" y="99359"/>
                    <a:pt x="32004" y="138698"/>
                  </a:cubicBezTo>
                  <a:cubicBezTo>
                    <a:pt x="91154" y="123743"/>
                    <a:pt x="152019" y="116123"/>
                    <a:pt x="213741" y="116123"/>
                  </a:cubicBezTo>
                  <a:cubicBezTo>
                    <a:pt x="291751" y="116123"/>
                    <a:pt x="368427" y="128125"/>
                    <a:pt x="441770" y="151937"/>
                  </a:cubicBezTo>
                  <a:close/>
                </a:path>
              </a:pathLst>
            </a:custGeom>
            <a:solidFill>
              <a:srgbClr val="7E68A4"/>
            </a:solidFill>
            <a:ln w="9525" cap="flat">
              <a:noFill/>
              <a:prstDash val="solid"/>
              <a:miter/>
            </a:ln>
          </p:spPr>
          <p:txBody>
            <a:bodyPr rtlCol="0" anchor="ctr"/>
            <a:lstStyle/>
            <a:p>
              <a:endParaRPr lang="en-IN"/>
            </a:p>
          </p:txBody>
        </p:sp>
        <p:sp>
          <p:nvSpPr>
            <p:cNvPr id="1264" name="Freeform: Shape 1263">
              <a:extLst>
                <a:ext uri="{FF2B5EF4-FFF2-40B4-BE49-F238E27FC236}">
                  <a16:creationId xmlns:a16="http://schemas.microsoft.com/office/drawing/2014/main" id="{CEAA5AD6-1724-5909-A724-659CBD6B4792}"/>
                </a:ext>
              </a:extLst>
            </p:cNvPr>
            <p:cNvSpPr/>
            <p:nvPr/>
          </p:nvSpPr>
          <p:spPr>
            <a:xfrm>
              <a:off x="5169031" y="5303242"/>
              <a:ext cx="654363" cy="475382"/>
            </a:xfrm>
            <a:custGeom>
              <a:avLst/>
              <a:gdLst>
                <a:gd name="connsiteX0" fmla="*/ 426530 w 470569"/>
                <a:gd name="connsiteY0" fmla="*/ 111926 h 341859"/>
                <a:gd name="connsiteX1" fmla="*/ 466154 w 470569"/>
                <a:gd name="connsiteY1" fmla="*/ 34774 h 341859"/>
                <a:gd name="connsiteX2" fmla="*/ 387287 w 470569"/>
                <a:gd name="connsiteY2" fmla="*/ 4865 h 341859"/>
                <a:gd name="connsiteX3" fmla="*/ 0 w 470569"/>
                <a:gd name="connsiteY3" fmla="*/ 271184 h 341859"/>
                <a:gd name="connsiteX4" fmla="*/ 89726 w 470569"/>
                <a:gd name="connsiteY4" fmla="*/ 339288 h 341859"/>
                <a:gd name="connsiteX5" fmla="*/ 89726 w 470569"/>
                <a:gd name="connsiteY5" fmla="*/ 341860 h 341859"/>
                <a:gd name="connsiteX6" fmla="*/ 426434 w 470569"/>
                <a:gd name="connsiteY6" fmla="*/ 111831 h 341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569" h="341859">
                  <a:moveTo>
                    <a:pt x="426530" y="111926"/>
                  </a:moveTo>
                  <a:cubicBezTo>
                    <a:pt x="471392" y="96877"/>
                    <a:pt x="476250" y="59158"/>
                    <a:pt x="466154" y="34774"/>
                  </a:cubicBezTo>
                  <a:cubicBezTo>
                    <a:pt x="455009" y="7818"/>
                    <a:pt x="426434" y="-8755"/>
                    <a:pt x="387287" y="4865"/>
                  </a:cubicBezTo>
                  <a:cubicBezTo>
                    <a:pt x="227838" y="58110"/>
                    <a:pt x="103537" y="143454"/>
                    <a:pt x="0" y="271184"/>
                  </a:cubicBezTo>
                  <a:cubicBezTo>
                    <a:pt x="47435" y="262231"/>
                    <a:pt x="86296" y="297854"/>
                    <a:pt x="89726" y="339288"/>
                  </a:cubicBezTo>
                  <a:cubicBezTo>
                    <a:pt x="89726" y="340145"/>
                    <a:pt x="89726" y="341003"/>
                    <a:pt x="89726" y="341860"/>
                  </a:cubicBezTo>
                  <a:cubicBezTo>
                    <a:pt x="178499" y="234799"/>
                    <a:pt x="293942" y="155646"/>
                    <a:pt x="426434" y="111831"/>
                  </a:cubicBezTo>
                  <a:close/>
                </a:path>
              </a:pathLst>
            </a:custGeom>
            <a:solidFill>
              <a:srgbClr val="7D95BE"/>
            </a:solidFill>
            <a:ln w="9525" cap="flat">
              <a:noFill/>
              <a:prstDash val="solid"/>
              <a:miter/>
            </a:ln>
          </p:spPr>
          <p:txBody>
            <a:bodyPr rtlCol="0" anchor="ctr"/>
            <a:lstStyle/>
            <a:p>
              <a:endParaRPr lang="en-IN"/>
            </a:p>
          </p:txBody>
        </p:sp>
        <p:sp>
          <p:nvSpPr>
            <p:cNvPr id="1265" name="Freeform: Shape 1264">
              <a:extLst>
                <a:ext uri="{FF2B5EF4-FFF2-40B4-BE49-F238E27FC236}">
                  <a16:creationId xmlns:a16="http://schemas.microsoft.com/office/drawing/2014/main" id="{6C370A70-FED8-6B92-B342-E7B52ED7C43D}"/>
                </a:ext>
              </a:extLst>
            </p:cNvPr>
            <p:cNvSpPr/>
            <p:nvPr/>
          </p:nvSpPr>
          <p:spPr>
            <a:xfrm>
              <a:off x="4901245" y="5704067"/>
              <a:ext cx="365925" cy="718937"/>
            </a:xfrm>
            <a:custGeom>
              <a:avLst/>
              <a:gdLst>
                <a:gd name="connsiteX0" fmla="*/ 247055 w 263146"/>
                <a:gd name="connsiteY0" fmla="*/ 99526 h 517006"/>
                <a:gd name="connsiteX1" fmla="*/ 247055 w 263146"/>
                <a:gd name="connsiteY1" fmla="*/ 99526 h 517006"/>
                <a:gd name="connsiteX2" fmla="*/ 235434 w 263146"/>
                <a:gd name="connsiteY2" fmla="*/ 8276 h 517006"/>
                <a:gd name="connsiteX3" fmla="*/ 155615 w 263146"/>
                <a:gd name="connsiteY3" fmla="*/ 31613 h 517006"/>
                <a:gd name="connsiteX4" fmla="*/ 167 w 263146"/>
                <a:gd name="connsiteY4" fmla="*/ 454999 h 517006"/>
                <a:gd name="connsiteX5" fmla="*/ 57126 w 263146"/>
                <a:gd name="connsiteY5" fmla="*/ 517007 h 517006"/>
                <a:gd name="connsiteX6" fmla="*/ 113991 w 263146"/>
                <a:gd name="connsiteY6" fmla="*/ 465286 h 517006"/>
                <a:gd name="connsiteX7" fmla="*/ 247150 w 263146"/>
                <a:gd name="connsiteY7" fmla="*/ 99431 h 517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146" h="517006">
                  <a:moveTo>
                    <a:pt x="247055" y="99526"/>
                  </a:moveTo>
                  <a:lnTo>
                    <a:pt x="247055" y="99526"/>
                  </a:lnTo>
                  <a:cubicBezTo>
                    <a:pt x="276583" y="56092"/>
                    <a:pt x="261152" y="23612"/>
                    <a:pt x="235434" y="8276"/>
                  </a:cubicBezTo>
                  <a:cubicBezTo>
                    <a:pt x="210289" y="-6678"/>
                    <a:pt x="180190" y="-2773"/>
                    <a:pt x="155615" y="31613"/>
                  </a:cubicBezTo>
                  <a:cubicBezTo>
                    <a:pt x="62556" y="161915"/>
                    <a:pt x="11692" y="300408"/>
                    <a:pt x="167" y="454999"/>
                  </a:cubicBezTo>
                  <a:cubicBezTo>
                    <a:pt x="-2309" y="487765"/>
                    <a:pt x="23027" y="517007"/>
                    <a:pt x="57126" y="517007"/>
                  </a:cubicBezTo>
                  <a:cubicBezTo>
                    <a:pt x="86654" y="517007"/>
                    <a:pt x="111609" y="494337"/>
                    <a:pt x="113991" y="465286"/>
                  </a:cubicBezTo>
                  <a:cubicBezTo>
                    <a:pt x="124754" y="333650"/>
                    <a:pt x="170760" y="207349"/>
                    <a:pt x="247150" y="99431"/>
                  </a:cubicBezTo>
                  <a:close/>
                </a:path>
              </a:pathLst>
            </a:custGeom>
            <a:solidFill>
              <a:srgbClr val="B898D0"/>
            </a:solidFill>
            <a:ln w="9525" cap="flat">
              <a:noFill/>
              <a:prstDash val="solid"/>
              <a:miter/>
            </a:ln>
          </p:spPr>
          <p:txBody>
            <a:bodyPr rtlCol="0" anchor="ctr"/>
            <a:lstStyle/>
            <a:p>
              <a:endParaRPr lang="en-IN"/>
            </a:p>
          </p:txBody>
        </p:sp>
        <p:grpSp>
          <p:nvGrpSpPr>
            <p:cNvPr id="1268" name="Group 1267">
              <a:extLst>
                <a:ext uri="{FF2B5EF4-FFF2-40B4-BE49-F238E27FC236}">
                  <a16:creationId xmlns:a16="http://schemas.microsoft.com/office/drawing/2014/main" id="{4B1B310E-456E-FF6C-F153-8E28BB881AF5}"/>
                </a:ext>
              </a:extLst>
            </p:cNvPr>
            <p:cNvGrpSpPr/>
            <p:nvPr/>
          </p:nvGrpSpPr>
          <p:grpSpPr>
            <a:xfrm>
              <a:off x="5831147" y="5747606"/>
              <a:ext cx="529706" cy="530328"/>
              <a:chOff x="4867690" y="5483009"/>
              <a:chExt cx="642535" cy="643293"/>
            </a:xfrm>
          </p:grpSpPr>
          <p:sp>
            <p:nvSpPr>
              <p:cNvPr id="1269" name="Freeform: Shape 1268">
                <a:extLst>
                  <a:ext uri="{FF2B5EF4-FFF2-40B4-BE49-F238E27FC236}">
                    <a16:creationId xmlns:a16="http://schemas.microsoft.com/office/drawing/2014/main" id="{66427B63-A051-4173-7FF0-A63583779553}"/>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270" name="Freeform: Shape 1269">
                <a:extLst>
                  <a:ext uri="{FF2B5EF4-FFF2-40B4-BE49-F238E27FC236}">
                    <a16:creationId xmlns:a16="http://schemas.microsoft.com/office/drawing/2014/main" id="{A26B1F05-0F92-2AFC-EF09-7BCBC93D1664}"/>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271" name="Freeform: Shape 1270">
                <a:extLst>
                  <a:ext uri="{FF2B5EF4-FFF2-40B4-BE49-F238E27FC236}">
                    <a16:creationId xmlns:a16="http://schemas.microsoft.com/office/drawing/2014/main" id="{D1E8D856-6DBD-F3CB-7E96-E5004686D1D6}"/>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pic>
          <p:nvPicPr>
            <p:cNvPr id="1273" name="Graphic 1272">
              <a:extLst>
                <a:ext uri="{FF2B5EF4-FFF2-40B4-BE49-F238E27FC236}">
                  <a16:creationId xmlns:a16="http://schemas.microsoft.com/office/drawing/2014/main" id="{70B1E00E-FB76-4097-1D80-50F2D55EA83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61081" y="5381424"/>
              <a:ext cx="503532" cy="503532"/>
            </a:xfrm>
            <a:prstGeom prst="rect">
              <a:avLst/>
            </a:prstGeom>
          </p:spPr>
        </p:pic>
        <p:pic>
          <p:nvPicPr>
            <p:cNvPr id="1274" name="Graphic 1273">
              <a:extLst>
                <a:ext uri="{FF2B5EF4-FFF2-40B4-BE49-F238E27FC236}">
                  <a16:creationId xmlns:a16="http://schemas.microsoft.com/office/drawing/2014/main" id="{8EF4B465-3F88-FA8A-7612-3F9365DAAAC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205797" y="5418377"/>
              <a:ext cx="503532" cy="503532"/>
            </a:xfrm>
            <a:prstGeom prst="rect">
              <a:avLst/>
            </a:prstGeom>
          </p:spPr>
        </p:pic>
        <p:pic>
          <p:nvPicPr>
            <p:cNvPr id="1275" name="Graphic 1274">
              <a:extLst>
                <a:ext uri="{FF2B5EF4-FFF2-40B4-BE49-F238E27FC236}">
                  <a16:creationId xmlns:a16="http://schemas.microsoft.com/office/drawing/2014/main" id="{A0C35219-EC6D-F3A3-B24B-8E8A6BEB37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278629" y="4176370"/>
              <a:ext cx="503532" cy="503532"/>
            </a:xfrm>
            <a:prstGeom prst="rect">
              <a:avLst/>
            </a:prstGeom>
          </p:spPr>
        </p:pic>
        <p:pic>
          <p:nvPicPr>
            <p:cNvPr id="1276" name="Graphic 1275">
              <a:extLst>
                <a:ext uri="{FF2B5EF4-FFF2-40B4-BE49-F238E27FC236}">
                  <a16:creationId xmlns:a16="http://schemas.microsoft.com/office/drawing/2014/main" id="{1C0BDBC0-18EB-6400-B110-B02887DBD2D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398249" y="4165426"/>
              <a:ext cx="503532" cy="503532"/>
            </a:xfrm>
            <a:prstGeom prst="rect">
              <a:avLst/>
            </a:prstGeom>
          </p:spPr>
        </p:pic>
        <p:pic>
          <p:nvPicPr>
            <p:cNvPr id="1277" name="Graphic 1276">
              <a:extLst>
                <a:ext uri="{FF2B5EF4-FFF2-40B4-BE49-F238E27FC236}">
                  <a16:creationId xmlns:a16="http://schemas.microsoft.com/office/drawing/2014/main" id="{756CEFE3-4533-C139-C4D0-A45845753C8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843902" y="3747224"/>
              <a:ext cx="503532" cy="503532"/>
            </a:xfrm>
            <a:prstGeom prst="rect">
              <a:avLst/>
            </a:prstGeom>
          </p:spPr>
        </p:pic>
        <p:sp>
          <p:nvSpPr>
            <p:cNvPr id="1278" name="Título 1">
              <a:extLst>
                <a:ext uri="{FF2B5EF4-FFF2-40B4-BE49-F238E27FC236}">
                  <a16:creationId xmlns:a16="http://schemas.microsoft.com/office/drawing/2014/main" id="{36F7B572-D442-5129-ED94-B503F041AEFE}"/>
                </a:ext>
              </a:extLst>
            </p:cNvPr>
            <p:cNvSpPr txBox="1">
              <a:spLocks/>
            </p:cNvSpPr>
            <p:nvPr/>
          </p:nvSpPr>
          <p:spPr>
            <a:xfrm rot="17100000">
              <a:off x="4270989" y="5835442"/>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79" name="Título 1">
              <a:extLst>
                <a:ext uri="{FF2B5EF4-FFF2-40B4-BE49-F238E27FC236}">
                  <a16:creationId xmlns:a16="http://schemas.microsoft.com/office/drawing/2014/main" id="{51FD3DA4-246C-4693-4045-437AD4313B6D}"/>
                </a:ext>
              </a:extLst>
            </p:cNvPr>
            <p:cNvSpPr txBox="1">
              <a:spLocks/>
            </p:cNvSpPr>
            <p:nvPr/>
          </p:nvSpPr>
          <p:spPr>
            <a:xfrm rot="19312659">
              <a:off x="4841455" y="5026049"/>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5" name="Título 1">
              <a:extLst>
                <a:ext uri="{FF2B5EF4-FFF2-40B4-BE49-F238E27FC236}">
                  <a16:creationId xmlns:a16="http://schemas.microsoft.com/office/drawing/2014/main" id="{FE8824E9-3830-8500-3DE5-67FE1FA7465C}"/>
                </a:ext>
              </a:extLst>
            </p:cNvPr>
            <p:cNvSpPr txBox="1">
              <a:spLocks/>
            </p:cNvSpPr>
            <p:nvPr/>
          </p:nvSpPr>
          <p:spPr>
            <a:xfrm rot="2305062">
              <a:off x="6665796" y="5056684"/>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6" name="Título 1">
              <a:extLst>
                <a:ext uri="{FF2B5EF4-FFF2-40B4-BE49-F238E27FC236}">
                  <a16:creationId xmlns:a16="http://schemas.microsoft.com/office/drawing/2014/main" id="{60D42BAA-ADC2-D421-F289-1CE55294EB17}"/>
                </a:ext>
              </a:extLst>
            </p:cNvPr>
            <p:cNvSpPr txBox="1">
              <a:spLocks/>
            </p:cNvSpPr>
            <p:nvPr/>
          </p:nvSpPr>
          <p:spPr>
            <a:xfrm rot="4510891">
              <a:off x="7233350" y="5857842"/>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287" name="Título 1">
              <a:extLst>
                <a:ext uri="{FF2B5EF4-FFF2-40B4-BE49-F238E27FC236}">
                  <a16:creationId xmlns:a16="http://schemas.microsoft.com/office/drawing/2014/main" id="{E5CCEF99-652C-8B6B-858F-4622E485B19C}"/>
                </a:ext>
              </a:extLst>
            </p:cNvPr>
            <p:cNvSpPr txBox="1">
              <a:spLocks/>
            </p:cNvSpPr>
            <p:nvPr/>
          </p:nvSpPr>
          <p:spPr>
            <a:xfrm>
              <a:off x="5792413" y="4789344"/>
              <a:ext cx="654986" cy="239092"/>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grpSp>
      <p:sp>
        <p:nvSpPr>
          <p:cNvPr id="1288" name="Rectangle: Rounded Corners 1287">
            <a:extLst>
              <a:ext uri="{FF2B5EF4-FFF2-40B4-BE49-F238E27FC236}">
                <a16:creationId xmlns:a16="http://schemas.microsoft.com/office/drawing/2014/main" id="{3B4CE12B-2B83-28C5-1BFA-5DC2FF13607E}"/>
              </a:ext>
            </a:extLst>
          </p:cNvPr>
          <p:cNvSpPr/>
          <p:nvPr/>
        </p:nvSpPr>
        <p:spPr>
          <a:xfrm>
            <a:off x="352424" y="4957870"/>
            <a:ext cx="2797621" cy="1299685"/>
          </a:xfrm>
          <a:prstGeom prst="roundRect">
            <a:avLst>
              <a:gd name="adj" fmla="val 7817"/>
            </a:avLst>
          </a:prstGeom>
          <a:solidFill>
            <a:srgbClr val="EDE5F3"/>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89" name="Rectangle: Rounded Corners 1288">
            <a:extLst>
              <a:ext uri="{FF2B5EF4-FFF2-40B4-BE49-F238E27FC236}">
                <a16:creationId xmlns:a16="http://schemas.microsoft.com/office/drawing/2014/main" id="{1AD99E77-B5DA-C9CF-DB8C-44B56C6BE578}"/>
              </a:ext>
            </a:extLst>
          </p:cNvPr>
          <p:cNvSpPr/>
          <p:nvPr/>
        </p:nvSpPr>
        <p:spPr>
          <a:xfrm>
            <a:off x="9038898" y="4957870"/>
            <a:ext cx="2797621" cy="1299685"/>
          </a:xfrm>
          <a:prstGeom prst="roundRect">
            <a:avLst>
              <a:gd name="adj" fmla="val 7817"/>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0" name="Rectangle: Rounded Corners 1289">
            <a:extLst>
              <a:ext uri="{FF2B5EF4-FFF2-40B4-BE49-F238E27FC236}">
                <a16:creationId xmlns:a16="http://schemas.microsoft.com/office/drawing/2014/main" id="{A6B71D82-A05D-2B4C-8618-1B2040591651}"/>
              </a:ext>
            </a:extLst>
          </p:cNvPr>
          <p:cNvSpPr/>
          <p:nvPr/>
        </p:nvSpPr>
        <p:spPr>
          <a:xfrm>
            <a:off x="912663" y="2939250"/>
            <a:ext cx="2797621" cy="1299685"/>
          </a:xfrm>
          <a:prstGeom prst="roundRect">
            <a:avLst>
              <a:gd name="adj" fmla="val 7817"/>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1" name="Rectangle: Rounded Corners 1290">
            <a:extLst>
              <a:ext uri="{FF2B5EF4-FFF2-40B4-BE49-F238E27FC236}">
                <a16:creationId xmlns:a16="http://schemas.microsoft.com/office/drawing/2014/main" id="{97293D2C-3402-B432-64A8-29066E49D4DE}"/>
              </a:ext>
            </a:extLst>
          </p:cNvPr>
          <p:cNvSpPr/>
          <p:nvPr/>
        </p:nvSpPr>
        <p:spPr>
          <a:xfrm>
            <a:off x="8457563" y="2939250"/>
            <a:ext cx="2797621" cy="1299685"/>
          </a:xfrm>
          <a:prstGeom prst="roundRect">
            <a:avLst>
              <a:gd name="adj" fmla="val 7817"/>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2" name="Rectangle: Rounded Corners 1291">
            <a:extLst>
              <a:ext uri="{FF2B5EF4-FFF2-40B4-BE49-F238E27FC236}">
                <a16:creationId xmlns:a16="http://schemas.microsoft.com/office/drawing/2014/main" id="{DA3754F6-1F6F-E796-7AA8-22E70079CE3A}"/>
              </a:ext>
            </a:extLst>
          </p:cNvPr>
          <p:cNvSpPr/>
          <p:nvPr/>
        </p:nvSpPr>
        <p:spPr>
          <a:xfrm>
            <a:off x="4697190" y="1616154"/>
            <a:ext cx="2797621" cy="1299685"/>
          </a:xfrm>
          <a:prstGeom prst="roundRect">
            <a:avLst>
              <a:gd name="adj" fmla="val 7817"/>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93" name="TextBox 1292">
            <a:extLst>
              <a:ext uri="{FF2B5EF4-FFF2-40B4-BE49-F238E27FC236}">
                <a16:creationId xmlns:a16="http://schemas.microsoft.com/office/drawing/2014/main" id="{FA736091-4ED1-BF66-0CC4-9D4BCF8E36A8}"/>
              </a:ext>
            </a:extLst>
          </p:cNvPr>
          <p:cNvSpPr txBox="1"/>
          <p:nvPr/>
        </p:nvSpPr>
        <p:spPr>
          <a:xfrm>
            <a:off x="4830486" y="1758165"/>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4" name="TextBox 1293">
            <a:extLst>
              <a:ext uri="{FF2B5EF4-FFF2-40B4-BE49-F238E27FC236}">
                <a16:creationId xmlns:a16="http://schemas.microsoft.com/office/drawing/2014/main" id="{9C8620C3-25F8-B4D9-3484-85C7F97443F1}"/>
              </a:ext>
            </a:extLst>
          </p:cNvPr>
          <p:cNvSpPr txBox="1"/>
          <p:nvPr/>
        </p:nvSpPr>
        <p:spPr>
          <a:xfrm>
            <a:off x="485720" y="509988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5" name="TextBox 1294">
            <a:extLst>
              <a:ext uri="{FF2B5EF4-FFF2-40B4-BE49-F238E27FC236}">
                <a16:creationId xmlns:a16="http://schemas.microsoft.com/office/drawing/2014/main" id="{EDCD2032-7F67-02BC-D0CB-FA340E45A060}"/>
              </a:ext>
            </a:extLst>
          </p:cNvPr>
          <p:cNvSpPr txBox="1"/>
          <p:nvPr/>
        </p:nvSpPr>
        <p:spPr>
          <a:xfrm>
            <a:off x="9172194" y="509988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6" name="TextBox 1295">
            <a:extLst>
              <a:ext uri="{FF2B5EF4-FFF2-40B4-BE49-F238E27FC236}">
                <a16:creationId xmlns:a16="http://schemas.microsoft.com/office/drawing/2014/main" id="{84A85405-463A-3C9F-04D4-5C010664BACB}"/>
              </a:ext>
            </a:extLst>
          </p:cNvPr>
          <p:cNvSpPr txBox="1"/>
          <p:nvPr/>
        </p:nvSpPr>
        <p:spPr>
          <a:xfrm>
            <a:off x="8590859" y="308126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297" name="TextBox 1296">
            <a:extLst>
              <a:ext uri="{FF2B5EF4-FFF2-40B4-BE49-F238E27FC236}">
                <a16:creationId xmlns:a16="http://schemas.microsoft.com/office/drawing/2014/main" id="{5C42C426-69ED-8F76-2775-3BE9D1B6A3EB}"/>
              </a:ext>
            </a:extLst>
          </p:cNvPr>
          <p:cNvSpPr txBox="1"/>
          <p:nvPr/>
        </p:nvSpPr>
        <p:spPr>
          <a:xfrm>
            <a:off x="1045959" y="3081261"/>
            <a:ext cx="2531028" cy="1015663"/>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2416900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19556-2E13-86AD-6FEA-F5CEAA9BB49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EF068BE-D8B7-2E99-A8C5-C2EDC84739E9}"/>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070810CD-B428-ABB9-2619-AC1C7CD8BACE}"/>
              </a:ext>
            </a:extLst>
          </p:cNvPr>
          <p:cNvSpPr>
            <a:spLocks noGrp="1"/>
          </p:cNvSpPr>
          <p:nvPr>
            <p:ph type="title"/>
          </p:nvPr>
        </p:nvSpPr>
        <p:spPr/>
        <p:txBody>
          <a:bodyPr/>
          <a:lstStyle/>
          <a:p>
            <a:r>
              <a:rPr lang="en-US" sz="1800" dirty="0"/>
              <a:t>Title</a:t>
            </a:r>
            <a:endParaRPr lang="es-MX" sz="1800" dirty="0"/>
          </a:p>
        </p:txBody>
      </p:sp>
      <p:sp>
        <p:nvSpPr>
          <p:cNvPr id="8" name="Freeform: Shape 7">
            <a:extLst>
              <a:ext uri="{FF2B5EF4-FFF2-40B4-BE49-F238E27FC236}">
                <a16:creationId xmlns:a16="http://schemas.microsoft.com/office/drawing/2014/main" id="{89F42892-4F78-A331-8F43-5116E3F6985C}"/>
              </a:ext>
            </a:extLst>
          </p:cNvPr>
          <p:cNvSpPr/>
          <p:nvPr/>
        </p:nvSpPr>
        <p:spPr>
          <a:xfrm>
            <a:off x="1417139" y="5005362"/>
            <a:ext cx="9355058" cy="977779"/>
          </a:xfrm>
          <a:custGeom>
            <a:avLst/>
            <a:gdLst>
              <a:gd name="connsiteX0" fmla="*/ 7016532 w 9355058"/>
              <a:gd name="connsiteY0" fmla="*/ 0 h 977779"/>
              <a:gd name="connsiteX1" fmla="*/ 4653446 w 9355058"/>
              <a:gd name="connsiteY1" fmla="*/ 950508 h 977779"/>
              <a:gd name="connsiteX2" fmla="*/ 2341615 w 9355058"/>
              <a:gd name="connsiteY2" fmla="*/ 6278 h 977779"/>
              <a:gd name="connsiteX3" fmla="*/ 0 w 9355058"/>
              <a:gd name="connsiteY3" fmla="*/ 950634 h 977779"/>
              <a:gd name="connsiteX4" fmla="*/ 9392 w 9355058"/>
              <a:gd name="connsiteY4" fmla="*/ 973913 h 977779"/>
              <a:gd name="connsiteX5" fmla="*/ 2341540 w 9355058"/>
              <a:gd name="connsiteY5" fmla="*/ 33374 h 977779"/>
              <a:gd name="connsiteX6" fmla="*/ 4653346 w 9355058"/>
              <a:gd name="connsiteY6" fmla="*/ 977604 h 977779"/>
              <a:gd name="connsiteX7" fmla="*/ 7016432 w 9355058"/>
              <a:gd name="connsiteY7" fmla="*/ 27096 h 977779"/>
              <a:gd name="connsiteX8" fmla="*/ 9345566 w 9355058"/>
              <a:gd name="connsiteY8" fmla="*/ 977780 h 977779"/>
              <a:gd name="connsiteX9" fmla="*/ 9355058 w 9355058"/>
              <a:gd name="connsiteY9" fmla="*/ 954526 h 977779"/>
              <a:gd name="connsiteX10" fmla="*/ 7016508 w 9355058"/>
              <a:gd name="connsiteY10" fmla="*/ 0 h 9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355058" h="977779">
                <a:moveTo>
                  <a:pt x="7016532" y="0"/>
                </a:moveTo>
                <a:lnTo>
                  <a:pt x="4653446" y="950508"/>
                </a:lnTo>
                <a:lnTo>
                  <a:pt x="2341615" y="6278"/>
                </a:lnTo>
                <a:lnTo>
                  <a:pt x="0" y="950634"/>
                </a:lnTo>
                <a:lnTo>
                  <a:pt x="9392" y="973913"/>
                </a:lnTo>
                <a:lnTo>
                  <a:pt x="2341540" y="33374"/>
                </a:lnTo>
                <a:lnTo>
                  <a:pt x="4653346" y="977604"/>
                </a:lnTo>
                <a:lnTo>
                  <a:pt x="7016432" y="27096"/>
                </a:lnTo>
                <a:lnTo>
                  <a:pt x="9345566" y="977780"/>
                </a:lnTo>
                <a:lnTo>
                  <a:pt x="9355058" y="954526"/>
                </a:lnTo>
                <a:lnTo>
                  <a:pt x="7016508" y="0"/>
                </a:lnTo>
                <a:close/>
              </a:path>
            </a:pathLst>
          </a:custGeom>
          <a:solidFill>
            <a:srgbClr val="E1E8EB"/>
          </a:solidFill>
          <a:ln w="2511"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B06E2E59-0C1E-9E92-7F1C-BCA253EADEB3}"/>
              </a:ext>
            </a:extLst>
          </p:cNvPr>
          <p:cNvSpPr/>
          <p:nvPr/>
        </p:nvSpPr>
        <p:spPr>
          <a:xfrm>
            <a:off x="660400" y="495845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3 h 698679"/>
              <a:gd name="connsiteX6" fmla="*/ 764098 w 1528195"/>
              <a:gd name="connsiteY6" fmla="*/ 698680 h 698679"/>
              <a:gd name="connsiteX7" fmla="*/ 1300777 w 1528195"/>
              <a:gd name="connsiteY7" fmla="*/ 598833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8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8 w 1528195"/>
              <a:gd name="connsiteY18" fmla="*/ 576759 h 698679"/>
              <a:gd name="connsiteX19" fmla="*/ 764098 w 1528195"/>
              <a:gd name="connsiteY19" fmla="*/ 674471 h 698679"/>
              <a:gd name="connsiteX20" fmla="*/ 237288 w 1528195"/>
              <a:gd name="connsiteY20" fmla="*/ 576759 h 698679"/>
              <a:gd name="connsiteX21" fmla="*/ 79983 w 1528195"/>
              <a:gd name="connsiteY21" fmla="*/ 472291 h 698679"/>
              <a:gd name="connsiteX22" fmla="*/ 24183 w 1528195"/>
              <a:gd name="connsiteY22" fmla="*/ 349315 h 698679"/>
              <a:gd name="connsiteX23" fmla="*/ 79983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27" y="251727"/>
                  <a:pt x="0" y="299115"/>
                  <a:pt x="0" y="349315"/>
                </a:cubicBezTo>
                <a:cubicBezTo>
                  <a:pt x="0" y="399515"/>
                  <a:pt x="22827" y="446927"/>
                  <a:pt x="62405" y="488890"/>
                </a:cubicBezTo>
                <a:cubicBezTo>
                  <a:pt x="101982" y="530853"/>
                  <a:pt x="158309" y="567844"/>
                  <a:pt x="227419" y="598833"/>
                </a:cubicBezTo>
                <a:cubicBezTo>
                  <a:pt x="365588" y="660810"/>
                  <a:pt x="554986" y="698680"/>
                  <a:pt x="764098" y="698680"/>
                </a:cubicBezTo>
                <a:cubicBezTo>
                  <a:pt x="973210" y="698680"/>
                  <a:pt x="1162608" y="660810"/>
                  <a:pt x="1300777" y="598833"/>
                </a:cubicBezTo>
                <a:cubicBezTo>
                  <a:pt x="1369862" y="567844"/>
                  <a:pt x="1426214" y="530853"/>
                  <a:pt x="1465791" y="488890"/>
                </a:cubicBezTo>
                <a:cubicBezTo>
                  <a:pt x="1505369" y="446927"/>
                  <a:pt x="1528196" y="399540"/>
                  <a:pt x="1528196" y="349315"/>
                </a:cubicBezTo>
                <a:cubicBezTo>
                  <a:pt x="1528196" y="299090"/>
                  <a:pt x="1505369" y="251703"/>
                  <a:pt x="1465791" y="209765"/>
                </a:cubicBezTo>
                <a:cubicBezTo>
                  <a:pt x="1426214" y="167827"/>
                  <a:pt x="1369887" y="130811"/>
                  <a:pt x="1300777" y="99822"/>
                </a:cubicBezTo>
                <a:cubicBezTo>
                  <a:pt x="1162608" y="37845"/>
                  <a:pt x="973210" y="0"/>
                  <a:pt x="764098" y="0"/>
                </a:cubicBezTo>
                <a:close/>
                <a:moveTo>
                  <a:pt x="764098" y="24158"/>
                </a:moveTo>
                <a:cubicBezTo>
                  <a:pt x="970297" y="24158"/>
                  <a:pt x="1156908" y="61777"/>
                  <a:pt x="1290908" y="121871"/>
                </a:cubicBezTo>
                <a:cubicBezTo>
                  <a:pt x="1357908" y="151905"/>
                  <a:pt x="1411674" y="187590"/>
                  <a:pt x="1448213" y="226339"/>
                </a:cubicBezTo>
                <a:cubicBezTo>
                  <a:pt x="1484751" y="265087"/>
                  <a:pt x="1504013" y="306397"/>
                  <a:pt x="1504013" y="349315"/>
                </a:cubicBezTo>
                <a:cubicBezTo>
                  <a:pt x="1504013" y="392232"/>
                  <a:pt x="1484751" y="433542"/>
                  <a:pt x="1448213" y="472291"/>
                </a:cubicBezTo>
                <a:cubicBezTo>
                  <a:pt x="1411674" y="511039"/>
                  <a:pt x="1357908" y="546699"/>
                  <a:pt x="1290908" y="576759"/>
                </a:cubicBezTo>
                <a:cubicBezTo>
                  <a:pt x="1156908" y="636853"/>
                  <a:pt x="970297" y="674471"/>
                  <a:pt x="764098" y="674471"/>
                </a:cubicBezTo>
                <a:cubicBezTo>
                  <a:pt x="557899" y="674471"/>
                  <a:pt x="371288" y="636853"/>
                  <a:pt x="237288" y="576759"/>
                </a:cubicBezTo>
                <a:cubicBezTo>
                  <a:pt x="170288" y="546724"/>
                  <a:pt x="116522" y="511039"/>
                  <a:pt x="79983" y="472291"/>
                </a:cubicBezTo>
                <a:cubicBezTo>
                  <a:pt x="43445" y="433542"/>
                  <a:pt x="24183" y="392232"/>
                  <a:pt x="24183" y="349315"/>
                </a:cubicBezTo>
                <a:cubicBezTo>
                  <a:pt x="24183" y="306397"/>
                  <a:pt x="43445" y="265087"/>
                  <a:pt x="79983" y="226339"/>
                </a:cubicBezTo>
                <a:cubicBezTo>
                  <a:pt x="116522" y="187590"/>
                  <a:pt x="170288" y="151931"/>
                  <a:pt x="237288" y="121871"/>
                </a:cubicBezTo>
                <a:cubicBezTo>
                  <a:pt x="371288" y="61777"/>
                  <a:pt x="557899" y="24158"/>
                  <a:pt x="764098" y="24158"/>
                </a:cubicBezTo>
                <a:close/>
              </a:path>
            </a:pathLst>
          </a:custGeom>
          <a:solidFill>
            <a:srgbClr val="7030A0"/>
          </a:solidFill>
          <a:ln w="2511" cap="flat">
            <a:noFill/>
            <a:prstDash val="solid"/>
            <a:miter/>
          </a:ln>
        </p:spPr>
        <p:txBody>
          <a:bodyPr rtlCol="0" anchor="ctr"/>
          <a:lstStyle/>
          <a:p>
            <a:endParaRPr lang="en-IN"/>
          </a:p>
        </p:txBody>
      </p:sp>
      <p:sp>
        <p:nvSpPr>
          <p:cNvPr id="12" name="Freeform: Shape 11">
            <a:extLst>
              <a:ext uri="{FF2B5EF4-FFF2-40B4-BE49-F238E27FC236}">
                <a16:creationId xmlns:a16="http://schemas.microsoft.com/office/drawing/2014/main" id="{9C65CDE7-C2E8-607C-EA2B-EB2A0E44080A}"/>
              </a:ext>
            </a:extLst>
          </p:cNvPr>
          <p:cNvSpPr/>
          <p:nvPr/>
        </p:nvSpPr>
        <p:spPr>
          <a:xfrm>
            <a:off x="1412418" y="5642290"/>
            <a:ext cx="24158" cy="314483"/>
          </a:xfrm>
          <a:custGeom>
            <a:avLst/>
            <a:gdLst>
              <a:gd name="connsiteX0" fmla="*/ 0 w 24158"/>
              <a:gd name="connsiteY0" fmla="*/ 0 h 314483"/>
              <a:gd name="connsiteX1" fmla="*/ 0 w 24158"/>
              <a:gd name="connsiteY1" fmla="*/ 314484 h 314483"/>
              <a:gd name="connsiteX2" fmla="*/ 24158 w 24158"/>
              <a:gd name="connsiteY2" fmla="*/ 314484 h 314483"/>
              <a:gd name="connsiteX3" fmla="*/ 24158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8" y="314484"/>
                </a:lnTo>
                <a:lnTo>
                  <a:pt x="24158" y="0"/>
                </a:lnTo>
                <a:lnTo>
                  <a:pt x="0" y="0"/>
                </a:lnTo>
                <a:close/>
              </a:path>
            </a:pathLst>
          </a:custGeom>
          <a:solidFill>
            <a:srgbClr val="7030A0"/>
          </a:solidFill>
          <a:ln w="2511"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9821EC90-8E5D-0EF6-72D0-8D9695165E2F}"/>
              </a:ext>
            </a:extLst>
          </p:cNvPr>
          <p:cNvSpPr/>
          <p:nvPr/>
        </p:nvSpPr>
        <p:spPr>
          <a:xfrm>
            <a:off x="1340848" y="5885178"/>
            <a:ext cx="167299" cy="167299"/>
          </a:xfrm>
          <a:custGeom>
            <a:avLst/>
            <a:gdLst>
              <a:gd name="connsiteX0" fmla="*/ 167299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83650 w 167299"/>
              <a:gd name="connsiteY4" fmla="*/ 0 h 167299"/>
              <a:gd name="connsiteX5" fmla="*/ 167299 w 167299"/>
              <a:gd name="connsiteY5" fmla="*/ 83650 h 167299"/>
              <a:gd name="connsiteX6" fmla="*/ 167299 w 167299"/>
              <a:gd name="connsiteY6"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99" h="167299">
                <a:moveTo>
                  <a:pt x="167299" y="83650"/>
                </a:moveTo>
                <a:cubicBezTo>
                  <a:pt x="167299" y="129857"/>
                  <a:pt x="129857" y="167299"/>
                  <a:pt x="83650" y="167299"/>
                </a:cubicBezTo>
                <a:lnTo>
                  <a:pt x="83650" y="167299"/>
                </a:lnTo>
                <a:cubicBezTo>
                  <a:pt x="37443" y="167299"/>
                  <a:pt x="0" y="129857"/>
                  <a:pt x="0" y="83650"/>
                </a:cubicBezTo>
                <a:cubicBezTo>
                  <a:pt x="0" y="37443"/>
                  <a:pt x="37443" y="0"/>
                  <a:pt x="83650" y="0"/>
                </a:cubicBez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F7388C92-A1E7-67C1-9F33-C7AD943CA99D}"/>
              </a:ext>
            </a:extLst>
          </p:cNvPr>
          <p:cNvSpPr/>
          <p:nvPr/>
        </p:nvSpPr>
        <p:spPr>
          <a:xfrm>
            <a:off x="1378617"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45881 w 91761"/>
              <a:gd name="connsiteY4" fmla="*/ 0 h 91761"/>
              <a:gd name="connsiteX5" fmla="*/ 91761 w 91761"/>
              <a:gd name="connsiteY5" fmla="*/ 45881 h 91761"/>
              <a:gd name="connsiteX6" fmla="*/ 91761 w 91761"/>
              <a:gd name="connsiteY6"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1" h="91761">
                <a:moveTo>
                  <a:pt x="91761" y="45881"/>
                </a:moveTo>
                <a:cubicBezTo>
                  <a:pt x="91761" y="71219"/>
                  <a:pt x="71219" y="91761"/>
                  <a:pt x="45881" y="91761"/>
                </a:cubicBezTo>
                <a:lnTo>
                  <a:pt x="45881" y="91761"/>
                </a:lnTo>
                <a:cubicBezTo>
                  <a:pt x="20542" y="91761"/>
                  <a:pt x="0" y="71219"/>
                  <a:pt x="0" y="45881"/>
                </a:cubicBezTo>
                <a:cubicBezTo>
                  <a:pt x="0" y="20542"/>
                  <a:pt x="20542" y="0"/>
                  <a:pt x="45881" y="0"/>
                </a:cubicBezTo>
                <a:cubicBezTo>
                  <a:pt x="71219" y="0"/>
                  <a:pt x="91761" y="20542"/>
                  <a:pt x="91761" y="45881"/>
                </a:cubicBezTo>
                <a:lnTo>
                  <a:pt x="91761" y="45881"/>
                </a:lnTo>
                <a:close/>
              </a:path>
            </a:pathLst>
          </a:custGeom>
          <a:solidFill>
            <a:srgbClr val="9464B8"/>
          </a:solidFill>
          <a:ln w="2511"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02CFD088-89BB-4566-0260-9F6626A25E52}"/>
              </a:ext>
            </a:extLst>
          </p:cNvPr>
          <p:cNvSpPr/>
          <p:nvPr/>
        </p:nvSpPr>
        <p:spPr>
          <a:xfrm>
            <a:off x="1330727" y="5875058"/>
            <a:ext cx="187540" cy="187540"/>
          </a:xfrm>
          <a:custGeom>
            <a:avLst/>
            <a:gdLst>
              <a:gd name="connsiteX0" fmla="*/ 93770 w 187540"/>
              <a:gd name="connsiteY0" fmla="*/ 0 h 187540"/>
              <a:gd name="connsiteX1" fmla="*/ 0 w 187540"/>
              <a:gd name="connsiteY1" fmla="*/ 93770 h 187540"/>
              <a:gd name="connsiteX2" fmla="*/ 93770 w 187540"/>
              <a:gd name="connsiteY2" fmla="*/ 187540 h 187540"/>
              <a:gd name="connsiteX3" fmla="*/ 187540 w 187540"/>
              <a:gd name="connsiteY3" fmla="*/ 93770 h 187540"/>
              <a:gd name="connsiteX4" fmla="*/ 93770 w 187540"/>
              <a:gd name="connsiteY4" fmla="*/ 0 h 187540"/>
              <a:gd name="connsiteX5" fmla="*/ 93770 w 187540"/>
              <a:gd name="connsiteY5" fmla="*/ 20216 h 187540"/>
              <a:gd name="connsiteX6" fmla="*/ 167299 w 187540"/>
              <a:gd name="connsiteY6" fmla="*/ 93745 h 187540"/>
              <a:gd name="connsiteX7" fmla="*/ 93770 w 187540"/>
              <a:gd name="connsiteY7" fmla="*/ 167275 h 187540"/>
              <a:gd name="connsiteX8" fmla="*/ 20241 w 187540"/>
              <a:gd name="connsiteY8" fmla="*/ 93745 h 187540"/>
              <a:gd name="connsiteX9" fmla="*/ 93770 w 187540"/>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40" h="187540">
                <a:moveTo>
                  <a:pt x="93770" y="0"/>
                </a:moveTo>
                <a:cubicBezTo>
                  <a:pt x="42114" y="0"/>
                  <a:pt x="0" y="42114"/>
                  <a:pt x="0" y="93770"/>
                </a:cubicBezTo>
                <a:cubicBezTo>
                  <a:pt x="0" y="145427"/>
                  <a:pt x="42114" y="187540"/>
                  <a:pt x="93770" y="187540"/>
                </a:cubicBezTo>
                <a:cubicBezTo>
                  <a:pt x="145426" y="187540"/>
                  <a:pt x="187540" y="145427"/>
                  <a:pt x="187540" y="93770"/>
                </a:cubicBezTo>
                <a:cubicBezTo>
                  <a:pt x="187540" y="42114"/>
                  <a:pt x="145426" y="0"/>
                  <a:pt x="93770" y="0"/>
                </a:cubicBezTo>
                <a:close/>
                <a:moveTo>
                  <a:pt x="93770" y="20216"/>
                </a:moveTo>
                <a:cubicBezTo>
                  <a:pt x="134503" y="20216"/>
                  <a:pt x="167299" y="53013"/>
                  <a:pt x="167299" y="93745"/>
                </a:cubicBezTo>
                <a:cubicBezTo>
                  <a:pt x="167299" y="134478"/>
                  <a:pt x="134503" y="167275"/>
                  <a:pt x="93770" y="167275"/>
                </a:cubicBezTo>
                <a:cubicBezTo>
                  <a:pt x="53038" y="167275"/>
                  <a:pt x="20241" y="134478"/>
                  <a:pt x="20241" y="93745"/>
                </a:cubicBezTo>
                <a:cubicBezTo>
                  <a:pt x="20241" y="53013"/>
                  <a:pt x="53038" y="20216"/>
                  <a:pt x="93770" y="20216"/>
                </a:cubicBezTo>
                <a:close/>
              </a:path>
            </a:pathLst>
          </a:custGeom>
          <a:solidFill>
            <a:srgbClr val="7030A0"/>
          </a:solidFill>
          <a:ln w="2511"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A61E4012-5D89-6189-C8BB-4E4C59BC9D80}"/>
              </a:ext>
            </a:extLst>
          </p:cNvPr>
          <p:cNvSpPr/>
          <p:nvPr/>
        </p:nvSpPr>
        <p:spPr>
          <a:xfrm>
            <a:off x="789654" y="4800117"/>
            <a:ext cx="1269637" cy="745338"/>
          </a:xfrm>
          <a:custGeom>
            <a:avLst/>
            <a:gdLst>
              <a:gd name="connsiteX0" fmla="*/ 0 w 1269637"/>
              <a:gd name="connsiteY0" fmla="*/ 0 h 745338"/>
              <a:gd name="connsiteX1" fmla="*/ 0 w 1269637"/>
              <a:gd name="connsiteY1" fmla="*/ 471763 h 745338"/>
              <a:gd name="connsiteX2" fmla="*/ 634819 w 1269637"/>
              <a:gd name="connsiteY2" fmla="*/ 745339 h 745338"/>
              <a:gd name="connsiteX3" fmla="*/ 1269638 w 1269637"/>
              <a:gd name="connsiteY3" fmla="*/ 471763 h 745338"/>
              <a:gd name="connsiteX4" fmla="*/ 1269638 w 1269637"/>
              <a:gd name="connsiteY4" fmla="*/ 0 h 745338"/>
              <a:gd name="connsiteX5" fmla="*/ 0 w 1269637"/>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37" h="745338">
                <a:moveTo>
                  <a:pt x="0" y="0"/>
                </a:moveTo>
                <a:lnTo>
                  <a:pt x="0" y="471763"/>
                </a:lnTo>
                <a:cubicBezTo>
                  <a:pt x="0" y="622840"/>
                  <a:pt x="284223" y="745339"/>
                  <a:pt x="634819" y="745339"/>
                </a:cubicBezTo>
                <a:cubicBezTo>
                  <a:pt x="985414" y="745339"/>
                  <a:pt x="1269638" y="622865"/>
                  <a:pt x="1269638" y="471763"/>
                </a:cubicBezTo>
                <a:lnTo>
                  <a:pt x="1269638" y="0"/>
                </a:lnTo>
                <a:lnTo>
                  <a:pt x="0" y="0"/>
                </a:lnTo>
                <a:close/>
              </a:path>
            </a:pathLst>
          </a:custGeom>
          <a:solidFill>
            <a:srgbClr val="9464B8"/>
          </a:solidFill>
          <a:ln w="2511"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A3B35C9C-5A9F-B1C3-4783-1086FB4366F1}"/>
              </a:ext>
            </a:extLst>
          </p:cNvPr>
          <p:cNvSpPr/>
          <p:nvPr/>
        </p:nvSpPr>
        <p:spPr>
          <a:xfrm>
            <a:off x="789679" y="450996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0 w 1269637"/>
              <a:gd name="connsiteY4" fmla="*/ 273576 h 547151"/>
              <a:gd name="connsiteX5" fmla="*/ 634819 w 1269637"/>
              <a:gd name="connsiteY5" fmla="*/ 0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4" y="547151"/>
                  <a:pt x="634819" y="547151"/>
                </a:cubicBezTo>
                <a:lnTo>
                  <a:pt x="634819" y="547151"/>
                </a:lnTo>
                <a:cubicBezTo>
                  <a:pt x="284223" y="547151"/>
                  <a:pt x="0" y="424677"/>
                  <a:pt x="0" y="273576"/>
                </a:cubicBezTo>
                <a:lnTo>
                  <a:pt x="0" y="273576"/>
                </a:lnTo>
                <a:cubicBezTo>
                  <a:pt x="0" y="122499"/>
                  <a:pt x="284223" y="0"/>
                  <a:pt x="634819" y="0"/>
                </a:cubicBezTo>
                <a:cubicBezTo>
                  <a:pt x="985414" y="0"/>
                  <a:pt x="1269638" y="122474"/>
                  <a:pt x="1269638" y="273576"/>
                </a:cubicBezTo>
                <a:close/>
              </a:path>
            </a:pathLst>
          </a:custGeom>
          <a:solidFill>
            <a:srgbClr val="B898D0"/>
          </a:solidFill>
          <a:ln w="2511" cap="flat">
            <a:noFill/>
            <a:prstDash val="solid"/>
            <a:miter/>
          </a:ln>
        </p:spPr>
        <p:txBody>
          <a:bodyPr rtlCol="0" anchor="ctr"/>
          <a:lstStyle/>
          <a:p>
            <a:endParaRPr lang="en-IN" dirty="0"/>
          </a:p>
        </p:txBody>
      </p:sp>
      <p:sp>
        <p:nvSpPr>
          <p:cNvPr id="19" name="Freeform: Shape 18">
            <a:extLst>
              <a:ext uri="{FF2B5EF4-FFF2-40B4-BE49-F238E27FC236}">
                <a16:creationId xmlns:a16="http://schemas.microsoft.com/office/drawing/2014/main" id="{E9934536-45CE-40A4-1888-25DAC2586560}"/>
              </a:ext>
            </a:extLst>
          </p:cNvPr>
          <p:cNvSpPr/>
          <p:nvPr/>
        </p:nvSpPr>
        <p:spPr>
          <a:xfrm>
            <a:off x="789679" y="4800117"/>
            <a:ext cx="1269637" cy="293238"/>
          </a:xfrm>
          <a:custGeom>
            <a:avLst/>
            <a:gdLst>
              <a:gd name="connsiteX0" fmla="*/ 1267955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8 h 293238"/>
              <a:gd name="connsiteX5" fmla="*/ 1269638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5" y="145125"/>
                  <a:pt x="972055" y="258935"/>
                  <a:pt x="634819" y="259111"/>
                </a:cubicBezTo>
                <a:cubicBezTo>
                  <a:pt x="301928" y="259111"/>
                  <a:pt x="25615" y="148289"/>
                  <a:pt x="1683" y="5198"/>
                </a:cubicBezTo>
                <a:cubicBezTo>
                  <a:pt x="829" y="10020"/>
                  <a:pt x="276" y="14841"/>
                  <a:pt x="0" y="19663"/>
                </a:cubicBezTo>
                <a:cubicBezTo>
                  <a:pt x="0" y="170740"/>
                  <a:pt x="284223" y="293238"/>
                  <a:pt x="634819" y="293238"/>
                </a:cubicBezTo>
                <a:cubicBezTo>
                  <a:pt x="985414" y="293238"/>
                  <a:pt x="1269638" y="170765"/>
                  <a:pt x="1269638" y="19663"/>
                </a:cubicBezTo>
                <a:cubicBezTo>
                  <a:pt x="1269638" y="13109"/>
                  <a:pt x="1269060" y="6529"/>
                  <a:pt x="1267955" y="0"/>
                </a:cubicBezTo>
                <a:close/>
              </a:path>
            </a:pathLst>
          </a:custGeom>
          <a:solidFill>
            <a:srgbClr val="EDE5F3"/>
          </a:solidFill>
          <a:ln w="2511"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79A34133-C3BE-5184-2C7D-9C9A89A48BE0}"/>
              </a:ext>
            </a:extLst>
          </p:cNvPr>
          <p:cNvSpPr/>
          <p:nvPr/>
        </p:nvSpPr>
        <p:spPr>
          <a:xfrm>
            <a:off x="2995987" y="401422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2 h 698679"/>
              <a:gd name="connsiteX6" fmla="*/ 764098 w 1528195"/>
              <a:gd name="connsiteY6" fmla="*/ 698680 h 698679"/>
              <a:gd name="connsiteX7" fmla="*/ 1300777 w 1528195"/>
              <a:gd name="connsiteY7" fmla="*/ 598832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8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8 w 1528195"/>
              <a:gd name="connsiteY18" fmla="*/ 576759 h 698679"/>
              <a:gd name="connsiteX19" fmla="*/ 764098 w 1528195"/>
              <a:gd name="connsiteY19" fmla="*/ 674471 h 698679"/>
              <a:gd name="connsiteX20" fmla="*/ 237288 w 1528195"/>
              <a:gd name="connsiteY20" fmla="*/ 576759 h 698679"/>
              <a:gd name="connsiteX21" fmla="*/ 79983 w 1528195"/>
              <a:gd name="connsiteY21" fmla="*/ 472291 h 698679"/>
              <a:gd name="connsiteX22" fmla="*/ 24183 w 1528195"/>
              <a:gd name="connsiteY22" fmla="*/ 349315 h 698679"/>
              <a:gd name="connsiteX23" fmla="*/ 79983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52" y="251702"/>
                  <a:pt x="0" y="299115"/>
                  <a:pt x="0" y="349315"/>
                </a:cubicBezTo>
                <a:cubicBezTo>
                  <a:pt x="0" y="399515"/>
                  <a:pt x="22827" y="446927"/>
                  <a:pt x="62405" y="488890"/>
                </a:cubicBezTo>
                <a:cubicBezTo>
                  <a:pt x="101957" y="530828"/>
                  <a:pt x="158309" y="567844"/>
                  <a:pt x="227419" y="598832"/>
                </a:cubicBezTo>
                <a:cubicBezTo>
                  <a:pt x="365588" y="660810"/>
                  <a:pt x="554986" y="698680"/>
                  <a:pt x="764098" y="698680"/>
                </a:cubicBezTo>
                <a:cubicBezTo>
                  <a:pt x="973235" y="698680"/>
                  <a:pt x="1162608" y="660810"/>
                  <a:pt x="1300777" y="598832"/>
                </a:cubicBezTo>
                <a:cubicBezTo>
                  <a:pt x="1369862" y="567844"/>
                  <a:pt x="1426214" y="530853"/>
                  <a:pt x="1465791" y="488890"/>
                </a:cubicBezTo>
                <a:cubicBezTo>
                  <a:pt x="1505369" y="446927"/>
                  <a:pt x="1528196" y="399540"/>
                  <a:pt x="1528196" y="349315"/>
                </a:cubicBezTo>
                <a:cubicBezTo>
                  <a:pt x="1528196" y="299115"/>
                  <a:pt x="1505369" y="251702"/>
                  <a:pt x="1465791" y="209765"/>
                </a:cubicBezTo>
                <a:cubicBezTo>
                  <a:pt x="1426239" y="167827"/>
                  <a:pt x="1369887" y="130811"/>
                  <a:pt x="1300777" y="99822"/>
                </a:cubicBezTo>
                <a:cubicBezTo>
                  <a:pt x="1162608" y="37845"/>
                  <a:pt x="973210" y="0"/>
                  <a:pt x="764098" y="0"/>
                </a:cubicBezTo>
                <a:close/>
                <a:moveTo>
                  <a:pt x="764098" y="24158"/>
                </a:moveTo>
                <a:cubicBezTo>
                  <a:pt x="970297" y="24158"/>
                  <a:pt x="1156908" y="61777"/>
                  <a:pt x="1290908" y="121871"/>
                </a:cubicBezTo>
                <a:cubicBezTo>
                  <a:pt x="1357908" y="151905"/>
                  <a:pt x="1411674" y="187590"/>
                  <a:pt x="1448213" y="226339"/>
                </a:cubicBezTo>
                <a:cubicBezTo>
                  <a:pt x="1484751" y="265087"/>
                  <a:pt x="1504013" y="306398"/>
                  <a:pt x="1504013" y="349315"/>
                </a:cubicBezTo>
                <a:cubicBezTo>
                  <a:pt x="1504013" y="392232"/>
                  <a:pt x="1484751" y="433542"/>
                  <a:pt x="1448213" y="472291"/>
                </a:cubicBezTo>
                <a:cubicBezTo>
                  <a:pt x="1411674" y="511039"/>
                  <a:pt x="1357908" y="546699"/>
                  <a:pt x="1290908" y="576759"/>
                </a:cubicBezTo>
                <a:cubicBezTo>
                  <a:pt x="1156908" y="636853"/>
                  <a:pt x="970297" y="674471"/>
                  <a:pt x="764098" y="674471"/>
                </a:cubicBezTo>
                <a:cubicBezTo>
                  <a:pt x="557899" y="674471"/>
                  <a:pt x="371288" y="636853"/>
                  <a:pt x="237288" y="576759"/>
                </a:cubicBezTo>
                <a:cubicBezTo>
                  <a:pt x="170288" y="546724"/>
                  <a:pt x="116522" y="511039"/>
                  <a:pt x="79983" y="472291"/>
                </a:cubicBezTo>
                <a:cubicBezTo>
                  <a:pt x="43445" y="433542"/>
                  <a:pt x="24183" y="392232"/>
                  <a:pt x="24183" y="349315"/>
                </a:cubicBezTo>
                <a:cubicBezTo>
                  <a:pt x="24183" y="306398"/>
                  <a:pt x="43445" y="265087"/>
                  <a:pt x="79983" y="226339"/>
                </a:cubicBezTo>
                <a:cubicBezTo>
                  <a:pt x="116522" y="187590"/>
                  <a:pt x="170288" y="151931"/>
                  <a:pt x="237288" y="121871"/>
                </a:cubicBezTo>
                <a:cubicBezTo>
                  <a:pt x="371288" y="61777"/>
                  <a:pt x="557899" y="24158"/>
                  <a:pt x="764098" y="24158"/>
                </a:cubicBezTo>
                <a:close/>
              </a:path>
            </a:pathLst>
          </a:custGeom>
          <a:solidFill>
            <a:srgbClr val="2F5597"/>
          </a:solidFill>
          <a:ln w="2511"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5B4348D-C1F8-0390-58FF-3E1A5BD5A653}"/>
              </a:ext>
            </a:extLst>
          </p:cNvPr>
          <p:cNvSpPr/>
          <p:nvPr/>
        </p:nvSpPr>
        <p:spPr>
          <a:xfrm>
            <a:off x="3747981" y="4698060"/>
            <a:ext cx="24158" cy="314483"/>
          </a:xfrm>
          <a:custGeom>
            <a:avLst/>
            <a:gdLst>
              <a:gd name="connsiteX0" fmla="*/ 0 w 24158"/>
              <a:gd name="connsiteY0" fmla="*/ 0 h 314483"/>
              <a:gd name="connsiteX1" fmla="*/ 0 w 24158"/>
              <a:gd name="connsiteY1" fmla="*/ 314484 h 314483"/>
              <a:gd name="connsiteX2" fmla="*/ 24158 w 24158"/>
              <a:gd name="connsiteY2" fmla="*/ 314484 h 314483"/>
              <a:gd name="connsiteX3" fmla="*/ 24158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8" y="314484"/>
                </a:lnTo>
                <a:lnTo>
                  <a:pt x="24158" y="0"/>
                </a:lnTo>
                <a:lnTo>
                  <a:pt x="0" y="0"/>
                </a:lnTo>
                <a:close/>
              </a:path>
            </a:pathLst>
          </a:custGeom>
          <a:solidFill>
            <a:srgbClr val="2F5597"/>
          </a:solidFill>
          <a:ln w="2511"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AC3FA050-9279-15AF-0FF7-E531AFB11E49}"/>
              </a:ext>
            </a:extLst>
          </p:cNvPr>
          <p:cNvSpPr/>
          <p:nvPr/>
        </p:nvSpPr>
        <p:spPr>
          <a:xfrm>
            <a:off x="3676436" y="4940948"/>
            <a:ext cx="167299" cy="167299"/>
          </a:xfrm>
          <a:custGeom>
            <a:avLst/>
            <a:gdLst>
              <a:gd name="connsiteX0" fmla="*/ 167299 w 167299"/>
              <a:gd name="connsiteY0" fmla="*/ 83650 h 167299"/>
              <a:gd name="connsiteX1" fmla="*/ 83650 w 167299"/>
              <a:gd name="connsiteY1" fmla="*/ 167299 h 167299"/>
              <a:gd name="connsiteX2" fmla="*/ 0 w 167299"/>
              <a:gd name="connsiteY2" fmla="*/ 83650 h 167299"/>
              <a:gd name="connsiteX3" fmla="*/ 0 w 167299"/>
              <a:gd name="connsiteY3" fmla="*/ 83650 h 167299"/>
              <a:gd name="connsiteX4" fmla="*/ 83650 w 167299"/>
              <a:gd name="connsiteY4" fmla="*/ 0 h 167299"/>
              <a:gd name="connsiteX5" fmla="*/ 83650 w 167299"/>
              <a:gd name="connsiteY5" fmla="*/ 0 h 167299"/>
              <a:gd name="connsiteX6" fmla="*/ 167299 w 167299"/>
              <a:gd name="connsiteY6"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99" h="167299">
                <a:moveTo>
                  <a:pt x="167299" y="83650"/>
                </a:moveTo>
                <a:cubicBezTo>
                  <a:pt x="167299" y="129857"/>
                  <a:pt x="129857" y="167299"/>
                  <a:pt x="83650" y="167299"/>
                </a:cubicBezTo>
                <a:cubicBezTo>
                  <a:pt x="37443" y="167299"/>
                  <a:pt x="0" y="129857"/>
                  <a:pt x="0" y="83650"/>
                </a:cubicBezTo>
                <a:lnTo>
                  <a:pt x="0" y="83650"/>
                </a:lnTo>
                <a:cubicBezTo>
                  <a:pt x="0" y="37443"/>
                  <a:pt x="37443" y="0"/>
                  <a:pt x="83650" y="0"/>
                </a:cubicBezTo>
                <a:lnTo>
                  <a:pt x="83650" y="0"/>
                </a:lnTo>
                <a:cubicBezTo>
                  <a:pt x="129857" y="0"/>
                  <a:pt x="167299" y="37443"/>
                  <a:pt x="167299" y="83650"/>
                </a:cubicBezTo>
                <a:close/>
              </a:path>
            </a:pathLst>
          </a:custGeom>
          <a:solidFill>
            <a:srgbClr val="FFFFFF"/>
          </a:solidFill>
          <a:ln w="2511"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EBA8647E-431F-D756-0EB5-AFC89BE9180E}"/>
              </a:ext>
            </a:extLst>
          </p:cNvPr>
          <p:cNvSpPr/>
          <p:nvPr/>
        </p:nvSpPr>
        <p:spPr>
          <a:xfrm>
            <a:off x="3714180" y="4978718"/>
            <a:ext cx="91760" cy="91760"/>
          </a:xfrm>
          <a:custGeom>
            <a:avLst/>
            <a:gdLst>
              <a:gd name="connsiteX0" fmla="*/ 91761 w 91760"/>
              <a:gd name="connsiteY0" fmla="*/ 45880 h 91760"/>
              <a:gd name="connsiteX1" fmla="*/ 45881 w 91760"/>
              <a:gd name="connsiteY1" fmla="*/ 91761 h 91760"/>
              <a:gd name="connsiteX2" fmla="*/ 0 w 91760"/>
              <a:gd name="connsiteY2" fmla="*/ 45880 h 91760"/>
              <a:gd name="connsiteX3" fmla="*/ 0 w 91760"/>
              <a:gd name="connsiteY3" fmla="*/ 45880 h 91760"/>
              <a:gd name="connsiteX4" fmla="*/ 45881 w 91760"/>
              <a:gd name="connsiteY4" fmla="*/ 0 h 91760"/>
              <a:gd name="connsiteX5" fmla="*/ 45881 w 91760"/>
              <a:gd name="connsiteY5" fmla="*/ 0 h 91760"/>
              <a:gd name="connsiteX6" fmla="*/ 91761 w 91760"/>
              <a:gd name="connsiteY6" fmla="*/ 45880 h 91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0" h="91760">
                <a:moveTo>
                  <a:pt x="91761" y="45880"/>
                </a:moveTo>
                <a:cubicBezTo>
                  <a:pt x="91761" y="71219"/>
                  <a:pt x="71219" y="91761"/>
                  <a:pt x="45881" y="91761"/>
                </a:cubicBezTo>
                <a:cubicBezTo>
                  <a:pt x="20542" y="91761"/>
                  <a:pt x="0" y="71219"/>
                  <a:pt x="0" y="45880"/>
                </a:cubicBezTo>
                <a:lnTo>
                  <a:pt x="0" y="45880"/>
                </a:lnTo>
                <a:cubicBezTo>
                  <a:pt x="0" y="20542"/>
                  <a:pt x="20542" y="0"/>
                  <a:pt x="45881" y="0"/>
                </a:cubicBezTo>
                <a:lnTo>
                  <a:pt x="45881" y="0"/>
                </a:lnTo>
                <a:cubicBezTo>
                  <a:pt x="71219" y="0"/>
                  <a:pt x="91761" y="20542"/>
                  <a:pt x="91761" y="45880"/>
                </a:cubicBezTo>
                <a:close/>
              </a:path>
            </a:pathLst>
          </a:custGeom>
          <a:solidFill>
            <a:srgbClr val="4969A1"/>
          </a:solidFill>
          <a:ln w="2511" cap="flat">
            <a:noFill/>
            <a:prstDash val="solid"/>
            <a:miter/>
          </a:ln>
        </p:spPr>
        <p:txBody>
          <a:bodyPr rtlCol="0" anchor="ctr"/>
          <a:lstStyle/>
          <a:p>
            <a:endParaRPr lang="en-IN"/>
          </a:p>
        </p:txBody>
      </p:sp>
      <p:sp>
        <p:nvSpPr>
          <p:cNvPr id="47" name="Freeform: Shape 46">
            <a:extLst>
              <a:ext uri="{FF2B5EF4-FFF2-40B4-BE49-F238E27FC236}">
                <a16:creationId xmlns:a16="http://schemas.microsoft.com/office/drawing/2014/main" id="{309E94C5-E213-1416-C640-9133A0B34883}"/>
              </a:ext>
            </a:extLst>
          </p:cNvPr>
          <p:cNvSpPr/>
          <p:nvPr/>
        </p:nvSpPr>
        <p:spPr>
          <a:xfrm>
            <a:off x="3666315" y="4930828"/>
            <a:ext cx="187540" cy="187540"/>
          </a:xfrm>
          <a:custGeom>
            <a:avLst/>
            <a:gdLst>
              <a:gd name="connsiteX0" fmla="*/ 93770 w 187540"/>
              <a:gd name="connsiteY0" fmla="*/ 0 h 187540"/>
              <a:gd name="connsiteX1" fmla="*/ 0 w 187540"/>
              <a:gd name="connsiteY1" fmla="*/ 93770 h 187540"/>
              <a:gd name="connsiteX2" fmla="*/ 93770 w 187540"/>
              <a:gd name="connsiteY2" fmla="*/ 187540 h 187540"/>
              <a:gd name="connsiteX3" fmla="*/ 187540 w 187540"/>
              <a:gd name="connsiteY3" fmla="*/ 93770 h 187540"/>
              <a:gd name="connsiteX4" fmla="*/ 93770 w 187540"/>
              <a:gd name="connsiteY4" fmla="*/ 0 h 187540"/>
              <a:gd name="connsiteX5" fmla="*/ 93770 w 187540"/>
              <a:gd name="connsiteY5" fmla="*/ 20216 h 187540"/>
              <a:gd name="connsiteX6" fmla="*/ 167299 w 187540"/>
              <a:gd name="connsiteY6" fmla="*/ 93745 h 187540"/>
              <a:gd name="connsiteX7" fmla="*/ 93770 w 187540"/>
              <a:gd name="connsiteY7" fmla="*/ 167274 h 187540"/>
              <a:gd name="connsiteX8" fmla="*/ 20241 w 187540"/>
              <a:gd name="connsiteY8" fmla="*/ 93745 h 187540"/>
              <a:gd name="connsiteX9" fmla="*/ 93770 w 187540"/>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40" h="187540">
                <a:moveTo>
                  <a:pt x="93770" y="0"/>
                </a:moveTo>
                <a:cubicBezTo>
                  <a:pt x="42114" y="0"/>
                  <a:pt x="0" y="42114"/>
                  <a:pt x="0" y="93770"/>
                </a:cubicBezTo>
                <a:cubicBezTo>
                  <a:pt x="0" y="145426"/>
                  <a:pt x="42114" y="187540"/>
                  <a:pt x="93770" y="187540"/>
                </a:cubicBezTo>
                <a:cubicBezTo>
                  <a:pt x="145427" y="187540"/>
                  <a:pt x="187540" y="145426"/>
                  <a:pt x="187540" y="93770"/>
                </a:cubicBezTo>
                <a:cubicBezTo>
                  <a:pt x="187540" y="42114"/>
                  <a:pt x="145427" y="0"/>
                  <a:pt x="93770" y="0"/>
                </a:cubicBezTo>
                <a:close/>
                <a:moveTo>
                  <a:pt x="93770" y="20216"/>
                </a:moveTo>
                <a:cubicBezTo>
                  <a:pt x="134503" y="20216"/>
                  <a:pt x="167299" y="53012"/>
                  <a:pt x="167299" y="93745"/>
                </a:cubicBezTo>
                <a:cubicBezTo>
                  <a:pt x="167299" y="134477"/>
                  <a:pt x="134503" y="167274"/>
                  <a:pt x="93770" y="167274"/>
                </a:cubicBezTo>
                <a:cubicBezTo>
                  <a:pt x="53038" y="167274"/>
                  <a:pt x="20241" y="134477"/>
                  <a:pt x="20241" y="93745"/>
                </a:cubicBezTo>
                <a:cubicBezTo>
                  <a:pt x="20241" y="53012"/>
                  <a:pt x="53038" y="20216"/>
                  <a:pt x="93770" y="20216"/>
                </a:cubicBezTo>
                <a:close/>
              </a:path>
            </a:pathLst>
          </a:custGeom>
          <a:solidFill>
            <a:srgbClr val="2F5597"/>
          </a:solidFill>
          <a:ln w="2511" cap="flat">
            <a:noFill/>
            <a:prstDash val="solid"/>
            <a:miter/>
          </a:ln>
        </p:spPr>
        <p:txBody>
          <a:bodyPr rtlCol="0" anchor="ctr"/>
          <a:lstStyle/>
          <a:p>
            <a:endParaRPr lang="en-IN"/>
          </a:p>
        </p:txBody>
      </p:sp>
      <p:sp>
        <p:nvSpPr>
          <p:cNvPr id="51" name="Freeform: Shape 50">
            <a:extLst>
              <a:ext uri="{FF2B5EF4-FFF2-40B4-BE49-F238E27FC236}">
                <a16:creationId xmlns:a16="http://schemas.microsoft.com/office/drawing/2014/main" id="{D1989C2B-841E-A530-12A9-4FD80EFFD2EF}"/>
              </a:ext>
            </a:extLst>
          </p:cNvPr>
          <p:cNvSpPr/>
          <p:nvPr/>
        </p:nvSpPr>
        <p:spPr>
          <a:xfrm>
            <a:off x="3125216" y="3855888"/>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4" y="745339"/>
                </a:cubicBezTo>
                <a:cubicBezTo>
                  <a:pt x="985440" y="745339"/>
                  <a:pt x="1269663" y="622865"/>
                  <a:pt x="1269663" y="471763"/>
                </a:cubicBezTo>
                <a:lnTo>
                  <a:pt x="1269663" y="0"/>
                </a:lnTo>
                <a:lnTo>
                  <a:pt x="0" y="0"/>
                </a:lnTo>
                <a:close/>
              </a:path>
            </a:pathLst>
          </a:custGeom>
          <a:solidFill>
            <a:srgbClr val="4969A1"/>
          </a:solidFill>
          <a:ln w="2511" cap="flat">
            <a:noFill/>
            <a:prstDash val="solid"/>
            <a:miter/>
          </a:ln>
        </p:spPr>
        <p:txBody>
          <a:bodyPr rtlCol="0" anchor="ctr"/>
          <a:lstStyle/>
          <a:p>
            <a:endParaRPr lang="en-IN"/>
          </a:p>
        </p:txBody>
      </p:sp>
      <p:sp>
        <p:nvSpPr>
          <p:cNvPr id="53" name="Freeform: Shape 52">
            <a:extLst>
              <a:ext uri="{FF2B5EF4-FFF2-40B4-BE49-F238E27FC236}">
                <a16:creationId xmlns:a16="http://schemas.microsoft.com/office/drawing/2014/main" id="{94079C43-9470-1F31-9A6C-1E9A5B7CA422}"/>
              </a:ext>
            </a:extLst>
          </p:cNvPr>
          <p:cNvSpPr/>
          <p:nvPr/>
        </p:nvSpPr>
        <p:spPr>
          <a:xfrm>
            <a:off x="3125267" y="356573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634819 w 1269637"/>
              <a:gd name="connsiteY4" fmla="*/ 0 h 547151"/>
              <a:gd name="connsiteX5" fmla="*/ 1269638 w 1269637"/>
              <a:gd name="connsiteY5" fmla="*/ 273576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4" y="547151"/>
                  <a:pt x="634819" y="547151"/>
                </a:cubicBezTo>
                <a:lnTo>
                  <a:pt x="634819" y="547151"/>
                </a:lnTo>
                <a:cubicBezTo>
                  <a:pt x="284223" y="547151"/>
                  <a:pt x="0" y="424677"/>
                  <a:pt x="0" y="273576"/>
                </a:cubicBezTo>
                <a:cubicBezTo>
                  <a:pt x="0" y="122474"/>
                  <a:pt x="284223" y="0"/>
                  <a:pt x="634819" y="0"/>
                </a:cubicBezTo>
                <a:cubicBezTo>
                  <a:pt x="985414" y="0"/>
                  <a:pt x="1269638" y="122474"/>
                  <a:pt x="1269638" y="273576"/>
                </a:cubicBezTo>
                <a:lnTo>
                  <a:pt x="1269638" y="273576"/>
                </a:lnTo>
                <a:close/>
              </a:path>
            </a:pathLst>
          </a:custGeom>
          <a:solidFill>
            <a:srgbClr val="7D95BE"/>
          </a:solidFill>
          <a:ln w="2511" cap="flat">
            <a:noFill/>
            <a:prstDash val="solid"/>
            <a:miter/>
          </a:ln>
        </p:spPr>
        <p:txBody>
          <a:bodyPr rtlCol="0" anchor="ctr"/>
          <a:lstStyle/>
          <a:p>
            <a:endParaRPr lang="en-IN"/>
          </a:p>
        </p:txBody>
      </p:sp>
      <p:sp>
        <p:nvSpPr>
          <p:cNvPr id="55" name="Freeform: Shape 54">
            <a:extLst>
              <a:ext uri="{FF2B5EF4-FFF2-40B4-BE49-F238E27FC236}">
                <a16:creationId xmlns:a16="http://schemas.microsoft.com/office/drawing/2014/main" id="{C956F2FC-E16D-25D5-75AE-2B65890A8CC7}"/>
              </a:ext>
            </a:extLst>
          </p:cNvPr>
          <p:cNvSpPr/>
          <p:nvPr/>
        </p:nvSpPr>
        <p:spPr>
          <a:xfrm>
            <a:off x="3125267" y="3855888"/>
            <a:ext cx="1269637" cy="293238"/>
          </a:xfrm>
          <a:custGeom>
            <a:avLst/>
            <a:gdLst>
              <a:gd name="connsiteX0" fmla="*/ 1267955 w 1269637"/>
              <a:gd name="connsiteY0" fmla="*/ 0 h 293238"/>
              <a:gd name="connsiteX1" fmla="*/ 634819 w 1269637"/>
              <a:gd name="connsiteY1" fmla="*/ 259111 h 293238"/>
              <a:gd name="connsiteX2" fmla="*/ 1682 w 1269637"/>
              <a:gd name="connsiteY2" fmla="*/ 5198 h 293238"/>
              <a:gd name="connsiteX3" fmla="*/ 0 w 1269637"/>
              <a:gd name="connsiteY3" fmla="*/ 19663 h 293238"/>
              <a:gd name="connsiteX4" fmla="*/ 634819 w 1269637"/>
              <a:gd name="connsiteY4" fmla="*/ 293239 h 293238"/>
              <a:gd name="connsiteX5" fmla="*/ 1269638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5" y="145125"/>
                  <a:pt x="972054" y="258935"/>
                  <a:pt x="634819" y="259111"/>
                </a:cubicBezTo>
                <a:cubicBezTo>
                  <a:pt x="301928" y="259111"/>
                  <a:pt x="25615" y="148289"/>
                  <a:pt x="1682" y="5198"/>
                </a:cubicBezTo>
                <a:cubicBezTo>
                  <a:pt x="829" y="10020"/>
                  <a:pt x="276" y="14841"/>
                  <a:pt x="0" y="19663"/>
                </a:cubicBezTo>
                <a:cubicBezTo>
                  <a:pt x="0" y="170740"/>
                  <a:pt x="284223" y="293239"/>
                  <a:pt x="634819" y="293239"/>
                </a:cubicBezTo>
                <a:cubicBezTo>
                  <a:pt x="985414" y="293239"/>
                  <a:pt x="1269638" y="170765"/>
                  <a:pt x="1269638" y="19663"/>
                </a:cubicBezTo>
                <a:cubicBezTo>
                  <a:pt x="1269638" y="13109"/>
                  <a:pt x="1269060" y="6529"/>
                  <a:pt x="1267955" y="0"/>
                </a:cubicBezTo>
                <a:close/>
              </a:path>
            </a:pathLst>
          </a:custGeom>
          <a:solidFill>
            <a:srgbClr val="E1E8EB"/>
          </a:solidFill>
          <a:ln w="2511" cap="flat">
            <a:noFill/>
            <a:prstDash val="solid"/>
            <a:miter/>
          </a:ln>
        </p:spPr>
        <p:txBody>
          <a:bodyPr rtlCol="0" anchor="ctr"/>
          <a:lstStyle/>
          <a:p>
            <a:endParaRPr lang="en-IN"/>
          </a:p>
        </p:txBody>
      </p:sp>
      <p:sp>
        <p:nvSpPr>
          <p:cNvPr id="58" name="Freeform: Shape 57">
            <a:extLst>
              <a:ext uri="{FF2B5EF4-FFF2-40B4-BE49-F238E27FC236}">
                <a16:creationId xmlns:a16="http://schemas.microsoft.com/office/drawing/2014/main" id="{23F365EF-E973-A91E-A5E9-A228175CFDCB}"/>
              </a:ext>
            </a:extLst>
          </p:cNvPr>
          <p:cNvSpPr/>
          <p:nvPr/>
        </p:nvSpPr>
        <p:spPr>
          <a:xfrm>
            <a:off x="5303248" y="4958452"/>
            <a:ext cx="1528146" cy="698679"/>
          </a:xfrm>
          <a:custGeom>
            <a:avLst/>
            <a:gdLst>
              <a:gd name="connsiteX0" fmla="*/ 764073 w 1528146"/>
              <a:gd name="connsiteY0" fmla="*/ 0 h 698679"/>
              <a:gd name="connsiteX1" fmla="*/ 227394 w 1528146"/>
              <a:gd name="connsiteY1" fmla="*/ 99822 h 698679"/>
              <a:gd name="connsiteX2" fmla="*/ 62380 w 1528146"/>
              <a:gd name="connsiteY2" fmla="*/ 209765 h 698679"/>
              <a:gd name="connsiteX3" fmla="*/ 0 w 1528146"/>
              <a:gd name="connsiteY3" fmla="*/ 349315 h 698679"/>
              <a:gd name="connsiteX4" fmla="*/ 62380 w 1528146"/>
              <a:gd name="connsiteY4" fmla="*/ 488890 h 698679"/>
              <a:gd name="connsiteX5" fmla="*/ 227394 w 1528146"/>
              <a:gd name="connsiteY5" fmla="*/ 598833 h 698679"/>
              <a:gd name="connsiteX6" fmla="*/ 764073 w 1528146"/>
              <a:gd name="connsiteY6" fmla="*/ 698680 h 698679"/>
              <a:gd name="connsiteX7" fmla="*/ 1300752 w 1528146"/>
              <a:gd name="connsiteY7" fmla="*/ 598833 h 698679"/>
              <a:gd name="connsiteX8" fmla="*/ 1465766 w 1528146"/>
              <a:gd name="connsiteY8" fmla="*/ 488890 h 698679"/>
              <a:gd name="connsiteX9" fmla="*/ 1528146 w 1528146"/>
              <a:gd name="connsiteY9" fmla="*/ 349315 h 698679"/>
              <a:gd name="connsiteX10" fmla="*/ 1465766 w 1528146"/>
              <a:gd name="connsiteY10" fmla="*/ 209765 h 698679"/>
              <a:gd name="connsiteX11" fmla="*/ 1300752 w 1528146"/>
              <a:gd name="connsiteY11" fmla="*/ 99822 h 698679"/>
              <a:gd name="connsiteX12" fmla="*/ 764073 w 1528146"/>
              <a:gd name="connsiteY12" fmla="*/ 0 h 698679"/>
              <a:gd name="connsiteX13" fmla="*/ 764073 w 1528146"/>
              <a:gd name="connsiteY13" fmla="*/ 24158 h 698679"/>
              <a:gd name="connsiteX14" fmla="*/ 1290883 w 1528146"/>
              <a:gd name="connsiteY14" fmla="*/ 121871 h 698679"/>
              <a:gd name="connsiteX15" fmla="*/ 1448188 w 1528146"/>
              <a:gd name="connsiteY15" fmla="*/ 226339 h 698679"/>
              <a:gd name="connsiteX16" fmla="*/ 1503988 w 1528146"/>
              <a:gd name="connsiteY16" fmla="*/ 349315 h 698679"/>
              <a:gd name="connsiteX17" fmla="*/ 1448188 w 1528146"/>
              <a:gd name="connsiteY17" fmla="*/ 472291 h 698679"/>
              <a:gd name="connsiteX18" fmla="*/ 1290883 w 1528146"/>
              <a:gd name="connsiteY18" fmla="*/ 576759 h 698679"/>
              <a:gd name="connsiteX19" fmla="*/ 764073 w 1528146"/>
              <a:gd name="connsiteY19" fmla="*/ 674471 h 698679"/>
              <a:gd name="connsiteX20" fmla="*/ 237263 w 1528146"/>
              <a:gd name="connsiteY20" fmla="*/ 576759 h 698679"/>
              <a:gd name="connsiteX21" fmla="*/ 79958 w 1528146"/>
              <a:gd name="connsiteY21" fmla="*/ 472291 h 698679"/>
              <a:gd name="connsiteX22" fmla="*/ 24158 w 1528146"/>
              <a:gd name="connsiteY22" fmla="*/ 349315 h 698679"/>
              <a:gd name="connsiteX23" fmla="*/ 79958 w 1528146"/>
              <a:gd name="connsiteY23" fmla="*/ 226339 h 698679"/>
              <a:gd name="connsiteX24" fmla="*/ 237263 w 1528146"/>
              <a:gd name="connsiteY24" fmla="*/ 121871 h 698679"/>
              <a:gd name="connsiteX25" fmla="*/ 764073 w 1528146"/>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46" h="698679">
                <a:moveTo>
                  <a:pt x="764073" y="0"/>
                </a:moveTo>
                <a:cubicBezTo>
                  <a:pt x="554936" y="0"/>
                  <a:pt x="365563" y="37870"/>
                  <a:pt x="227394" y="99822"/>
                </a:cubicBezTo>
                <a:cubicBezTo>
                  <a:pt x="158309" y="130811"/>
                  <a:pt x="101957" y="167802"/>
                  <a:pt x="62380" y="209765"/>
                </a:cubicBezTo>
                <a:cubicBezTo>
                  <a:pt x="22802" y="251727"/>
                  <a:pt x="0" y="299115"/>
                  <a:pt x="0" y="349315"/>
                </a:cubicBezTo>
                <a:cubicBezTo>
                  <a:pt x="0" y="399515"/>
                  <a:pt x="22827" y="446927"/>
                  <a:pt x="62380" y="488890"/>
                </a:cubicBezTo>
                <a:cubicBezTo>
                  <a:pt x="101932" y="530853"/>
                  <a:pt x="158284" y="567844"/>
                  <a:pt x="227394" y="598833"/>
                </a:cubicBezTo>
                <a:cubicBezTo>
                  <a:pt x="365563" y="660810"/>
                  <a:pt x="554961" y="698680"/>
                  <a:pt x="764073" y="698680"/>
                </a:cubicBezTo>
                <a:cubicBezTo>
                  <a:pt x="973210" y="698680"/>
                  <a:pt x="1162583" y="660810"/>
                  <a:pt x="1300752" y="598833"/>
                </a:cubicBezTo>
                <a:cubicBezTo>
                  <a:pt x="1369837" y="567844"/>
                  <a:pt x="1426214" y="530853"/>
                  <a:pt x="1465766" y="488890"/>
                </a:cubicBezTo>
                <a:cubicBezTo>
                  <a:pt x="1505319" y="446927"/>
                  <a:pt x="1528146" y="399540"/>
                  <a:pt x="1528146" y="349315"/>
                </a:cubicBezTo>
                <a:cubicBezTo>
                  <a:pt x="1528146" y="299090"/>
                  <a:pt x="1505319" y="251703"/>
                  <a:pt x="1465766" y="209765"/>
                </a:cubicBezTo>
                <a:cubicBezTo>
                  <a:pt x="1426214" y="167827"/>
                  <a:pt x="1369837" y="130811"/>
                  <a:pt x="1300752" y="99822"/>
                </a:cubicBezTo>
                <a:cubicBezTo>
                  <a:pt x="1162583" y="37845"/>
                  <a:pt x="973185" y="0"/>
                  <a:pt x="764073" y="0"/>
                </a:cubicBezTo>
                <a:close/>
                <a:moveTo>
                  <a:pt x="764073" y="24158"/>
                </a:moveTo>
                <a:cubicBezTo>
                  <a:pt x="970272" y="24158"/>
                  <a:pt x="1156883" y="61777"/>
                  <a:pt x="1290883" y="121871"/>
                </a:cubicBezTo>
                <a:cubicBezTo>
                  <a:pt x="1357883" y="151905"/>
                  <a:pt x="1411649" y="187590"/>
                  <a:pt x="1448188" y="226339"/>
                </a:cubicBezTo>
                <a:cubicBezTo>
                  <a:pt x="1484726" y="265087"/>
                  <a:pt x="1503988" y="306397"/>
                  <a:pt x="1503988" y="349315"/>
                </a:cubicBezTo>
                <a:cubicBezTo>
                  <a:pt x="1503988" y="392232"/>
                  <a:pt x="1484726" y="433542"/>
                  <a:pt x="1448188" y="472291"/>
                </a:cubicBezTo>
                <a:cubicBezTo>
                  <a:pt x="1411649" y="511039"/>
                  <a:pt x="1357858" y="546699"/>
                  <a:pt x="1290883" y="576759"/>
                </a:cubicBezTo>
                <a:cubicBezTo>
                  <a:pt x="1156883" y="636853"/>
                  <a:pt x="970272" y="674471"/>
                  <a:pt x="764073" y="674471"/>
                </a:cubicBezTo>
                <a:cubicBezTo>
                  <a:pt x="557874" y="674471"/>
                  <a:pt x="371263" y="636853"/>
                  <a:pt x="237263" y="576759"/>
                </a:cubicBezTo>
                <a:cubicBezTo>
                  <a:pt x="170263" y="546724"/>
                  <a:pt x="116497" y="511039"/>
                  <a:pt x="79958" y="472291"/>
                </a:cubicBezTo>
                <a:cubicBezTo>
                  <a:pt x="43420" y="433542"/>
                  <a:pt x="24158" y="392232"/>
                  <a:pt x="24158" y="349315"/>
                </a:cubicBezTo>
                <a:cubicBezTo>
                  <a:pt x="24158" y="306397"/>
                  <a:pt x="43420" y="265087"/>
                  <a:pt x="79958" y="226339"/>
                </a:cubicBezTo>
                <a:cubicBezTo>
                  <a:pt x="116497" y="187590"/>
                  <a:pt x="170288" y="151931"/>
                  <a:pt x="237263" y="121871"/>
                </a:cubicBezTo>
                <a:cubicBezTo>
                  <a:pt x="371263" y="61777"/>
                  <a:pt x="557874" y="24158"/>
                  <a:pt x="764073" y="24158"/>
                </a:cubicBezTo>
                <a:close/>
              </a:path>
            </a:pathLst>
          </a:custGeom>
          <a:solidFill>
            <a:srgbClr val="310E6E"/>
          </a:solidFill>
          <a:ln w="2511" cap="flat">
            <a:noFill/>
            <a:prstDash val="solid"/>
            <a:miter/>
          </a:ln>
        </p:spPr>
        <p:txBody>
          <a:bodyPr rtlCol="0" anchor="ctr"/>
          <a:lstStyle/>
          <a:p>
            <a:endParaRPr lang="en-IN"/>
          </a:p>
        </p:txBody>
      </p:sp>
      <p:sp>
        <p:nvSpPr>
          <p:cNvPr id="59" name="Freeform: Shape 58">
            <a:extLst>
              <a:ext uri="{FF2B5EF4-FFF2-40B4-BE49-F238E27FC236}">
                <a16:creationId xmlns:a16="http://schemas.microsoft.com/office/drawing/2014/main" id="{40861EA1-BDA1-CBE0-A635-D626038D7923}"/>
              </a:ext>
            </a:extLst>
          </p:cNvPr>
          <p:cNvSpPr/>
          <p:nvPr/>
        </p:nvSpPr>
        <p:spPr>
          <a:xfrm>
            <a:off x="6055242" y="5642290"/>
            <a:ext cx="24157" cy="314483"/>
          </a:xfrm>
          <a:custGeom>
            <a:avLst/>
            <a:gdLst>
              <a:gd name="connsiteX0" fmla="*/ 0 w 24157"/>
              <a:gd name="connsiteY0" fmla="*/ 0 h 314483"/>
              <a:gd name="connsiteX1" fmla="*/ 0 w 24157"/>
              <a:gd name="connsiteY1" fmla="*/ 314484 h 314483"/>
              <a:gd name="connsiteX2" fmla="*/ 24158 w 24157"/>
              <a:gd name="connsiteY2" fmla="*/ 314484 h 314483"/>
              <a:gd name="connsiteX3" fmla="*/ 24158 w 24157"/>
              <a:gd name="connsiteY3" fmla="*/ 0 h 314483"/>
              <a:gd name="connsiteX4" fmla="*/ 0 w 24157"/>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7" h="314483">
                <a:moveTo>
                  <a:pt x="0" y="0"/>
                </a:moveTo>
                <a:lnTo>
                  <a:pt x="0" y="314484"/>
                </a:lnTo>
                <a:lnTo>
                  <a:pt x="24158" y="314484"/>
                </a:lnTo>
                <a:lnTo>
                  <a:pt x="24158" y="0"/>
                </a:lnTo>
                <a:lnTo>
                  <a:pt x="0" y="0"/>
                </a:lnTo>
                <a:close/>
              </a:path>
            </a:pathLst>
          </a:custGeom>
          <a:solidFill>
            <a:srgbClr val="310E6E"/>
          </a:solidFill>
          <a:ln w="2511" cap="flat">
            <a:noFill/>
            <a:prstDash val="solid"/>
            <a:miter/>
          </a:ln>
        </p:spPr>
        <p:txBody>
          <a:bodyPr rtlCol="0" anchor="ctr"/>
          <a:lstStyle/>
          <a:p>
            <a:endParaRPr lang="en-IN"/>
          </a:p>
        </p:txBody>
      </p:sp>
      <p:sp>
        <p:nvSpPr>
          <p:cNvPr id="60" name="Freeform: Shape 59">
            <a:extLst>
              <a:ext uri="{FF2B5EF4-FFF2-40B4-BE49-F238E27FC236}">
                <a16:creationId xmlns:a16="http://schemas.microsoft.com/office/drawing/2014/main" id="{9EEB6EB6-7C6E-BB6F-80F3-3B013F26A0B0}"/>
              </a:ext>
            </a:extLst>
          </p:cNvPr>
          <p:cNvSpPr/>
          <p:nvPr/>
        </p:nvSpPr>
        <p:spPr>
          <a:xfrm>
            <a:off x="5983671" y="5885178"/>
            <a:ext cx="167299" cy="167299"/>
          </a:xfrm>
          <a:custGeom>
            <a:avLst/>
            <a:gdLst>
              <a:gd name="connsiteX0" fmla="*/ 167299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0 w 167299"/>
              <a:gd name="connsiteY4" fmla="*/ 83650 h 167299"/>
              <a:gd name="connsiteX5" fmla="*/ 83650 w 167299"/>
              <a:gd name="connsiteY5" fmla="*/ 0 h 167299"/>
              <a:gd name="connsiteX6" fmla="*/ 83650 w 167299"/>
              <a:gd name="connsiteY6" fmla="*/ 0 h 167299"/>
              <a:gd name="connsiteX7" fmla="*/ 167299 w 167299"/>
              <a:gd name="connsiteY7" fmla="*/ 83650 h 167299"/>
              <a:gd name="connsiteX8" fmla="*/ 167299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299" y="83650"/>
                </a:moveTo>
                <a:cubicBezTo>
                  <a:pt x="167299" y="129857"/>
                  <a:pt x="129857" y="167299"/>
                  <a:pt x="83650" y="167299"/>
                </a:cubicBezTo>
                <a:lnTo>
                  <a:pt x="83650" y="167299"/>
                </a:lnTo>
                <a:cubicBezTo>
                  <a:pt x="37443" y="167299"/>
                  <a:pt x="0" y="129857"/>
                  <a:pt x="0" y="83650"/>
                </a:cubicBezTo>
                <a:lnTo>
                  <a:pt x="0" y="83650"/>
                </a:lnTo>
                <a:cubicBezTo>
                  <a:pt x="0" y="37443"/>
                  <a:pt x="37443" y="0"/>
                  <a:pt x="83650" y="0"/>
                </a:cubicBezTo>
                <a:lnTo>
                  <a:pt x="83650" y="0"/>
                </a:ln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61" name="Freeform: Shape 60">
            <a:extLst>
              <a:ext uri="{FF2B5EF4-FFF2-40B4-BE49-F238E27FC236}">
                <a16:creationId xmlns:a16="http://schemas.microsoft.com/office/drawing/2014/main" id="{31C1983F-0BBC-E8F8-B53B-BDFAA3B60B06}"/>
              </a:ext>
            </a:extLst>
          </p:cNvPr>
          <p:cNvSpPr/>
          <p:nvPr/>
        </p:nvSpPr>
        <p:spPr>
          <a:xfrm>
            <a:off x="6021441"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45881 w 91761"/>
              <a:gd name="connsiteY4" fmla="*/ 0 h 91761"/>
              <a:gd name="connsiteX5" fmla="*/ 91761 w 91761"/>
              <a:gd name="connsiteY5" fmla="*/ 45881 h 91761"/>
              <a:gd name="connsiteX6" fmla="*/ 91761 w 91761"/>
              <a:gd name="connsiteY6"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761" h="91761">
                <a:moveTo>
                  <a:pt x="91761" y="45881"/>
                </a:moveTo>
                <a:cubicBezTo>
                  <a:pt x="91761" y="71219"/>
                  <a:pt x="71219" y="91761"/>
                  <a:pt x="45881" y="91761"/>
                </a:cubicBezTo>
                <a:lnTo>
                  <a:pt x="45881" y="91761"/>
                </a:lnTo>
                <a:cubicBezTo>
                  <a:pt x="20542" y="91761"/>
                  <a:pt x="0" y="71219"/>
                  <a:pt x="0" y="45881"/>
                </a:cubicBezTo>
                <a:cubicBezTo>
                  <a:pt x="0" y="20542"/>
                  <a:pt x="20542" y="0"/>
                  <a:pt x="45881" y="0"/>
                </a:cubicBezTo>
                <a:cubicBezTo>
                  <a:pt x="71219" y="0"/>
                  <a:pt x="91761" y="20542"/>
                  <a:pt x="91761" y="45881"/>
                </a:cubicBezTo>
                <a:lnTo>
                  <a:pt x="91761" y="45881"/>
                </a:lnTo>
                <a:close/>
              </a:path>
            </a:pathLst>
          </a:custGeom>
          <a:solidFill>
            <a:srgbClr val="4A2E7D"/>
          </a:solidFill>
          <a:ln w="2511" cap="flat">
            <a:noFill/>
            <a:prstDash val="solid"/>
            <a:miter/>
          </a:ln>
        </p:spPr>
        <p:txBody>
          <a:bodyPr rtlCol="0" anchor="ctr"/>
          <a:lstStyle/>
          <a:p>
            <a:endParaRPr lang="en-IN"/>
          </a:p>
        </p:txBody>
      </p:sp>
      <p:sp>
        <p:nvSpPr>
          <p:cNvPr id="62" name="Freeform: Shape 61">
            <a:extLst>
              <a:ext uri="{FF2B5EF4-FFF2-40B4-BE49-F238E27FC236}">
                <a16:creationId xmlns:a16="http://schemas.microsoft.com/office/drawing/2014/main" id="{1596A428-B46B-A9CD-D810-F6D3060C5B0A}"/>
              </a:ext>
            </a:extLst>
          </p:cNvPr>
          <p:cNvSpPr/>
          <p:nvPr/>
        </p:nvSpPr>
        <p:spPr>
          <a:xfrm>
            <a:off x="5973551" y="587505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300 w 187539"/>
              <a:gd name="connsiteY6" fmla="*/ 93745 h 187540"/>
              <a:gd name="connsiteX7" fmla="*/ 93770 w 187539"/>
              <a:gd name="connsiteY7" fmla="*/ 167275 h 187540"/>
              <a:gd name="connsiteX8" fmla="*/ 20241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4" y="0"/>
                  <a:pt x="0" y="42114"/>
                  <a:pt x="0" y="93770"/>
                </a:cubicBezTo>
                <a:cubicBezTo>
                  <a:pt x="0" y="145427"/>
                  <a:pt x="42114" y="187540"/>
                  <a:pt x="93770" y="187540"/>
                </a:cubicBezTo>
                <a:cubicBezTo>
                  <a:pt x="145426" y="187540"/>
                  <a:pt x="187540" y="145427"/>
                  <a:pt x="187540" y="93770"/>
                </a:cubicBezTo>
                <a:cubicBezTo>
                  <a:pt x="187540" y="42114"/>
                  <a:pt x="145426" y="0"/>
                  <a:pt x="93770" y="0"/>
                </a:cubicBezTo>
                <a:close/>
                <a:moveTo>
                  <a:pt x="93770" y="20216"/>
                </a:moveTo>
                <a:cubicBezTo>
                  <a:pt x="134503" y="20216"/>
                  <a:pt x="167300" y="53013"/>
                  <a:pt x="167300" y="93745"/>
                </a:cubicBezTo>
                <a:cubicBezTo>
                  <a:pt x="167300" y="134478"/>
                  <a:pt x="134503" y="167275"/>
                  <a:pt x="93770" y="167275"/>
                </a:cubicBezTo>
                <a:cubicBezTo>
                  <a:pt x="53038" y="167275"/>
                  <a:pt x="20241" y="134478"/>
                  <a:pt x="20241" y="93745"/>
                </a:cubicBezTo>
                <a:cubicBezTo>
                  <a:pt x="20241" y="53013"/>
                  <a:pt x="53038" y="20216"/>
                  <a:pt x="93770" y="20216"/>
                </a:cubicBezTo>
                <a:close/>
              </a:path>
            </a:pathLst>
          </a:custGeom>
          <a:solidFill>
            <a:srgbClr val="310E6E"/>
          </a:solidFill>
          <a:ln w="2511" cap="flat">
            <a:noFill/>
            <a:prstDash val="solid"/>
            <a:miter/>
          </a:ln>
        </p:spPr>
        <p:txBody>
          <a:bodyPr rtlCol="0" anchor="ctr"/>
          <a:lstStyle/>
          <a:p>
            <a:endParaRPr lang="en-IN"/>
          </a:p>
        </p:txBody>
      </p:sp>
      <p:sp>
        <p:nvSpPr>
          <p:cNvPr id="1216" name="Freeform: Shape 1215">
            <a:extLst>
              <a:ext uri="{FF2B5EF4-FFF2-40B4-BE49-F238E27FC236}">
                <a16:creationId xmlns:a16="http://schemas.microsoft.com/office/drawing/2014/main" id="{8C97907E-D9D6-EA0B-3D9E-875AEEBFFF96}"/>
              </a:ext>
            </a:extLst>
          </p:cNvPr>
          <p:cNvSpPr/>
          <p:nvPr/>
        </p:nvSpPr>
        <p:spPr>
          <a:xfrm>
            <a:off x="5432477" y="4800117"/>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4" y="745339"/>
                </a:cubicBezTo>
                <a:cubicBezTo>
                  <a:pt x="985439" y="745339"/>
                  <a:pt x="1269663" y="622865"/>
                  <a:pt x="1269663" y="471763"/>
                </a:cubicBezTo>
                <a:lnTo>
                  <a:pt x="1269663" y="0"/>
                </a:lnTo>
                <a:lnTo>
                  <a:pt x="0" y="0"/>
                </a:lnTo>
                <a:close/>
              </a:path>
            </a:pathLst>
          </a:custGeom>
          <a:solidFill>
            <a:srgbClr val="4A2E7D"/>
          </a:solidFill>
          <a:ln w="2511" cap="flat">
            <a:noFill/>
            <a:prstDash val="solid"/>
            <a:miter/>
          </a:ln>
        </p:spPr>
        <p:txBody>
          <a:bodyPr rtlCol="0" anchor="ctr"/>
          <a:lstStyle/>
          <a:p>
            <a:endParaRPr lang="en-IN"/>
          </a:p>
        </p:txBody>
      </p:sp>
      <p:sp>
        <p:nvSpPr>
          <p:cNvPr id="1217" name="Freeform: Shape 1216">
            <a:extLst>
              <a:ext uri="{FF2B5EF4-FFF2-40B4-BE49-F238E27FC236}">
                <a16:creationId xmlns:a16="http://schemas.microsoft.com/office/drawing/2014/main" id="{D1DD7CF8-AE2B-B158-D4F6-E2911142425A}"/>
              </a:ext>
            </a:extLst>
          </p:cNvPr>
          <p:cNvSpPr/>
          <p:nvPr/>
        </p:nvSpPr>
        <p:spPr>
          <a:xfrm>
            <a:off x="5432527" y="4509968"/>
            <a:ext cx="1269637" cy="547151"/>
          </a:xfrm>
          <a:custGeom>
            <a:avLst/>
            <a:gdLst>
              <a:gd name="connsiteX0" fmla="*/ 1269637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0 w 1269637"/>
              <a:gd name="connsiteY4" fmla="*/ 273576 h 547151"/>
              <a:gd name="connsiteX5" fmla="*/ 634819 w 1269637"/>
              <a:gd name="connsiteY5" fmla="*/ 0 h 547151"/>
              <a:gd name="connsiteX6" fmla="*/ 1269637 w 1269637"/>
              <a:gd name="connsiteY6" fmla="*/ 273576 h 547151"/>
              <a:gd name="connsiteX7" fmla="*/ 1269637 w 1269637"/>
              <a:gd name="connsiteY7"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9637" h="547151">
                <a:moveTo>
                  <a:pt x="1269637" y="273576"/>
                </a:moveTo>
                <a:cubicBezTo>
                  <a:pt x="1269637" y="424652"/>
                  <a:pt x="985414" y="547151"/>
                  <a:pt x="634819" y="547151"/>
                </a:cubicBezTo>
                <a:lnTo>
                  <a:pt x="634819" y="547151"/>
                </a:lnTo>
                <a:cubicBezTo>
                  <a:pt x="284223" y="547151"/>
                  <a:pt x="0" y="424677"/>
                  <a:pt x="0" y="273576"/>
                </a:cubicBezTo>
                <a:lnTo>
                  <a:pt x="0" y="273576"/>
                </a:lnTo>
                <a:cubicBezTo>
                  <a:pt x="0" y="122499"/>
                  <a:pt x="284223" y="0"/>
                  <a:pt x="634819" y="0"/>
                </a:cubicBezTo>
                <a:cubicBezTo>
                  <a:pt x="985414" y="0"/>
                  <a:pt x="1269637" y="122474"/>
                  <a:pt x="1269637" y="273576"/>
                </a:cubicBezTo>
                <a:lnTo>
                  <a:pt x="1269637" y="273576"/>
                </a:lnTo>
                <a:close/>
              </a:path>
            </a:pathLst>
          </a:custGeom>
          <a:solidFill>
            <a:srgbClr val="7E68A4"/>
          </a:solidFill>
          <a:ln w="2511" cap="flat">
            <a:noFill/>
            <a:prstDash val="solid"/>
            <a:miter/>
          </a:ln>
        </p:spPr>
        <p:txBody>
          <a:bodyPr rtlCol="0" anchor="ctr"/>
          <a:lstStyle/>
          <a:p>
            <a:endParaRPr lang="en-IN"/>
          </a:p>
        </p:txBody>
      </p:sp>
      <p:sp>
        <p:nvSpPr>
          <p:cNvPr id="1218" name="Freeform: Shape 1217">
            <a:extLst>
              <a:ext uri="{FF2B5EF4-FFF2-40B4-BE49-F238E27FC236}">
                <a16:creationId xmlns:a16="http://schemas.microsoft.com/office/drawing/2014/main" id="{7B9494D0-78F9-CC42-6B97-3CB47B40E039}"/>
              </a:ext>
            </a:extLst>
          </p:cNvPr>
          <p:cNvSpPr/>
          <p:nvPr/>
        </p:nvSpPr>
        <p:spPr>
          <a:xfrm>
            <a:off x="5432527" y="4800117"/>
            <a:ext cx="1269637" cy="293238"/>
          </a:xfrm>
          <a:custGeom>
            <a:avLst/>
            <a:gdLst>
              <a:gd name="connsiteX0" fmla="*/ 1267955 w 1269637"/>
              <a:gd name="connsiteY0" fmla="*/ 0 h 293238"/>
              <a:gd name="connsiteX1" fmla="*/ 634819 w 1269637"/>
              <a:gd name="connsiteY1" fmla="*/ 259111 h 293238"/>
              <a:gd name="connsiteX2" fmla="*/ 1682 w 1269637"/>
              <a:gd name="connsiteY2" fmla="*/ 5198 h 293238"/>
              <a:gd name="connsiteX3" fmla="*/ 0 w 1269637"/>
              <a:gd name="connsiteY3" fmla="*/ 19663 h 293238"/>
              <a:gd name="connsiteX4" fmla="*/ 634819 w 1269637"/>
              <a:gd name="connsiteY4" fmla="*/ 293238 h 293238"/>
              <a:gd name="connsiteX5" fmla="*/ 1269637 w 1269637"/>
              <a:gd name="connsiteY5" fmla="*/ 19663 h 293238"/>
              <a:gd name="connsiteX6" fmla="*/ 1267955 w 1269637"/>
              <a:gd name="connsiteY6" fmla="*/ 0 h 293238"/>
              <a:gd name="connsiteX7" fmla="*/ 1267955 w 1269637"/>
              <a:gd name="connsiteY7"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9637" h="293238">
                <a:moveTo>
                  <a:pt x="1267955" y="0"/>
                </a:moveTo>
                <a:cubicBezTo>
                  <a:pt x="1250125" y="145125"/>
                  <a:pt x="972054" y="258935"/>
                  <a:pt x="634819" y="259111"/>
                </a:cubicBezTo>
                <a:cubicBezTo>
                  <a:pt x="301928" y="259111"/>
                  <a:pt x="25615" y="148289"/>
                  <a:pt x="1682" y="5198"/>
                </a:cubicBezTo>
                <a:cubicBezTo>
                  <a:pt x="829" y="10020"/>
                  <a:pt x="276" y="14841"/>
                  <a:pt x="0" y="19663"/>
                </a:cubicBezTo>
                <a:cubicBezTo>
                  <a:pt x="0" y="170740"/>
                  <a:pt x="284223" y="293238"/>
                  <a:pt x="634819" y="293238"/>
                </a:cubicBezTo>
                <a:cubicBezTo>
                  <a:pt x="985414" y="293238"/>
                  <a:pt x="1269637" y="170765"/>
                  <a:pt x="1269637" y="19663"/>
                </a:cubicBezTo>
                <a:cubicBezTo>
                  <a:pt x="1269637" y="13109"/>
                  <a:pt x="1269060" y="6529"/>
                  <a:pt x="1267955" y="0"/>
                </a:cubicBezTo>
                <a:lnTo>
                  <a:pt x="1267955" y="0"/>
                </a:lnTo>
                <a:close/>
              </a:path>
            </a:pathLst>
          </a:custGeom>
          <a:solidFill>
            <a:srgbClr val="E5E1ED"/>
          </a:solidFill>
          <a:ln w="2511" cap="flat">
            <a:noFill/>
            <a:prstDash val="solid"/>
            <a:miter/>
          </a:ln>
        </p:spPr>
        <p:txBody>
          <a:bodyPr rtlCol="0" anchor="ctr"/>
          <a:lstStyle/>
          <a:p>
            <a:endParaRPr lang="en-IN"/>
          </a:p>
        </p:txBody>
      </p:sp>
      <p:sp>
        <p:nvSpPr>
          <p:cNvPr id="1223" name="Freeform: Shape 1222">
            <a:extLst>
              <a:ext uri="{FF2B5EF4-FFF2-40B4-BE49-F238E27FC236}">
                <a16:creationId xmlns:a16="http://schemas.microsoft.com/office/drawing/2014/main" id="{0EA901F3-BADE-45DD-7000-797D53E1449B}"/>
              </a:ext>
            </a:extLst>
          </p:cNvPr>
          <p:cNvSpPr/>
          <p:nvPr/>
        </p:nvSpPr>
        <p:spPr>
          <a:xfrm>
            <a:off x="7667163" y="4014222"/>
            <a:ext cx="1528170" cy="698679"/>
          </a:xfrm>
          <a:custGeom>
            <a:avLst/>
            <a:gdLst>
              <a:gd name="connsiteX0" fmla="*/ 764073 w 1528170"/>
              <a:gd name="connsiteY0" fmla="*/ 0 h 698679"/>
              <a:gd name="connsiteX1" fmla="*/ 227394 w 1528170"/>
              <a:gd name="connsiteY1" fmla="*/ 99822 h 698679"/>
              <a:gd name="connsiteX2" fmla="*/ 62380 w 1528170"/>
              <a:gd name="connsiteY2" fmla="*/ 209765 h 698679"/>
              <a:gd name="connsiteX3" fmla="*/ 0 w 1528170"/>
              <a:gd name="connsiteY3" fmla="*/ 349315 h 698679"/>
              <a:gd name="connsiteX4" fmla="*/ 62380 w 1528170"/>
              <a:gd name="connsiteY4" fmla="*/ 488890 h 698679"/>
              <a:gd name="connsiteX5" fmla="*/ 227394 w 1528170"/>
              <a:gd name="connsiteY5" fmla="*/ 598832 h 698679"/>
              <a:gd name="connsiteX6" fmla="*/ 764073 w 1528170"/>
              <a:gd name="connsiteY6" fmla="*/ 698680 h 698679"/>
              <a:gd name="connsiteX7" fmla="*/ 1300753 w 1528170"/>
              <a:gd name="connsiteY7" fmla="*/ 598832 h 698679"/>
              <a:gd name="connsiteX8" fmla="*/ 1465767 w 1528170"/>
              <a:gd name="connsiteY8" fmla="*/ 488890 h 698679"/>
              <a:gd name="connsiteX9" fmla="*/ 1528171 w 1528170"/>
              <a:gd name="connsiteY9" fmla="*/ 349315 h 698679"/>
              <a:gd name="connsiteX10" fmla="*/ 1465767 w 1528170"/>
              <a:gd name="connsiteY10" fmla="*/ 209765 h 698679"/>
              <a:gd name="connsiteX11" fmla="*/ 1300753 w 1528170"/>
              <a:gd name="connsiteY11" fmla="*/ 99822 h 698679"/>
              <a:gd name="connsiteX12" fmla="*/ 764073 w 1528170"/>
              <a:gd name="connsiteY12" fmla="*/ 0 h 698679"/>
              <a:gd name="connsiteX13" fmla="*/ 764073 w 1528170"/>
              <a:gd name="connsiteY13" fmla="*/ 24158 h 698679"/>
              <a:gd name="connsiteX14" fmla="*/ 1290883 w 1528170"/>
              <a:gd name="connsiteY14" fmla="*/ 121871 h 698679"/>
              <a:gd name="connsiteX15" fmla="*/ 1448188 w 1528170"/>
              <a:gd name="connsiteY15" fmla="*/ 226339 h 698679"/>
              <a:gd name="connsiteX16" fmla="*/ 1503988 w 1528170"/>
              <a:gd name="connsiteY16" fmla="*/ 349315 h 698679"/>
              <a:gd name="connsiteX17" fmla="*/ 1448188 w 1528170"/>
              <a:gd name="connsiteY17" fmla="*/ 472291 h 698679"/>
              <a:gd name="connsiteX18" fmla="*/ 1290883 w 1528170"/>
              <a:gd name="connsiteY18" fmla="*/ 576759 h 698679"/>
              <a:gd name="connsiteX19" fmla="*/ 764073 w 1528170"/>
              <a:gd name="connsiteY19" fmla="*/ 674471 h 698679"/>
              <a:gd name="connsiteX20" fmla="*/ 237263 w 1528170"/>
              <a:gd name="connsiteY20" fmla="*/ 576759 h 698679"/>
              <a:gd name="connsiteX21" fmla="*/ 79958 w 1528170"/>
              <a:gd name="connsiteY21" fmla="*/ 472291 h 698679"/>
              <a:gd name="connsiteX22" fmla="*/ 24159 w 1528170"/>
              <a:gd name="connsiteY22" fmla="*/ 349315 h 698679"/>
              <a:gd name="connsiteX23" fmla="*/ 79958 w 1528170"/>
              <a:gd name="connsiteY23" fmla="*/ 226339 h 698679"/>
              <a:gd name="connsiteX24" fmla="*/ 237263 w 1528170"/>
              <a:gd name="connsiteY24" fmla="*/ 121871 h 698679"/>
              <a:gd name="connsiteX25" fmla="*/ 764073 w 1528170"/>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70" h="698679">
                <a:moveTo>
                  <a:pt x="764073" y="0"/>
                </a:moveTo>
                <a:cubicBezTo>
                  <a:pt x="554936" y="0"/>
                  <a:pt x="365563" y="37870"/>
                  <a:pt x="227394" y="99822"/>
                </a:cubicBezTo>
                <a:cubicBezTo>
                  <a:pt x="158309" y="130811"/>
                  <a:pt x="101957" y="167802"/>
                  <a:pt x="62380" y="209765"/>
                </a:cubicBezTo>
                <a:cubicBezTo>
                  <a:pt x="22802" y="251728"/>
                  <a:pt x="0" y="299115"/>
                  <a:pt x="0" y="349315"/>
                </a:cubicBezTo>
                <a:cubicBezTo>
                  <a:pt x="0" y="399515"/>
                  <a:pt x="22827" y="446927"/>
                  <a:pt x="62380" y="488890"/>
                </a:cubicBezTo>
                <a:cubicBezTo>
                  <a:pt x="101932" y="530853"/>
                  <a:pt x="158284" y="567844"/>
                  <a:pt x="227394" y="598832"/>
                </a:cubicBezTo>
                <a:cubicBezTo>
                  <a:pt x="365563" y="660810"/>
                  <a:pt x="554961" y="698680"/>
                  <a:pt x="764073" y="698680"/>
                </a:cubicBezTo>
                <a:cubicBezTo>
                  <a:pt x="973210" y="698680"/>
                  <a:pt x="1162584" y="660810"/>
                  <a:pt x="1300753" y="598832"/>
                </a:cubicBezTo>
                <a:cubicBezTo>
                  <a:pt x="1369837" y="567844"/>
                  <a:pt x="1426189" y="530853"/>
                  <a:pt x="1465767" y="488890"/>
                </a:cubicBezTo>
                <a:cubicBezTo>
                  <a:pt x="1505344" y="446927"/>
                  <a:pt x="1528171" y="399540"/>
                  <a:pt x="1528171" y="349315"/>
                </a:cubicBezTo>
                <a:cubicBezTo>
                  <a:pt x="1528171" y="299090"/>
                  <a:pt x="1505344" y="251702"/>
                  <a:pt x="1465767" y="209765"/>
                </a:cubicBezTo>
                <a:cubicBezTo>
                  <a:pt x="1426189" y="167827"/>
                  <a:pt x="1369862" y="130811"/>
                  <a:pt x="1300753" y="99822"/>
                </a:cubicBezTo>
                <a:cubicBezTo>
                  <a:pt x="1162584" y="37845"/>
                  <a:pt x="973185" y="0"/>
                  <a:pt x="764073" y="0"/>
                </a:cubicBezTo>
                <a:close/>
                <a:moveTo>
                  <a:pt x="764073" y="24158"/>
                </a:moveTo>
                <a:cubicBezTo>
                  <a:pt x="970272" y="24158"/>
                  <a:pt x="1156883" y="61777"/>
                  <a:pt x="1290883" y="121871"/>
                </a:cubicBezTo>
                <a:cubicBezTo>
                  <a:pt x="1357884" y="151905"/>
                  <a:pt x="1411649" y="187590"/>
                  <a:pt x="1448188" y="226339"/>
                </a:cubicBezTo>
                <a:cubicBezTo>
                  <a:pt x="1484726" y="265087"/>
                  <a:pt x="1503988" y="306398"/>
                  <a:pt x="1503988" y="349315"/>
                </a:cubicBezTo>
                <a:cubicBezTo>
                  <a:pt x="1503988" y="392232"/>
                  <a:pt x="1484726" y="433542"/>
                  <a:pt x="1448188" y="472291"/>
                </a:cubicBezTo>
                <a:cubicBezTo>
                  <a:pt x="1411649" y="511039"/>
                  <a:pt x="1357884" y="546699"/>
                  <a:pt x="1290883" y="576759"/>
                </a:cubicBezTo>
                <a:cubicBezTo>
                  <a:pt x="1156883" y="636853"/>
                  <a:pt x="970272" y="674471"/>
                  <a:pt x="764073" y="674471"/>
                </a:cubicBezTo>
                <a:cubicBezTo>
                  <a:pt x="557875" y="674471"/>
                  <a:pt x="371263" y="636853"/>
                  <a:pt x="237263" y="576759"/>
                </a:cubicBezTo>
                <a:cubicBezTo>
                  <a:pt x="170263" y="546724"/>
                  <a:pt x="116497" y="511039"/>
                  <a:pt x="79958" y="472291"/>
                </a:cubicBezTo>
                <a:cubicBezTo>
                  <a:pt x="43420" y="433542"/>
                  <a:pt x="24159" y="392232"/>
                  <a:pt x="24159" y="349315"/>
                </a:cubicBezTo>
                <a:cubicBezTo>
                  <a:pt x="24159" y="306398"/>
                  <a:pt x="43420" y="265087"/>
                  <a:pt x="79958" y="226339"/>
                </a:cubicBezTo>
                <a:cubicBezTo>
                  <a:pt x="116497" y="187590"/>
                  <a:pt x="170263" y="151931"/>
                  <a:pt x="237263" y="121871"/>
                </a:cubicBezTo>
                <a:cubicBezTo>
                  <a:pt x="371263" y="61777"/>
                  <a:pt x="557875" y="24158"/>
                  <a:pt x="764073" y="24158"/>
                </a:cubicBezTo>
                <a:close/>
              </a:path>
            </a:pathLst>
          </a:custGeom>
          <a:solidFill>
            <a:srgbClr val="0070C0"/>
          </a:solidFill>
          <a:ln w="2511" cap="flat">
            <a:noFill/>
            <a:prstDash val="solid"/>
            <a:miter/>
          </a:ln>
        </p:spPr>
        <p:txBody>
          <a:bodyPr rtlCol="0" anchor="ctr"/>
          <a:lstStyle/>
          <a:p>
            <a:endParaRPr lang="en-IN"/>
          </a:p>
        </p:txBody>
      </p:sp>
      <p:sp>
        <p:nvSpPr>
          <p:cNvPr id="1224" name="Freeform: Shape 1223">
            <a:extLst>
              <a:ext uri="{FF2B5EF4-FFF2-40B4-BE49-F238E27FC236}">
                <a16:creationId xmlns:a16="http://schemas.microsoft.com/office/drawing/2014/main" id="{AC582911-4142-FAED-47D1-07D455CEE708}"/>
              </a:ext>
            </a:extLst>
          </p:cNvPr>
          <p:cNvSpPr/>
          <p:nvPr/>
        </p:nvSpPr>
        <p:spPr>
          <a:xfrm>
            <a:off x="8419157" y="4698060"/>
            <a:ext cx="24157" cy="314483"/>
          </a:xfrm>
          <a:custGeom>
            <a:avLst/>
            <a:gdLst>
              <a:gd name="connsiteX0" fmla="*/ 0 w 24157"/>
              <a:gd name="connsiteY0" fmla="*/ 0 h 314483"/>
              <a:gd name="connsiteX1" fmla="*/ 0 w 24157"/>
              <a:gd name="connsiteY1" fmla="*/ 314484 h 314483"/>
              <a:gd name="connsiteX2" fmla="*/ 24158 w 24157"/>
              <a:gd name="connsiteY2" fmla="*/ 314484 h 314483"/>
              <a:gd name="connsiteX3" fmla="*/ 24158 w 24157"/>
              <a:gd name="connsiteY3" fmla="*/ 0 h 314483"/>
              <a:gd name="connsiteX4" fmla="*/ 0 w 24157"/>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7" h="314483">
                <a:moveTo>
                  <a:pt x="0" y="0"/>
                </a:moveTo>
                <a:lnTo>
                  <a:pt x="0" y="314484"/>
                </a:lnTo>
                <a:lnTo>
                  <a:pt x="24158" y="314484"/>
                </a:lnTo>
                <a:lnTo>
                  <a:pt x="24158" y="0"/>
                </a:lnTo>
                <a:lnTo>
                  <a:pt x="0" y="0"/>
                </a:lnTo>
                <a:close/>
              </a:path>
            </a:pathLst>
          </a:custGeom>
          <a:solidFill>
            <a:srgbClr val="0070C0"/>
          </a:solidFill>
          <a:ln w="2511" cap="flat">
            <a:noFill/>
            <a:prstDash val="solid"/>
            <a:miter/>
          </a:ln>
        </p:spPr>
        <p:txBody>
          <a:bodyPr rtlCol="0" anchor="ctr"/>
          <a:lstStyle/>
          <a:p>
            <a:endParaRPr lang="en-IN"/>
          </a:p>
        </p:txBody>
      </p:sp>
      <p:sp>
        <p:nvSpPr>
          <p:cNvPr id="1225" name="Freeform: Shape 1224">
            <a:extLst>
              <a:ext uri="{FF2B5EF4-FFF2-40B4-BE49-F238E27FC236}">
                <a16:creationId xmlns:a16="http://schemas.microsoft.com/office/drawing/2014/main" id="{755C0CC5-E16B-3A03-B66E-8015C8B08DF3}"/>
              </a:ext>
            </a:extLst>
          </p:cNvPr>
          <p:cNvSpPr/>
          <p:nvPr/>
        </p:nvSpPr>
        <p:spPr>
          <a:xfrm>
            <a:off x="8347611" y="4940948"/>
            <a:ext cx="167299" cy="167299"/>
          </a:xfrm>
          <a:custGeom>
            <a:avLst/>
            <a:gdLst>
              <a:gd name="connsiteX0" fmla="*/ 167299 w 167299"/>
              <a:gd name="connsiteY0" fmla="*/ 83650 h 167299"/>
              <a:gd name="connsiteX1" fmla="*/ 83649 w 167299"/>
              <a:gd name="connsiteY1" fmla="*/ 167299 h 167299"/>
              <a:gd name="connsiteX2" fmla="*/ 83649 w 167299"/>
              <a:gd name="connsiteY2" fmla="*/ 167299 h 167299"/>
              <a:gd name="connsiteX3" fmla="*/ 0 w 167299"/>
              <a:gd name="connsiteY3" fmla="*/ 83650 h 167299"/>
              <a:gd name="connsiteX4" fmla="*/ 0 w 167299"/>
              <a:gd name="connsiteY4" fmla="*/ 83650 h 167299"/>
              <a:gd name="connsiteX5" fmla="*/ 83649 w 167299"/>
              <a:gd name="connsiteY5" fmla="*/ 0 h 167299"/>
              <a:gd name="connsiteX6" fmla="*/ 83649 w 167299"/>
              <a:gd name="connsiteY6" fmla="*/ 0 h 167299"/>
              <a:gd name="connsiteX7" fmla="*/ 167299 w 167299"/>
              <a:gd name="connsiteY7" fmla="*/ 83650 h 167299"/>
              <a:gd name="connsiteX8" fmla="*/ 167299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299" y="83650"/>
                </a:moveTo>
                <a:cubicBezTo>
                  <a:pt x="167299" y="129857"/>
                  <a:pt x="129857" y="167299"/>
                  <a:pt x="83649" y="167299"/>
                </a:cubicBezTo>
                <a:lnTo>
                  <a:pt x="83649" y="167299"/>
                </a:lnTo>
                <a:cubicBezTo>
                  <a:pt x="37443" y="167299"/>
                  <a:pt x="0" y="129857"/>
                  <a:pt x="0" y="83650"/>
                </a:cubicBezTo>
                <a:lnTo>
                  <a:pt x="0" y="83650"/>
                </a:lnTo>
                <a:cubicBezTo>
                  <a:pt x="0" y="37443"/>
                  <a:pt x="37443" y="0"/>
                  <a:pt x="83649" y="0"/>
                </a:cubicBezTo>
                <a:lnTo>
                  <a:pt x="83649" y="0"/>
                </a:lnTo>
                <a:cubicBezTo>
                  <a:pt x="129857" y="0"/>
                  <a:pt x="167299" y="37443"/>
                  <a:pt x="167299" y="83650"/>
                </a:cubicBezTo>
                <a:lnTo>
                  <a:pt x="167299" y="83650"/>
                </a:lnTo>
                <a:close/>
              </a:path>
            </a:pathLst>
          </a:custGeom>
          <a:solidFill>
            <a:srgbClr val="FFFFFF"/>
          </a:solidFill>
          <a:ln w="2511" cap="flat">
            <a:noFill/>
            <a:prstDash val="solid"/>
            <a:miter/>
          </a:ln>
        </p:spPr>
        <p:txBody>
          <a:bodyPr rtlCol="0" anchor="ctr"/>
          <a:lstStyle/>
          <a:p>
            <a:endParaRPr lang="en-IN"/>
          </a:p>
        </p:txBody>
      </p:sp>
      <p:sp>
        <p:nvSpPr>
          <p:cNvPr id="1226" name="Freeform: Shape 1225">
            <a:extLst>
              <a:ext uri="{FF2B5EF4-FFF2-40B4-BE49-F238E27FC236}">
                <a16:creationId xmlns:a16="http://schemas.microsoft.com/office/drawing/2014/main" id="{586C4BF6-BF1D-F298-B8A6-45D4F2ADCF7D}"/>
              </a:ext>
            </a:extLst>
          </p:cNvPr>
          <p:cNvSpPr/>
          <p:nvPr/>
        </p:nvSpPr>
        <p:spPr>
          <a:xfrm>
            <a:off x="8385355" y="4978718"/>
            <a:ext cx="91761" cy="91760"/>
          </a:xfrm>
          <a:custGeom>
            <a:avLst/>
            <a:gdLst>
              <a:gd name="connsiteX0" fmla="*/ 91761 w 91761"/>
              <a:gd name="connsiteY0" fmla="*/ 45880 h 91760"/>
              <a:gd name="connsiteX1" fmla="*/ 45881 w 91761"/>
              <a:gd name="connsiteY1" fmla="*/ 91761 h 91760"/>
              <a:gd name="connsiteX2" fmla="*/ 0 w 91761"/>
              <a:gd name="connsiteY2" fmla="*/ 45880 h 91760"/>
              <a:gd name="connsiteX3" fmla="*/ 45881 w 91761"/>
              <a:gd name="connsiteY3" fmla="*/ 0 h 91760"/>
              <a:gd name="connsiteX4" fmla="*/ 91761 w 91761"/>
              <a:gd name="connsiteY4" fmla="*/ 45880 h 917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761" h="91760">
                <a:moveTo>
                  <a:pt x="91761" y="45880"/>
                </a:moveTo>
                <a:cubicBezTo>
                  <a:pt x="91761" y="71219"/>
                  <a:pt x="71219" y="91761"/>
                  <a:pt x="45881" y="91761"/>
                </a:cubicBezTo>
                <a:cubicBezTo>
                  <a:pt x="20542" y="91761"/>
                  <a:pt x="0" y="71219"/>
                  <a:pt x="0" y="45880"/>
                </a:cubicBezTo>
                <a:cubicBezTo>
                  <a:pt x="0" y="20542"/>
                  <a:pt x="20542" y="0"/>
                  <a:pt x="45881" y="0"/>
                </a:cubicBezTo>
                <a:cubicBezTo>
                  <a:pt x="71219" y="0"/>
                  <a:pt x="91761" y="20542"/>
                  <a:pt x="91761" y="45880"/>
                </a:cubicBezTo>
                <a:close/>
              </a:path>
            </a:pathLst>
          </a:custGeom>
          <a:solidFill>
            <a:srgbClr val="2180C3"/>
          </a:solidFill>
          <a:ln w="2511" cap="flat">
            <a:noFill/>
            <a:prstDash val="solid"/>
            <a:miter/>
          </a:ln>
        </p:spPr>
        <p:txBody>
          <a:bodyPr rtlCol="0" anchor="ctr"/>
          <a:lstStyle/>
          <a:p>
            <a:endParaRPr lang="en-IN"/>
          </a:p>
        </p:txBody>
      </p:sp>
      <p:sp>
        <p:nvSpPr>
          <p:cNvPr id="1227" name="Freeform: Shape 1226">
            <a:extLst>
              <a:ext uri="{FF2B5EF4-FFF2-40B4-BE49-F238E27FC236}">
                <a16:creationId xmlns:a16="http://schemas.microsoft.com/office/drawing/2014/main" id="{FE25561C-92B2-965B-460E-4AB6B92DF63A}"/>
              </a:ext>
            </a:extLst>
          </p:cNvPr>
          <p:cNvSpPr/>
          <p:nvPr/>
        </p:nvSpPr>
        <p:spPr>
          <a:xfrm>
            <a:off x="8337466" y="493082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299 w 187539"/>
              <a:gd name="connsiteY6" fmla="*/ 93745 h 187540"/>
              <a:gd name="connsiteX7" fmla="*/ 93770 w 187539"/>
              <a:gd name="connsiteY7" fmla="*/ 167274 h 187540"/>
              <a:gd name="connsiteX8" fmla="*/ 20240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4" y="0"/>
                  <a:pt x="0" y="42114"/>
                  <a:pt x="0" y="93770"/>
                </a:cubicBezTo>
                <a:cubicBezTo>
                  <a:pt x="0" y="145426"/>
                  <a:pt x="42114" y="187540"/>
                  <a:pt x="93770" y="187540"/>
                </a:cubicBezTo>
                <a:cubicBezTo>
                  <a:pt x="145426" y="187540"/>
                  <a:pt x="187540" y="145426"/>
                  <a:pt x="187540" y="93770"/>
                </a:cubicBezTo>
                <a:cubicBezTo>
                  <a:pt x="187540" y="42114"/>
                  <a:pt x="145426" y="0"/>
                  <a:pt x="93770" y="0"/>
                </a:cubicBezTo>
                <a:close/>
                <a:moveTo>
                  <a:pt x="93770" y="20216"/>
                </a:moveTo>
                <a:cubicBezTo>
                  <a:pt x="134502" y="20216"/>
                  <a:pt x="167299" y="53012"/>
                  <a:pt x="167299" y="93745"/>
                </a:cubicBezTo>
                <a:cubicBezTo>
                  <a:pt x="167299" y="134477"/>
                  <a:pt x="134502" y="167274"/>
                  <a:pt x="93770" y="167274"/>
                </a:cubicBezTo>
                <a:cubicBezTo>
                  <a:pt x="53037" y="167274"/>
                  <a:pt x="20240" y="134477"/>
                  <a:pt x="20240" y="93745"/>
                </a:cubicBezTo>
                <a:cubicBezTo>
                  <a:pt x="20240" y="53012"/>
                  <a:pt x="53037" y="20216"/>
                  <a:pt x="93770" y="20216"/>
                </a:cubicBezTo>
                <a:close/>
              </a:path>
            </a:pathLst>
          </a:custGeom>
          <a:solidFill>
            <a:srgbClr val="0070C0"/>
          </a:solidFill>
          <a:ln w="2511" cap="flat">
            <a:noFill/>
            <a:prstDash val="solid"/>
            <a:miter/>
          </a:ln>
        </p:spPr>
        <p:txBody>
          <a:bodyPr rtlCol="0" anchor="ctr"/>
          <a:lstStyle/>
          <a:p>
            <a:endParaRPr lang="en-IN"/>
          </a:p>
        </p:txBody>
      </p:sp>
      <p:sp>
        <p:nvSpPr>
          <p:cNvPr id="1229" name="Freeform: Shape 1228">
            <a:extLst>
              <a:ext uri="{FF2B5EF4-FFF2-40B4-BE49-F238E27FC236}">
                <a16:creationId xmlns:a16="http://schemas.microsoft.com/office/drawing/2014/main" id="{333B1337-44ED-8E36-18D4-FF8D5A81E2B9}"/>
              </a:ext>
            </a:extLst>
          </p:cNvPr>
          <p:cNvSpPr/>
          <p:nvPr/>
        </p:nvSpPr>
        <p:spPr>
          <a:xfrm>
            <a:off x="7796392" y="3855888"/>
            <a:ext cx="1269662" cy="745338"/>
          </a:xfrm>
          <a:custGeom>
            <a:avLst/>
            <a:gdLst>
              <a:gd name="connsiteX0" fmla="*/ 25 w 1269662"/>
              <a:gd name="connsiteY0" fmla="*/ 0 h 745338"/>
              <a:gd name="connsiteX1" fmla="*/ 25 w 1269662"/>
              <a:gd name="connsiteY1" fmla="*/ 471763 h 745338"/>
              <a:gd name="connsiteX2" fmla="*/ 634843 w 1269662"/>
              <a:gd name="connsiteY2" fmla="*/ 745339 h 745338"/>
              <a:gd name="connsiteX3" fmla="*/ 1269662 w 1269662"/>
              <a:gd name="connsiteY3" fmla="*/ 471763 h 745338"/>
              <a:gd name="connsiteX4" fmla="*/ 1269662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8" y="745339"/>
                  <a:pt x="634843" y="745339"/>
                </a:cubicBezTo>
                <a:cubicBezTo>
                  <a:pt x="985439" y="745339"/>
                  <a:pt x="1269662" y="622865"/>
                  <a:pt x="1269662" y="471763"/>
                </a:cubicBezTo>
                <a:lnTo>
                  <a:pt x="1269662" y="0"/>
                </a:lnTo>
                <a:lnTo>
                  <a:pt x="0" y="0"/>
                </a:lnTo>
                <a:close/>
              </a:path>
            </a:pathLst>
          </a:custGeom>
          <a:solidFill>
            <a:srgbClr val="2180C3"/>
          </a:solidFill>
          <a:ln w="2511" cap="flat">
            <a:noFill/>
            <a:prstDash val="solid"/>
            <a:miter/>
          </a:ln>
        </p:spPr>
        <p:txBody>
          <a:bodyPr rtlCol="0" anchor="ctr"/>
          <a:lstStyle/>
          <a:p>
            <a:endParaRPr lang="en-IN"/>
          </a:p>
        </p:txBody>
      </p:sp>
      <p:sp>
        <p:nvSpPr>
          <p:cNvPr id="1230" name="Freeform: Shape 1229">
            <a:extLst>
              <a:ext uri="{FF2B5EF4-FFF2-40B4-BE49-F238E27FC236}">
                <a16:creationId xmlns:a16="http://schemas.microsoft.com/office/drawing/2014/main" id="{16FC5D13-624A-9414-2C8B-EA0CB0D0CD61}"/>
              </a:ext>
            </a:extLst>
          </p:cNvPr>
          <p:cNvSpPr/>
          <p:nvPr/>
        </p:nvSpPr>
        <p:spPr>
          <a:xfrm>
            <a:off x="7796442" y="3565738"/>
            <a:ext cx="1269637" cy="547151"/>
          </a:xfrm>
          <a:custGeom>
            <a:avLst/>
            <a:gdLst>
              <a:gd name="connsiteX0" fmla="*/ 1269638 w 1269637"/>
              <a:gd name="connsiteY0" fmla="*/ 273576 h 547151"/>
              <a:gd name="connsiteX1" fmla="*/ 634819 w 1269637"/>
              <a:gd name="connsiteY1" fmla="*/ 547151 h 547151"/>
              <a:gd name="connsiteX2" fmla="*/ 634819 w 1269637"/>
              <a:gd name="connsiteY2" fmla="*/ 547151 h 547151"/>
              <a:gd name="connsiteX3" fmla="*/ 0 w 1269637"/>
              <a:gd name="connsiteY3" fmla="*/ 273576 h 547151"/>
              <a:gd name="connsiteX4" fmla="*/ 634819 w 1269637"/>
              <a:gd name="connsiteY4" fmla="*/ 0 h 547151"/>
              <a:gd name="connsiteX5" fmla="*/ 1269638 w 1269637"/>
              <a:gd name="connsiteY5" fmla="*/ 273576 h 547151"/>
              <a:gd name="connsiteX6" fmla="*/ 1269638 w 1269637"/>
              <a:gd name="connsiteY6" fmla="*/ 273576 h 547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547151">
                <a:moveTo>
                  <a:pt x="1269638" y="273576"/>
                </a:moveTo>
                <a:cubicBezTo>
                  <a:pt x="1269638" y="424652"/>
                  <a:pt x="985415" y="547151"/>
                  <a:pt x="634819" y="547151"/>
                </a:cubicBezTo>
                <a:lnTo>
                  <a:pt x="634819" y="547151"/>
                </a:lnTo>
                <a:cubicBezTo>
                  <a:pt x="284224" y="547151"/>
                  <a:pt x="0" y="424677"/>
                  <a:pt x="0" y="273576"/>
                </a:cubicBezTo>
                <a:cubicBezTo>
                  <a:pt x="0" y="122474"/>
                  <a:pt x="284224" y="0"/>
                  <a:pt x="634819" y="0"/>
                </a:cubicBezTo>
                <a:cubicBezTo>
                  <a:pt x="985415" y="0"/>
                  <a:pt x="1269638" y="122474"/>
                  <a:pt x="1269638" y="273576"/>
                </a:cubicBezTo>
                <a:lnTo>
                  <a:pt x="1269638" y="273576"/>
                </a:lnTo>
                <a:close/>
              </a:path>
            </a:pathLst>
          </a:custGeom>
          <a:solidFill>
            <a:srgbClr val="60A6D8"/>
          </a:solidFill>
          <a:ln w="2511" cap="flat">
            <a:noFill/>
            <a:prstDash val="solid"/>
            <a:miter/>
          </a:ln>
        </p:spPr>
        <p:txBody>
          <a:bodyPr rtlCol="0" anchor="ctr"/>
          <a:lstStyle/>
          <a:p>
            <a:endParaRPr lang="en-IN" dirty="0"/>
          </a:p>
        </p:txBody>
      </p:sp>
      <p:sp>
        <p:nvSpPr>
          <p:cNvPr id="1234" name="Freeform: Shape 1233">
            <a:extLst>
              <a:ext uri="{FF2B5EF4-FFF2-40B4-BE49-F238E27FC236}">
                <a16:creationId xmlns:a16="http://schemas.microsoft.com/office/drawing/2014/main" id="{BA2327AE-2CDF-90C1-540F-07938D8553DF}"/>
              </a:ext>
            </a:extLst>
          </p:cNvPr>
          <p:cNvSpPr/>
          <p:nvPr/>
        </p:nvSpPr>
        <p:spPr>
          <a:xfrm>
            <a:off x="7796442" y="3855888"/>
            <a:ext cx="1269637" cy="293238"/>
          </a:xfrm>
          <a:custGeom>
            <a:avLst/>
            <a:gdLst>
              <a:gd name="connsiteX0" fmla="*/ 1267956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9 h 293238"/>
              <a:gd name="connsiteX5" fmla="*/ 1269638 w 1269637"/>
              <a:gd name="connsiteY5" fmla="*/ 19663 h 293238"/>
              <a:gd name="connsiteX6" fmla="*/ 1267956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6" y="0"/>
                </a:moveTo>
                <a:cubicBezTo>
                  <a:pt x="1250125" y="145125"/>
                  <a:pt x="972055" y="258935"/>
                  <a:pt x="634819" y="259111"/>
                </a:cubicBezTo>
                <a:cubicBezTo>
                  <a:pt x="301928" y="259111"/>
                  <a:pt x="25615" y="148289"/>
                  <a:pt x="1683" y="5198"/>
                </a:cubicBezTo>
                <a:cubicBezTo>
                  <a:pt x="829" y="10020"/>
                  <a:pt x="277" y="14841"/>
                  <a:pt x="0" y="19663"/>
                </a:cubicBezTo>
                <a:cubicBezTo>
                  <a:pt x="0" y="170740"/>
                  <a:pt x="284224" y="293239"/>
                  <a:pt x="634819" y="293239"/>
                </a:cubicBezTo>
                <a:cubicBezTo>
                  <a:pt x="985415" y="293239"/>
                  <a:pt x="1269638" y="170765"/>
                  <a:pt x="1269638" y="19663"/>
                </a:cubicBezTo>
                <a:cubicBezTo>
                  <a:pt x="1269638" y="13109"/>
                  <a:pt x="1269060" y="6529"/>
                  <a:pt x="1267956" y="0"/>
                </a:cubicBezTo>
                <a:close/>
              </a:path>
            </a:pathLst>
          </a:custGeom>
          <a:solidFill>
            <a:srgbClr val="DFEDF7"/>
          </a:solidFill>
          <a:ln w="2511" cap="flat">
            <a:noFill/>
            <a:prstDash val="solid"/>
            <a:miter/>
          </a:ln>
        </p:spPr>
        <p:txBody>
          <a:bodyPr rtlCol="0" anchor="ctr"/>
          <a:lstStyle/>
          <a:p>
            <a:endParaRPr lang="en-IN"/>
          </a:p>
        </p:txBody>
      </p:sp>
      <p:sp>
        <p:nvSpPr>
          <p:cNvPr id="1237" name="Freeform: Shape 1236">
            <a:extLst>
              <a:ext uri="{FF2B5EF4-FFF2-40B4-BE49-F238E27FC236}">
                <a16:creationId xmlns:a16="http://schemas.microsoft.com/office/drawing/2014/main" id="{8BF2DB97-2867-9E8D-A4EE-F636E56C5AD4}"/>
              </a:ext>
            </a:extLst>
          </p:cNvPr>
          <p:cNvSpPr/>
          <p:nvPr/>
        </p:nvSpPr>
        <p:spPr>
          <a:xfrm>
            <a:off x="10002725" y="4958452"/>
            <a:ext cx="1528195" cy="698679"/>
          </a:xfrm>
          <a:custGeom>
            <a:avLst/>
            <a:gdLst>
              <a:gd name="connsiteX0" fmla="*/ 764098 w 1528195"/>
              <a:gd name="connsiteY0" fmla="*/ 0 h 698679"/>
              <a:gd name="connsiteX1" fmla="*/ 227419 w 1528195"/>
              <a:gd name="connsiteY1" fmla="*/ 99822 h 698679"/>
              <a:gd name="connsiteX2" fmla="*/ 62405 w 1528195"/>
              <a:gd name="connsiteY2" fmla="*/ 209765 h 698679"/>
              <a:gd name="connsiteX3" fmla="*/ 0 w 1528195"/>
              <a:gd name="connsiteY3" fmla="*/ 349315 h 698679"/>
              <a:gd name="connsiteX4" fmla="*/ 62405 w 1528195"/>
              <a:gd name="connsiteY4" fmla="*/ 488890 h 698679"/>
              <a:gd name="connsiteX5" fmla="*/ 227419 w 1528195"/>
              <a:gd name="connsiteY5" fmla="*/ 598833 h 698679"/>
              <a:gd name="connsiteX6" fmla="*/ 764098 w 1528195"/>
              <a:gd name="connsiteY6" fmla="*/ 698680 h 698679"/>
              <a:gd name="connsiteX7" fmla="*/ 1300777 w 1528195"/>
              <a:gd name="connsiteY7" fmla="*/ 598833 h 698679"/>
              <a:gd name="connsiteX8" fmla="*/ 1465791 w 1528195"/>
              <a:gd name="connsiteY8" fmla="*/ 488890 h 698679"/>
              <a:gd name="connsiteX9" fmla="*/ 1528196 w 1528195"/>
              <a:gd name="connsiteY9" fmla="*/ 349315 h 698679"/>
              <a:gd name="connsiteX10" fmla="*/ 1465791 w 1528195"/>
              <a:gd name="connsiteY10" fmla="*/ 209765 h 698679"/>
              <a:gd name="connsiteX11" fmla="*/ 1300777 w 1528195"/>
              <a:gd name="connsiteY11" fmla="*/ 99822 h 698679"/>
              <a:gd name="connsiteX12" fmla="*/ 764098 w 1528195"/>
              <a:gd name="connsiteY12" fmla="*/ 0 h 698679"/>
              <a:gd name="connsiteX13" fmla="*/ 764098 w 1528195"/>
              <a:gd name="connsiteY13" fmla="*/ 24158 h 698679"/>
              <a:gd name="connsiteX14" fmla="*/ 1290909 w 1528195"/>
              <a:gd name="connsiteY14" fmla="*/ 121871 h 698679"/>
              <a:gd name="connsiteX15" fmla="*/ 1448213 w 1528195"/>
              <a:gd name="connsiteY15" fmla="*/ 226339 h 698679"/>
              <a:gd name="connsiteX16" fmla="*/ 1504013 w 1528195"/>
              <a:gd name="connsiteY16" fmla="*/ 349315 h 698679"/>
              <a:gd name="connsiteX17" fmla="*/ 1448213 w 1528195"/>
              <a:gd name="connsiteY17" fmla="*/ 472291 h 698679"/>
              <a:gd name="connsiteX18" fmla="*/ 1290909 w 1528195"/>
              <a:gd name="connsiteY18" fmla="*/ 576759 h 698679"/>
              <a:gd name="connsiteX19" fmla="*/ 764098 w 1528195"/>
              <a:gd name="connsiteY19" fmla="*/ 674471 h 698679"/>
              <a:gd name="connsiteX20" fmla="*/ 237288 w 1528195"/>
              <a:gd name="connsiteY20" fmla="*/ 576759 h 698679"/>
              <a:gd name="connsiteX21" fmla="*/ 79984 w 1528195"/>
              <a:gd name="connsiteY21" fmla="*/ 472291 h 698679"/>
              <a:gd name="connsiteX22" fmla="*/ 24184 w 1528195"/>
              <a:gd name="connsiteY22" fmla="*/ 349315 h 698679"/>
              <a:gd name="connsiteX23" fmla="*/ 79984 w 1528195"/>
              <a:gd name="connsiteY23" fmla="*/ 226339 h 698679"/>
              <a:gd name="connsiteX24" fmla="*/ 237288 w 1528195"/>
              <a:gd name="connsiteY24" fmla="*/ 121871 h 698679"/>
              <a:gd name="connsiteX25" fmla="*/ 764098 w 1528195"/>
              <a:gd name="connsiteY25" fmla="*/ 24158 h 698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28195" h="698679">
                <a:moveTo>
                  <a:pt x="764098" y="0"/>
                </a:moveTo>
                <a:cubicBezTo>
                  <a:pt x="554961" y="0"/>
                  <a:pt x="365588" y="37870"/>
                  <a:pt x="227419" y="99822"/>
                </a:cubicBezTo>
                <a:cubicBezTo>
                  <a:pt x="158334" y="130811"/>
                  <a:pt x="101982" y="167802"/>
                  <a:pt x="62405" y="209765"/>
                </a:cubicBezTo>
                <a:cubicBezTo>
                  <a:pt x="22853" y="251703"/>
                  <a:pt x="0" y="299115"/>
                  <a:pt x="0" y="349315"/>
                </a:cubicBezTo>
                <a:cubicBezTo>
                  <a:pt x="0" y="399515"/>
                  <a:pt x="22827" y="446927"/>
                  <a:pt x="62405" y="488890"/>
                </a:cubicBezTo>
                <a:cubicBezTo>
                  <a:pt x="101957" y="530828"/>
                  <a:pt x="158309" y="567844"/>
                  <a:pt x="227419" y="598833"/>
                </a:cubicBezTo>
                <a:cubicBezTo>
                  <a:pt x="365588" y="660810"/>
                  <a:pt x="554986" y="698680"/>
                  <a:pt x="764098" y="698680"/>
                </a:cubicBezTo>
                <a:cubicBezTo>
                  <a:pt x="973210" y="698680"/>
                  <a:pt x="1162608" y="660810"/>
                  <a:pt x="1300777" y="598833"/>
                </a:cubicBezTo>
                <a:cubicBezTo>
                  <a:pt x="1369862" y="567844"/>
                  <a:pt x="1426215" y="530853"/>
                  <a:pt x="1465791" y="488890"/>
                </a:cubicBezTo>
                <a:cubicBezTo>
                  <a:pt x="1505343" y="446952"/>
                  <a:pt x="1528196" y="399540"/>
                  <a:pt x="1528196" y="349315"/>
                </a:cubicBezTo>
                <a:cubicBezTo>
                  <a:pt x="1528196" y="299090"/>
                  <a:pt x="1505369" y="251703"/>
                  <a:pt x="1465791" y="209765"/>
                </a:cubicBezTo>
                <a:cubicBezTo>
                  <a:pt x="1426239" y="167827"/>
                  <a:pt x="1369887" y="130811"/>
                  <a:pt x="1300777" y="99822"/>
                </a:cubicBezTo>
                <a:cubicBezTo>
                  <a:pt x="1162608" y="37845"/>
                  <a:pt x="973210" y="0"/>
                  <a:pt x="764098" y="0"/>
                </a:cubicBezTo>
                <a:close/>
                <a:moveTo>
                  <a:pt x="764098" y="24158"/>
                </a:moveTo>
                <a:cubicBezTo>
                  <a:pt x="970296" y="24158"/>
                  <a:pt x="1156908" y="61777"/>
                  <a:pt x="1290909" y="121871"/>
                </a:cubicBezTo>
                <a:cubicBezTo>
                  <a:pt x="1357908" y="151905"/>
                  <a:pt x="1411674" y="187590"/>
                  <a:pt x="1448213" y="226339"/>
                </a:cubicBezTo>
                <a:cubicBezTo>
                  <a:pt x="1484752" y="265087"/>
                  <a:pt x="1504013" y="306397"/>
                  <a:pt x="1504013" y="349315"/>
                </a:cubicBezTo>
                <a:cubicBezTo>
                  <a:pt x="1504013" y="392232"/>
                  <a:pt x="1484752" y="433542"/>
                  <a:pt x="1448213" y="472291"/>
                </a:cubicBezTo>
                <a:cubicBezTo>
                  <a:pt x="1411674" y="511039"/>
                  <a:pt x="1357908" y="546699"/>
                  <a:pt x="1290909" y="576759"/>
                </a:cubicBezTo>
                <a:cubicBezTo>
                  <a:pt x="1156908" y="636853"/>
                  <a:pt x="970296" y="674471"/>
                  <a:pt x="764098" y="674471"/>
                </a:cubicBezTo>
                <a:cubicBezTo>
                  <a:pt x="557900" y="674471"/>
                  <a:pt x="371289" y="636853"/>
                  <a:pt x="237288" y="576759"/>
                </a:cubicBezTo>
                <a:cubicBezTo>
                  <a:pt x="170288" y="546724"/>
                  <a:pt x="116522" y="511039"/>
                  <a:pt x="79984" y="472291"/>
                </a:cubicBezTo>
                <a:cubicBezTo>
                  <a:pt x="43445" y="433542"/>
                  <a:pt x="24184" y="392232"/>
                  <a:pt x="24184" y="349315"/>
                </a:cubicBezTo>
                <a:cubicBezTo>
                  <a:pt x="24184" y="306397"/>
                  <a:pt x="43445" y="265087"/>
                  <a:pt x="79984" y="226339"/>
                </a:cubicBezTo>
                <a:cubicBezTo>
                  <a:pt x="116522" y="187590"/>
                  <a:pt x="170288" y="151931"/>
                  <a:pt x="237288" y="121871"/>
                </a:cubicBezTo>
                <a:cubicBezTo>
                  <a:pt x="371289" y="61777"/>
                  <a:pt x="557900" y="24158"/>
                  <a:pt x="764098" y="24158"/>
                </a:cubicBezTo>
                <a:close/>
              </a:path>
            </a:pathLst>
          </a:custGeom>
          <a:solidFill>
            <a:srgbClr val="341B92"/>
          </a:solidFill>
          <a:ln w="2511" cap="flat">
            <a:noFill/>
            <a:prstDash val="solid"/>
            <a:miter/>
          </a:ln>
        </p:spPr>
        <p:txBody>
          <a:bodyPr rtlCol="0" anchor="ctr"/>
          <a:lstStyle/>
          <a:p>
            <a:endParaRPr lang="en-IN"/>
          </a:p>
        </p:txBody>
      </p:sp>
      <p:sp>
        <p:nvSpPr>
          <p:cNvPr id="1238" name="Freeform: Shape 1237">
            <a:extLst>
              <a:ext uri="{FF2B5EF4-FFF2-40B4-BE49-F238E27FC236}">
                <a16:creationId xmlns:a16="http://schemas.microsoft.com/office/drawing/2014/main" id="{EBC4B0BF-F3EF-C056-6E22-16455F3E071B}"/>
              </a:ext>
            </a:extLst>
          </p:cNvPr>
          <p:cNvSpPr/>
          <p:nvPr/>
        </p:nvSpPr>
        <p:spPr>
          <a:xfrm>
            <a:off x="10754744" y="5642290"/>
            <a:ext cx="24158" cy="314483"/>
          </a:xfrm>
          <a:custGeom>
            <a:avLst/>
            <a:gdLst>
              <a:gd name="connsiteX0" fmla="*/ 0 w 24158"/>
              <a:gd name="connsiteY0" fmla="*/ 0 h 314483"/>
              <a:gd name="connsiteX1" fmla="*/ 0 w 24158"/>
              <a:gd name="connsiteY1" fmla="*/ 314484 h 314483"/>
              <a:gd name="connsiteX2" fmla="*/ 24159 w 24158"/>
              <a:gd name="connsiteY2" fmla="*/ 314484 h 314483"/>
              <a:gd name="connsiteX3" fmla="*/ 24159 w 24158"/>
              <a:gd name="connsiteY3" fmla="*/ 0 h 314483"/>
              <a:gd name="connsiteX4" fmla="*/ 0 w 24158"/>
              <a:gd name="connsiteY4" fmla="*/ 0 h 314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58" h="314483">
                <a:moveTo>
                  <a:pt x="0" y="0"/>
                </a:moveTo>
                <a:lnTo>
                  <a:pt x="0" y="314484"/>
                </a:lnTo>
                <a:lnTo>
                  <a:pt x="24159" y="314484"/>
                </a:lnTo>
                <a:lnTo>
                  <a:pt x="24159" y="0"/>
                </a:lnTo>
                <a:lnTo>
                  <a:pt x="0" y="0"/>
                </a:lnTo>
                <a:close/>
              </a:path>
            </a:pathLst>
          </a:custGeom>
          <a:solidFill>
            <a:srgbClr val="341B92"/>
          </a:solidFill>
          <a:ln w="2511" cap="flat">
            <a:noFill/>
            <a:prstDash val="solid"/>
            <a:miter/>
          </a:ln>
        </p:spPr>
        <p:txBody>
          <a:bodyPr rtlCol="0" anchor="ctr"/>
          <a:lstStyle/>
          <a:p>
            <a:endParaRPr lang="en-IN"/>
          </a:p>
        </p:txBody>
      </p:sp>
      <p:sp>
        <p:nvSpPr>
          <p:cNvPr id="1239" name="Freeform: Shape 1238">
            <a:extLst>
              <a:ext uri="{FF2B5EF4-FFF2-40B4-BE49-F238E27FC236}">
                <a16:creationId xmlns:a16="http://schemas.microsoft.com/office/drawing/2014/main" id="{CA3D6B2C-18CB-53D7-DC25-101EB63D4563}"/>
              </a:ext>
            </a:extLst>
          </p:cNvPr>
          <p:cNvSpPr/>
          <p:nvPr/>
        </p:nvSpPr>
        <p:spPr>
          <a:xfrm>
            <a:off x="10683174" y="5885178"/>
            <a:ext cx="167299" cy="167299"/>
          </a:xfrm>
          <a:custGeom>
            <a:avLst/>
            <a:gdLst>
              <a:gd name="connsiteX0" fmla="*/ 167300 w 167299"/>
              <a:gd name="connsiteY0" fmla="*/ 83650 h 167299"/>
              <a:gd name="connsiteX1" fmla="*/ 83650 w 167299"/>
              <a:gd name="connsiteY1" fmla="*/ 167299 h 167299"/>
              <a:gd name="connsiteX2" fmla="*/ 83650 w 167299"/>
              <a:gd name="connsiteY2" fmla="*/ 167299 h 167299"/>
              <a:gd name="connsiteX3" fmla="*/ 0 w 167299"/>
              <a:gd name="connsiteY3" fmla="*/ 83650 h 167299"/>
              <a:gd name="connsiteX4" fmla="*/ 0 w 167299"/>
              <a:gd name="connsiteY4" fmla="*/ 83650 h 167299"/>
              <a:gd name="connsiteX5" fmla="*/ 83650 w 167299"/>
              <a:gd name="connsiteY5" fmla="*/ 0 h 167299"/>
              <a:gd name="connsiteX6" fmla="*/ 83650 w 167299"/>
              <a:gd name="connsiteY6" fmla="*/ 0 h 167299"/>
              <a:gd name="connsiteX7" fmla="*/ 167300 w 167299"/>
              <a:gd name="connsiteY7" fmla="*/ 83650 h 167299"/>
              <a:gd name="connsiteX8" fmla="*/ 167300 w 167299"/>
              <a:gd name="connsiteY8" fmla="*/ 83650 h 167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99" h="167299">
                <a:moveTo>
                  <a:pt x="167300" y="83650"/>
                </a:moveTo>
                <a:cubicBezTo>
                  <a:pt x="167300" y="129857"/>
                  <a:pt x="129857" y="167299"/>
                  <a:pt x="83650" y="167299"/>
                </a:cubicBezTo>
                <a:lnTo>
                  <a:pt x="83650" y="167299"/>
                </a:lnTo>
                <a:cubicBezTo>
                  <a:pt x="37443" y="167299"/>
                  <a:pt x="0" y="129857"/>
                  <a:pt x="0" y="83650"/>
                </a:cubicBezTo>
                <a:lnTo>
                  <a:pt x="0" y="83650"/>
                </a:lnTo>
                <a:cubicBezTo>
                  <a:pt x="0" y="37443"/>
                  <a:pt x="37443" y="0"/>
                  <a:pt x="83650" y="0"/>
                </a:cubicBezTo>
                <a:lnTo>
                  <a:pt x="83650" y="0"/>
                </a:lnTo>
                <a:cubicBezTo>
                  <a:pt x="129857" y="0"/>
                  <a:pt x="167300" y="37443"/>
                  <a:pt x="167300" y="83650"/>
                </a:cubicBezTo>
                <a:lnTo>
                  <a:pt x="167300" y="83650"/>
                </a:lnTo>
                <a:close/>
              </a:path>
            </a:pathLst>
          </a:custGeom>
          <a:solidFill>
            <a:srgbClr val="FFFFFF"/>
          </a:solidFill>
          <a:ln w="2511" cap="flat">
            <a:noFill/>
            <a:prstDash val="solid"/>
            <a:miter/>
          </a:ln>
        </p:spPr>
        <p:txBody>
          <a:bodyPr rtlCol="0" anchor="ctr"/>
          <a:lstStyle/>
          <a:p>
            <a:endParaRPr lang="en-IN"/>
          </a:p>
        </p:txBody>
      </p:sp>
      <p:sp>
        <p:nvSpPr>
          <p:cNvPr id="1243" name="Freeform: Shape 1242">
            <a:extLst>
              <a:ext uri="{FF2B5EF4-FFF2-40B4-BE49-F238E27FC236}">
                <a16:creationId xmlns:a16="http://schemas.microsoft.com/office/drawing/2014/main" id="{AE6DCA0E-9B55-870B-2244-24880AE8B08B}"/>
              </a:ext>
            </a:extLst>
          </p:cNvPr>
          <p:cNvSpPr/>
          <p:nvPr/>
        </p:nvSpPr>
        <p:spPr>
          <a:xfrm>
            <a:off x="10720943" y="5922947"/>
            <a:ext cx="91761" cy="91761"/>
          </a:xfrm>
          <a:custGeom>
            <a:avLst/>
            <a:gdLst>
              <a:gd name="connsiteX0" fmla="*/ 91761 w 91761"/>
              <a:gd name="connsiteY0" fmla="*/ 45881 h 91761"/>
              <a:gd name="connsiteX1" fmla="*/ 45881 w 91761"/>
              <a:gd name="connsiteY1" fmla="*/ 91761 h 91761"/>
              <a:gd name="connsiteX2" fmla="*/ 45881 w 91761"/>
              <a:gd name="connsiteY2" fmla="*/ 91761 h 91761"/>
              <a:gd name="connsiteX3" fmla="*/ 0 w 91761"/>
              <a:gd name="connsiteY3" fmla="*/ 45881 h 91761"/>
              <a:gd name="connsiteX4" fmla="*/ 0 w 91761"/>
              <a:gd name="connsiteY4" fmla="*/ 45881 h 91761"/>
              <a:gd name="connsiteX5" fmla="*/ 45881 w 91761"/>
              <a:gd name="connsiteY5" fmla="*/ 0 h 91761"/>
              <a:gd name="connsiteX6" fmla="*/ 45881 w 91761"/>
              <a:gd name="connsiteY6" fmla="*/ 0 h 91761"/>
              <a:gd name="connsiteX7" fmla="*/ 91761 w 91761"/>
              <a:gd name="connsiteY7" fmla="*/ 45881 h 91761"/>
              <a:gd name="connsiteX8" fmla="*/ 91761 w 91761"/>
              <a:gd name="connsiteY8" fmla="*/ 45881 h 91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1761" h="91761">
                <a:moveTo>
                  <a:pt x="91761" y="45881"/>
                </a:moveTo>
                <a:cubicBezTo>
                  <a:pt x="91761" y="71219"/>
                  <a:pt x="71219" y="91761"/>
                  <a:pt x="45881" y="91761"/>
                </a:cubicBezTo>
                <a:lnTo>
                  <a:pt x="45881" y="91761"/>
                </a:lnTo>
                <a:cubicBezTo>
                  <a:pt x="20542" y="91761"/>
                  <a:pt x="0" y="71219"/>
                  <a:pt x="0" y="45881"/>
                </a:cubicBezTo>
                <a:lnTo>
                  <a:pt x="0" y="45881"/>
                </a:lnTo>
                <a:cubicBezTo>
                  <a:pt x="0" y="20542"/>
                  <a:pt x="20542" y="0"/>
                  <a:pt x="45881" y="0"/>
                </a:cubicBezTo>
                <a:lnTo>
                  <a:pt x="45881" y="0"/>
                </a:lnTo>
                <a:cubicBezTo>
                  <a:pt x="71219" y="0"/>
                  <a:pt x="91761" y="20542"/>
                  <a:pt x="91761" y="45881"/>
                </a:cubicBezTo>
                <a:lnTo>
                  <a:pt x="91761" y="45881"/>
                </a:lnTo>
                <a:close/>
              </a:path>
            </a:pathLst>
          </a:custGeom>
          <a:solidFill>
            <a:srgbClr val="6654AA"/>
          </a:solidFill>
          <a:ln w="2511" cap="flat">
            <a:noFill/>
            <a:prstDash val="solid"/>
            <a:miter/>
          </a:ln>
        </p:spPr>
        <p:txBody>
          <a:bodyPr rtlCol="0" anchor="ctr"/>
          <a:lstStyle/>
          <a:p>
            <a:endParaRPr lang="en-IN"/>
          </a:p>
        </p:txBody>
      </p:sp>
      <p:sp>
        <p:nvSpPr>
          <p:cNvPr id="1244" name="Freeform: Shape 1243">
            <a:extLst>
              <a:ext uri="{FF2B5EF4-FFF2-40B4-BE49-F238E27FC236}">
                <a16:creationId xmlns:a16="http://schemas.microsoft.com/office/drawing/2014/main" id="{FA0A8412-DBF8-2702-4E27-8A96CD375D66}"/>
              </a:ext>
            </a:extLst>
          </p:cNvPr>
          <p:cNvSpPr/>
          <p:nvPr/>
        </p:nvSpPr>
        <p:spPr>
          <a:xfrm>
            <a:off x="10673054" y="5875058"/>
            <a:ext cx="187539" cy="187540"/>
          </a:xfrm>
          <a:custGeom>
            <a:avLst/>
            <a:gdLst>
              <a:gd name="connsiteX0" fmla="*/ 93770 w 187539"/>
              <a:gd name="connsiteY0" fmla="*/ 0 h 187540"/>
              <a:gd name="connsiteX1" fmla="*/ 0 w 187539"/>
              <a:gd name="connsiteY1" fmla="*/ 93770 h 187540"/>
              <a:gd name="connsiteX2" fmla="*/ 93770 w 187539"/>
              <a:gd name="connsiteY2" fmla="*/ 187540 h 187540"/>
              <a:gd name="connsiteX3" fmla="*/ 187540 w 187539"/>
              <a:gd name="connsiteY3" fmla="*/ 93770 h 187540"/>
              <a:gd name="connsiteX4" fmla="*/ 93770 w 187539"/>
              <a:gd name="connsiteY4" fmla="*/ 0 h 187540"/>
              <a:gd name="connsiteX5" fmla="*/ 93770 w 187539"/>
              <a:gd name="connsiteY5" fmla="*/ 20216 h 187540"/>
              <a:gd name="connsiteX6" fmla="*/ 167299 w 187539"/>
              <a:gd name="connsiteY6" fmla="*/ 93745 h 187540"/>
              <a:gd name="connsiteX7" fmla="*/ 93770 w 187539"/>
              <a:gd name="connsiteY7" fmla="*/ 167275 h 187540"/>
              <a:gd name="connsiteX8" fmla="*/ 20240 w 187539"/>
              <a:gd name="connsiteY8" fmla="*/ 93745 h 187540"/>
              <a:gd name="connsiteX9" fmla="*/ 93770 w 187539"/>
              <a:gd name="connsiteY9" fmla="*/ 20216 h 187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7539" h="187540">
                <a:moveTo>
                  <a:pt x="93770" y="0"/>
                </a:moveTo>
                <a:cubicBezTo>
                  <a:pt x="42113" y="0"/>
                  <a:pt x="0" y="42114"/>
                  <a:pt x="0" y="93770"/>
                </a:cubicBezTo>
                <a:cubicBezTo>
                  <a:pt x="0" y="145427"/>
                  <a:pt x="42113" y="187540"/>
                  <a:pt x="93770" y="187540"/>
                </a:cubicBezTo>
                <a:cubicBezTo>
                  <a:pt x="145426" y="187540"/>
                  <a:pt x="187540" y="145427"/>
                  <a:pt x="187540" y="93770"/>
                </a:cubicBezTo>
                <a:cubicBezTo>
                  <a:pt x="187540" y="42114"/>
                  <a:pt x="145426" y="0"/>
                  <a:pt x="93770" y="0"/>
                </a:cubicBezTo>
                <a:close/>
                <a:moveTo>
                  <a:pt x="93770" y="20216"/>
                </a:moveTo>
                <a:cubicBezTo>
                  <a:pt x="134502" y="20216"/>
                  <a:pt x="167299" y="53013"/>
                  <a:pt x="167299" y="93745"/>
                </a:cubicBezTo>
                <a:cubicBezTo>
                  <a:pt x="167299" y="134478"/>
                  <a:pt x="134502" y="167275"/>
                  <a:pt x="93770" y="167275"/>
                </a:cubicBezTo>
                <a:cubicBezTo>
                  <a:pt x="53037" y="167275"/>
                  <a:pt x="20240" y="134478"/>
                  <a:pt x="20240" y="93745"/>
                </a:cubicBezTo>
                <a:cubicBezTo>
                  <a:pt x="20240" y="53013"/>
                  <a:pt x="53037" y="20216"/>
                  <a:pt x="93770" y="20216"/>
                </a:cubicBezTo>
                <a:close/>
              </a:path>
            </a:pathLst>
          </a:custGeom>
          <a:solidFill>
            <a:srgbClr val="341B92"/>
          </a:solidFill>
          <a:ln w="2511" cap="flat">
            <a:noFill/>
            <a:prstDash val="solid"/>
            <a:miter/>
          </a:ln>
        </p:spPr>
        <p:txBody>
          <a:bodyPr rtlCol="0" anchor="ctr"/>
          <a:lstStyle/>
          <a:p>
            <a:endParaRPr lang="en-IN"/>
          </a:p>
        </p:txBody>
      </p:sp>
      <p:sp>
        <p:nvSpPr>
          <p:cNvPr id="1246" name="Freeform: Shape 1245">
            <a:extLst>
              <a:ext uri="{FF2B5EF4-FFF2-40B4-BE49-F238E27FC236}">
                <a16:creationId xmlns:a16="http://schemas.microsoft.com/office/drawing/2014/main" id="{3558E35E-8702-2743-66D1-22483C3D3D2D}"/>
              </a:ext>
            </a:extLst>
          </p:cNvPr>
          <p:cNvSpPr/>
          <p:nvPr/>
        </p:nvSpPr>
        <p:spPr>
          <a:xfrm>
            <a:off x="10131979" y="4800117"/>
            <a:ext cx="1269662" cy="745338"/>
          </a:xfrm>
          <a:custGeom>
            <a:avLst/>
            <a:gdLst>
              <a:gd name="connsiteX0" fmla="*/ 25 w 1269662"/>
              <a:gd name="connsiteY0" fmla="*/ 0 h 745338"/>
              <a:gd name="connsiteX1" fmla="*/ 25 w 1269662"/>
              <a:gd name="connsiteY1" fmla="*/ 471763 h 745338"/>
              <a:gd name="connsiteX2" fmla="*/ 634844 w 1269662"/>
              <a:gd name="connsiteY2" fmla="*/ 745339 h 745338"/>
              <a:gd name="connsiteX3" fmla="*/ 1269663 w 1269662"/>
              <a:gd name="connsiteY3" fmla="*/ 471763 h 745338"/>
              <a:gd name="connsiteX4" fmla="*/ 1269663 w 1269662"/>
              <a:gd name="connsiteY4" fmla="*/ 0 h 745338"/>
              <a:gd name="connsiteX5" fmla="*/ 0 w 1269662"/>
              <a:gd name="connsiteY5" fmla="*/ 0 h 745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9662" h="745338">
                <a:moveTo>
                  <a:pt x="25" y="0"/>
                </a:moveTo>
                <a:lnTo>
                  <a:pt x="25" y="471763"/>
                </a:lnTo>
                <a:cubicBezTo>
                  <a:pt x="25" y="622840"/>
                  <a:pt x="284249" y="745339"/>
                  <a:pt x="634844" y="745339"/>
                </a:cubicBezTo>
                <a:cubicBezTo>
                  <a:pt x="985439" y="745339"/>
                  <a:pt x="1269663" y="622865"/>
                  <a:pt x="1269663" y="471763"/>
                </a:cubicBezTo>
                <a:lnTo>
                  <a:pt x="1269663" y="0"/>
                </a:lnTo>
                <a:lnTo>
                  <a:pt x="0" y="0"/>
                </a:lnTo>
                <a:close/>
              </a:path>
            </a:pathLst>
          </a:custGeom>
          <a:solidFill>
            <a:srgbClr val="6654AA"/>
          </a:solidFill>
          <a:ln w="2511" cap="flat">
            <a:noFill/>
            <a:prstDash val="solid"/>
            <a:miter/>
          </a:ln>
        </p:spPr>
        <p:txBody>
          <a:bodyPr rtlCol="0" anchor="ctr"/>
          <a:lstStyle/>
          <a:p>
            <a:endParaRPr lang="en-IN"/>
          </a:p>
        </p:txBody>
      </p:sp>
      <p:sp>
        <p:nvSpPr>
          <p:cNvPr id="1253" name="Freeform: Shape 1252">
            <a:extLst>
              <a:ext uri="{FF2B5EF4-FFF2-40B4-BE49-F238E27FC236}">
                <a16:creationId xmlns:a16="http://schemas.microsoft.com/office/drawing/2014/main" id="{149256AF-EAA8-94EE-AFC9-274B52BB16C0}"/>
              </a:ext>
            </a:extLst>
          </p:cNvPr>
          <p:cNvSpPr/>
          <p:nvPr/>
        </p:nvSpPr>
        <p:spPr>
          <a:xfrm>
            <a:off x="10132005" y="4509968"/>
            <a:ext cx="1269637" cy="547151"/>
          </a:xfrm>
          <a:custGeom>
            <a:avLst/>
            <a:gdLst>
              <a:gd name="connsiteX0" fmla="*/ 1269638 w 1269637"/>
              <a:gd name="connsiteY0" fmla="*/ 273576 h 547151"/>
              <a:gd name="connsiteX1" fmla="*/ 634819 w 1269637"/>
              <a:gd name="connsiteY1" fmla="*/ 547151 h 547151"/>
              <a:gd name="connsiteX2" fmla="*/ 0 w 1269637"/>
              <a:gd name="connsiteY2" fmla="*/ 273576 h 547151"/>
              <a:gd name="connsiteX3" fmla="*/ 634819 w 1269637"/>
              <a:gd name="connsiteY3" fmla="*/ 0 h 547151"/>
              <a:gd name="connsiteX4" fmla="*/ 1269638 w 1269637"/>
              <a:gd name="connsiteY4" fmla="*/ 273576 h 547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69637" h="547151">
                <a:moveTo>
                  <a:pt x="1269638" y="273576"/>
                </a:moveTo>
                <a:cubicBezTo>
                  <a:pt x="1269638" y="424652"/>
                  <a:pt x="985414" y="547151"/>
                  <a:pt x="634819" y="547151"/>
                </a:cubicBezTo>
                <a:cubicBezTo>
                  <a:pt x="284224" y="547151"/>
                  <a:pt x="0" y="424677"/>
                  <a:pt x="0" y="273576"/>
                </a:cubicBezTo>
                <a:cubicBezTo>
                  <a:pt x="0" y="122474"/>
                  <a:pt x="284224" y="0"/>
                  <a:pt x="634819" y="0"/>
                </a:cubicBezTo>
                <a:cubicBezTo>
                  <a:pt x="985414" y="0"/>
                  <a:pt x="1269638" y="122474"/>
                  <a:pt x="1269638" y="273576"/>
                </a:cubicBezTo>
                <a:close/>
              </a:path>
            </a:pathLst>
          </a:custGeom>
          <a:solidFill>
            <a:srgbClr val="9A8DC8"/>
          </a:solidFill>
          <a:ln w="2511" cap="flat">
            <a:noFill/>
            <a:prstDash val="solid"/>
            <a:miter/>
          </a:ln>
        </p:spPr>
        <p:txBody>
          <a:bodyPr rtlCol="0" anchor="ctr"/>
          <a:lstStyle/>
          <a:p>
            <a:endParaRPr lang="en-IN"/>
          </a:p>
        </p:txBody>
      </p:sp>
      <p:sp>
        <p:nvSpPr>
          <p:cNvPr id="1259" name="Freeform: Shape 1258">
            <a:extLst>
              <a:ext uri="{FF2B5EF4-FFF2-40B4-BE49-F238E27FC236}">
                <a16:creationId xmlns:a16="http://schemas.microsoft.com/office/drawing/2014/main" id="{12B8F854-1AC3-BA9C-F2D7-EECD857E55F3}"/>
              </a:ext>
            </a:extLst>
          </p:cNvPr>
          <p:cNvSpPr/>
          <p:nvPr/>
        </p:nvSpPr>
        <p:spPr>
          <a:xfrm>
            <a:off x="10132030" y="4800117"/>
            <a:ext cx="1269637" cy="293238"/>
          </a:xfrm>
          <a:custGeom>
            <a:avLst/>
            <a:gdLst>
              <a:gd name="connsiteX0" fmla="*/ 1267955 w 1269637"/>
              <a:gd name="connsiteY0" fmla="*/ 0 h 293238"/>
              <a:gd name="connsiteX1" fmla="*/ 634819 w 1269637"/>
              <a:gd name="connsiteY1" fmla="*/ 259111 h 293238"/>
              <a:gd name="connsiteX2" fmla="*/ 1683 w 1269637"/>
              <a:gd name="connsiteY2" fmla="*/ 5198 h 293238"/>
              <a:gd name="connsiteX3" fmla="*/ 0 w 1269637"/>
              <a:gd name="connsiteY3" fmla="*/ 19663 h 293238"/>
              <a:gd name="connsiteX4" fmla="*/ 634819 w 1269637"/>
              <a:gd name="connsiteY4" fmla="*/ 293238 h 293238"/>
              <a:gd name="connsiteX5" fmla="*/ 1269637 w 1269637"/>
              <a:gd name="connsiteY5" fmla="*/ 19663 h 293238"/>
              <a:gd name="connsiteX6" fmla="*/ 1267955 w 1269637"/>
              <a:gd name="connsiteY6" fmla="*/ 0 h 293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9637" h="293238">
                <a:moveTo>
                  <a:pt x="1267955" y="0"/>
                </a:moveTo>
                <a:cubicBezTo>
                  <a:pt x="1250126" y="145125"/>
                  <a:pt x="972054" y="258935"/>
                  <a:pt x="634819" y="259111"/>
                </a:cubicBezTo>
                <a:cubicBezTo>
                  <a:pt x="301928" y="259111"/>
                  <a:pt x="25615" y="148289"/>
                  <a:pt x="1683" y="5198"/>
                </a:cubicBezTo>
                <a:cubicBezTo>
                  <a:pt x="829" y="10020"/>
                  <a:pt x="277" y="14841"/>
                  <a:pt x="0" y="19663"/>
                </a:cubicBezTo>
                <a:cubicBezTo>
                  <a:pt x="0" y="170740"/>
                  <a:pt x="284224" y="293238"/>
                  <a:pt x="634819" y="293238"/>
                </a:cubicBezTo>
                <a:cubicBezTo>
                  <a:pt x="985415" y="293238"/>
                  <a:pt x="1269637" y="170765"/>
                  <a:pt x="1269637" y="19663"/>
                </a:cubicBezTo>
                <a:cubicBezTo>
                  <a:pt x="1269637" y="13109"/>
                  <a:pt x="1269060" y="6529"/>
                  <a:pt x="1267955" y="0"/>
                </a:cubicBezTo>
                <a:close/>
              </a:path>
            </a:pathLst>
          </a:custGeom>
          <a:solidFill>
            <a:srgbClr val="E6E3F1"/>
          </a:solidFill>
          <a:ln w="2511" cap="flat">
            <a:noFill/>
            <a:prstDash val="solid"/>
            <a:miter/>
          </a:ln>
        </p:spPr>
        <p:txBody>
          <a:bodyPr rtlCol="0" anchor="ctr"/>
          <a:lstStyle/>
          <a:p>
            <a:endParaRPr lang="en-IN"/>
          </a:p>
        </p:txBody>
      </p:sp>
      <p:pic>
        <p:nvPicPr>
          <p:cNvPr id="1339" name="Graphic 1338">
            <a:extLst>
              <a:ext uri="{FF2B5EF4-FFF2-40B4-BE49-F238E27FC236}">
                <a16:creationId xmlns:a16="http://schemas.microsoft.com/office/drawing/2014/main" id="{DBFEDA9E-A600-CF77-73C1-17511D86610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5894" y="4457132"/>
            <a:ext cx="657156" cy="657156"/>
          </a:xfrm>
          <a:prstGeom prst="rect">
            <a:avLst/>
          </a:prstGeom>
          <a:scene3d>
            <a:camera prst="perspectiveRelaxed"/>
            <a:lightRig rig="threePt" dir="t"/>
          </a:scene3d>
        </p:spPr>
      </p:pic>
      <p:pic>
        <p:nvPicPr>
          <p:cNvPr id="1340" name="Graphic 1339">
            <a:extLst>
              <a:ext uri="{FF2B5EF4-FFF2-40B4-BE49-F238E27FC236}">
                <a16:creationId xmlns:a16="http://schemas.microsoft.com/office/drawing/2014/main" id="{117ED688-24C0-70C5-D250-E83C4F19A8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38730" y="4457132"/>
            <a:ext cx="657156" cy="657156"/>
          </a:xfrm>
          <a:prstGeom prst="rect">
            <a:avLst/>
          </a:prstGeom>
          <a:scene3d>
            <a:camera prst="perspectiveRelaxed"/>
            <a:lightRig rig="threePt" dir="t"/>
          </a:scene3d>
        </p:spPr>
      </p:pic>
      <p:pic>
        <p:nvPicPr>
          <p:cNvPr id="1341" name="Graphic 1340">
            <a:extLst>
              <a:ext uri="{FF2B5EF4-FFF2-40B4-BE49-F238E27FC236}">
                <a16:creationId xmlns:a16="http://schemas.microsoft.com/office/drawing/2014/main" id="{794F23B2-936D-3377-ABD1-6EBEEA5FE0F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438232" y="4457132"/>
            <a:ext cx="657156" cy="657156"/>
          </a:xfrm>
          <a:prstGeom prst="rect">
            <a:avLst/>
          </a:prstGeom>
          <a:scene3d>
            <a:camera prst="perspectiveRelaxed"/>
            <a:lightRig rig="threePt" dir="t"/>
          </a:scene3d>
        </p:spPr>
      </p:pic>
      <p:pic>
        <p:nvPicPr>
          <p:cNvPr id="1342" name="Graphic 1341">
            <a:extLst>
              <a:ext uri="{FF2B5EF4-FFF2-40B4-BE49-F238E27FC236}">
                <a16:creationId xmlns:a16="http://schemas.microsoft.com/office/drawing/2014/main" id="{51F1A651-4ABB-D77D-647C-C1C00AAA6AD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1469" y="3525681"/>
            <a:ext cx="657156" cy="657156"/>
          </a:xfrm>
          <a:prstGeom prst="rect">
            <a:avLst/>
          </a:prstGeom>
          <a:scene3d>
            <a:camera prst="perspectiveRelaxed"/>
            <a:lightRig rig="threePt" dir="t"/>
          </a:scene3d>
        </p:spPr>
      </p:pic>
      <p:pic>
        <p:nvPicPr>
          <p:cNvPr id="1343" name="Graphic 1342">
            <a:extLst>
              <a:ext uri="{FF2B5EF4-FFF2-40B4-BE49-F238E27FC236}">
                <a16:creationId xmlns:a16="http://schemas.microsoft.com/office/drawing/2014/main" id="{897DEBCF-3883-1601-CFA7-9B1170560C3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02645" y="3525681"/>
            <a:ext cx="657156" cy="657156"/>
          </a:xfrm>
          <a:prstGeom prst="rect">
            <a:avLst/>
          </a:prstGeom>
          <a:scene3d>
            <a:camera prst="perspectiveRelaxed"/>
            <a:lightRig rig="threePt" dir="t"/>
          </a:scene3d>
        </p:spPr>
      </p:pic>
      <p:sp>
        <p:nvSpPr>
          <p:cNvPr id="1344" name="Rectangle: Rounded Corners 1343">
            <a:extLst>
              <a:ext uri="{FF2B5EF4-FFF2-40B4-BE49-F238E27FC236}">
                <a16:creationId xmlns:a16="http://schemas.microsoft.com/office/drawing/2014/main" id="{4C53117B-5351-DFFA-F3DE-B9FE40EF89F9}"/>
              </a:ext>
            </a:extLst>
          </p:cNvPr>
          <p:cNvSpPr/>
          <p:nvPr/>
        </p:nvSpPr>
        <p:spPr>
          <a:xfrm>
            <a:off x="574676" y="2028190"/>
            <a:ext cx="1704750" cy="2124745"/>
          </a:xfrm>
          <a:prstGeom prst="roundRect">
            <a:avLst>
              <a:gd name="adj" fmla="val 5960"/>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46" name="Straight Connector 1345">
            <a:extLst>
              <a:ext uri="{FF2B5EF4-FFF2-40B4-BE49-F238E27FC236}">
                <a16:creationId xmlns:a16="http://schemas.microsoft.com/office/drawing/2014/main" id="{646878B9-CC96-EF5C-BDB2-CC9429CE72CA}"/>
              </a:ext>
            </a:extLst>
          </p:cNvPr>
          <p:cNvCxnSpPr>
            <a:cxnSpLocks/>
          </p:cNvCxnSpPr>
          <p:nvPr/>
        </p:nvCxnSpPr>
        <p:spPr>
          <a:xfrm flipV="1">
            <a:off x="1427051" y="4153233"/>
            <a:ext cx="0" cy="356735"/>
          </a:xfrm>
          <a:prstGeom prst="line">
            <a:avLst/>
          </a:prstGeom>
          <a:ln w="12700">
            <a:solidFill>
              <a:srgbClr val="B898D0"/>
            </a:solidFill>
            <a:headEnd type="oval" w="sm" len="sm"/>
          </a:ln>
        </p:spPr>
        <p:style>
          <a:lnRef idx="1">
            <a:schemeClr val="accent1"/>
          </a:lnRef>
          <a:fillRef idx="0">
            <a:schemeClr val="accent1"/>
          </a:fillRef>
          <a:effectRef idx="0">
            <a:schemeClr val="accent1"/>
          </a:effectRef>
          <a:fontRef idx="minor">
            <a:schemeClr val="tx1"/>
          </a:fontRef>
        </p:style>
      </p:cxnSp>
      <p:sp>
        <p:nvSpPr>
          <p:cNvPr id="1350" name="Rectangle: Rounded Corners 1349">
            <a:extLst>
              <a:ext uri="{FF2B5EF4-FFF2-40B4-BE49-F238E27FC236}">
                <a16:creationId xmlns:a16="http://schemas.microsoft.com/office/drawing/2014/main" id="{2C10DCA4-3B26-F29C-2228-82DDA022CB03}"/>
              </a:ext>
            </a:extLst>
          </p:cNvPr>
          <p:cNvSpPr/>
          <p:nvPr/>
        </p:nvSpPr>
        <p:spPr>
          <a:xfrm>
            <a:off x="5214681" y="2028190"/>
            <a:ext cx="1704750" cy="2124745"/>
          </a:xfrm>
          <a:prstGeom prst="roundRect">
            <a:avLst>
              <a:gd name="adj" fmla="val 5960"/>
            </a:avLst>
          </a:prstGeom>
          <a:solidFill>
            <a:srgbClr val="E5E1ED"/>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1" name="Straight Connector 1350">
            <a:extLst>
              <a:ext uri="{FF2B5EF4-FFF2-40B4-BE49-F238E27FC236}">
                <a16:creationId xmlns:a16="http://schemas.microsoft.com/office/drawing/2014/main" id="{F9EE157C-8CAE-AEAE-4C97-5C1D51B95EC0}"/>
              </a:ext>
            </a:extLst>
          </p:cNvPr>
          <p:cNvCxnSpPr>
            <a:cxnSpLocks/>
          </p:cNvCxnSpPr>
          <p:nvPr/>
        </p:nvCxnSpPr>
        <p:spPr>
          <a:xfrm flipV="1">
            <a:off x="6067056" y="4153233"/>
            <a:ext cx="0" cy="356735"/>
          </a:xfrm>
          <a:prstGeom prst="line">
            <a:avLst/>
          </a:prstGeom>
          <a:ln w="12700">
            <a:solidFill>
              <a:srgbClr val="7E68A4"/>
            </a:solidFill>
            <a:headEnd type="oval" w="sm" len="sm"/>
          </a:ln>
        </p:spPr>
        <p:style>
          <a:lnRef idx="1">
            <a:schemeClr val="accent1"/>
          </a:lnRef>
          <a:fillRef idx="0">
            <a:schemeClr val="accent1"/>
          </a:fillRef>
          <a:effectRef idx="0">
            <a:schemeClr val="accent1"/>
          </a:effectRef>
          <a:fontRef idx="minor">
            <a:schemeClr val="tx1"/>
          </a:fontRef>
        </p:style>
      </p:cxnSp>
      <p:sp>
        <p:nvSpPr>
          <p:cNvPr id="1355" name="Rectangle: Rounded Corners 1354">
            <a:extLst>
              <a:ext uri="{FF2B5EF4-FFF2-40B4-BE49-F238E27FC236}">
                <a16:creationId xmlns:a16="http://schemas.microsoft.com/office/drawing/2014/main" id="{0578A282-113F-ACBC-6CD2-67649A8E9914}"/>
              </a:ext>
            </a:extLst>
          </p:cNvPr>
          <p:cNvSpPr/>
          <p:nvPr/>
        </p:nvSpPr>
        <p:spPr>
          <a:xfrm>
            <a:off x="9914954" y="2028190"/>
            <a:ext cx="1704750" cy="2124745"/>
          </a:xfrm>
          <a:prstGeom prst="roundRect">
            <a:avLst>
              <a:gd name="adj" fmla="val 5960"/>
            </a:avLst>
          </a:prstGeom>
          <a:solidFill>
            <a:srgbClr val="E6E3F1"/>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6" name="Straight Connector 1355">
            <a:extLst>
              <a:ext uri="{FF2B5EF4-FFF2-40B4-BE49-F238E27FC236}">
                <a16:creationId xmlns:a16="http://schemas.microsoft.com/office/drawing/2014/main" id="{57AE0358-8B21-C1B7-684A-D0BE0A5944C8}"/>
              </a:ext>
            </a:extLst>
          </p:cNvPr>
          <p:cNvCxnSpPr>
            <a:cxnSpLocks/>
            <a:endCxn id="1355" idx="2"/>
          </p:cNvCxnSpPr>
          <p:nvPr/>
        </p:nvCxnSpPr>
        <p:spPr>
          <a:xfrm flipV="1">
            <a:off x="10767329" y="4152935"/>
            <a:ext cx="0" cy="357033"/>
          </a:xfrm>
          <a:prstGeom prst="line">
            <a:avLst/>
          </a:prstGeom>
          <a:ln w="12700">
            <a:solidFill>
              <a:srgbClr val="9A8DC8"/>
            </a:solidFill>
            <a:headEnd type="oval" w="sm" len="sm"/>
          </a:ln>
        </p:spPr>
        <p:style>
          <a:lnRef idx="1">
            <a:schemeClr val="accent1"/>
          </a:lnRef>
          <a:fillRef idx="0">
            <a:schemeClr val="accent1"/>
          </a:fillRef>
          <a:effectRef idx="0">
            <a:schemeClr val="accent1"/>
          </a:effectRef>
          <a:fontRef idx="minor">
            <a:schemeClr val="tx1"/>
          </a:fontRef>
        </p:style>
      </p:cxnSp>
      <p:sp>
        <p:nvSpPr>
          <p:cNvPr id="1357" name="Rectangle: Rounded Corners 1356">
            <a:extLst>
              <a:ext uri="{FF2B5EF4-FFF2-40B4-BE49-F238E27FC236}">
                <a16:creationId xmlns:a16="http://schemas.microsoft.com/office/drawing/2014/main" id="{5D6A7513-B91E-7439-7359-354348209558}"/>
              </a:ext>
            </a:extLst>
          </p:cNvPr>
          <p:cNvSpPr/>
          <p:nvPr/>
        </p:nvSpPr>
        <p:spPr>
          <a:xfrm>
            <a:off x="2907511" y="1084258"/>
            <a:ext cx="1704750" cy="2124745"/>
          </a:xfrm>
          <a:prstGeom prst="roundRect">
            <a:avLst>
              <a:gd name="adj" fmla="val 5960"/>
            </a:avLst>
          </a:prstGeom>
          <a:solidFill>
            <a:srgbClr val="E1E8EB"/>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58" name="Straight Connector 1357">
            <a:extLst>
              <a:ext uri="{FF2B5EF4-FFF2-40B4-BE49-F238E27FC236}">
                <a16:creationId xmlns:a16="http://schemas.microsoft.com/office/drawing/2014/main" id="{13429B97-B743-8B75-C8F5-5E611C571D46}"/>
              </a:ext>
            </a:extLst>
          </p:cNvPr>
          <p:cNvCxnSpPr>
            <a:cxnSpLocks/>
            <a:stCxn id="53" idx="4"/>
          </p:cNvCxnSpPr>
          <p:nvPr/>
        </p:nvCxnSpPr>
        <p:spPr>
          <a:xfrm flipH="1" flipV="1">
            <a:off x="3759886" y="3209003"/>
            <a:ext cx="200" cy="356735"/>
          </a:xfrm>
          <a:prstGeom prst="line">
            <a:avLst/>
          </a:prstGeom>
          <a:ln w="12700">
            <a:solidFill>
              <a:srgbClr val="7D95BE"/>
            </a:solidFill>
            <a:headEnd type="oval" w="sm" len="sm"/>
          </a:ln>
        </p:spPr>
        <p:style>
          <a:lnRef idx="1">
            <a:schemeClr val="accent1"/>
          </a:lnRef>
          <a:fillRef idx="0">
            <a:schemeClr val="accent1"/>
          </a:fillRef>
          <a:effectRef idx="0">
            <a:schemeClr val="accent1"/>
          </a:effectRef>
          <a:fontRef idx="minor">
            <a:schemeClr val="tx1"/>
          </a:fontRef>
        </p:style>
      </p:cxnSp>
      <p:sp>
        <p:nvSpPr>
          <p:cNvPr id="1360" name="Rectangle: Rounded Corners 1359">
            <a:extLst>
              <a:ext uri="{FF2B5EF4-FFF2-40B4-BE49-F238E27FC236}">
                <a16:creationId xmlns:a16="http://schemas.microsoft.com/office/drawing/2014/main" id="{5F5A2776-55EC-ABE6-0594-05C9A1572ED4}"/>
              </a:ext>
            </a:extLst>
          </p:cNvPr>
          <p:cNvSpPr/>
          <p:nvPr/>
        </p:nvSpPr>
        <p:spPr>
          <a:xfrm>
            <a:off x="7576722" y="1084258"/>
            <a:ext cx="1704750" cy="2124745"/>
          </a:xfrm>
          <a:prstGeom prst="roundRect">
            <a:avLst>
              <a:gd name="adj" fmla="val 5960"/>
            </a:avLst>
          </a:prstGeom>
          <a:solidFill>
            <a:srgbClr val="DFEDF7"/>
          </a:solidFill>
          <a:ln w="63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361" name="Straight Connector 1360">
            <a:extLst>
              <a:ext uri="{FF2B5EF4-FFF2-40B4-BE49-F238E27FC236}">
                <a16:creationId xmlns:a16="http://schemas.microsoft.com/office/drawing/2014/main" id="{F8DE5C5D-A19C-B8B7-1A74-41DEB86B5292}"/>
              </a:ext>
            </a:extLst>
          </p:cNvPr>
          <p:cNvCxnSpPr>
            <a:cxnSpLocks/>
          </p:cNvCxnSpPr>
          <p:nvPr/>
        </p:nvCxnSpPr>
        <p:spPr>
          <a:xfrm flipH="1" flipV="1">
            <a:off x="8429097" y="3209003"/>
            <a:ext cx="200" cy="356735"/>
          </a:xfrm>
          <a:prstGeom prst="line">
            <a:avLst/>
          </a:prstGeom>
          <a:ln w="12700">
            <a:solidFill>
              <a:srgbClr val="60A6D8"/>
            </a:solidFill>
            <a:headEnd type="oval" w="sm" len="sm"/>
          </a:ln>
        </p:spPr>
        <p:style>
          <a:lnRef idx="1">
            <a:schemeClr val="accent1"/>
          </a:lnRef>
          <a:fillRef idx="0">
            <a:schemeClr val="accent1"/>
          </a:fillRef>
          <a:effectRef idx="0">
            <a:schemeClr val="accent1"/>
          </a:effectRef>
          <a:fontRef idx="minor">
            <a:schemeClr val="tx1"/>
          </a:fontRef>
        </p:style>
      </p:cxnSp>
      <p:sp>
        <p:nvSpPr>
          <p:cNvPr id="1366" name="Título 1">
            <a:extLst>
              <a:ext uri="{FF2B5EF4-FFF2-40B4-BE49-F238E27FC236}">
                <a16:creationId xmlns:a16="http://schemas.microsoft.com/office/drawing/2014/main" id="{F7E50E4B-7FE2-61D3-E4EC-CFBD596555DC}"/>
              </a:ext>
            </a:extLst>
          </p:cNvPr>
          <p:cNvSpPr txBox="1">
            <a:spLocks/>
          </p:cNvSpPr>
          <p:nvPr/>
        </p:nvSpPr>
        <p:spPr>
          <a:xfrm>
            <a:off x="1099557"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68" name="Straight Connector 1367">
            <a:extLst>
              <a:ext uri="{FF2B5EF4-FFF2-40B4-BE49-F238E27FC236}">
                <a16:creationId xmlns:a16="http://schemas.microsoft.com/office/drawing/2014/main" id="{9598501F-7EE2-025E-9933-5FBDE2AD4E5D}"/>
              </a:ext>
            </a:extLst>
          </p:cNvPr>
          <p:cNvCxnSpPr>
            <a:cxnSpLocks/>
          </p:cNvCxnSpPr>
          <p:nvPr/>
        </p:nvCxnSpPr>
        <p:spPr>
          <a:xfrm>
            <a:off x="574676" y="2468621"/>
            <a:ext cx="1704750" cy="0"/>
          </a:xfrm>
          <a:prstGeom prst="line">
            <a:avLst/>
          </a:prstGeom>
          <a:ln w="12700">
            <a:solidFill>
              <a:srgbClr val="9464B8"/>
            </a:solidFill>
          </a:ln>
        </p:spPr>
        <p:style>
          <a:lnRef idx="1">
            <a:schemeClr val="accent1"/>
          </a:lnRef>
          <a:fillRef idx="0">
            <a:schemeClr val="accent1"/>
          </a:fillRef>
          <a:effectRef idx="0">
            <a:schemeClr val="accent1"/>
          </a:effectRef>
          <a:fontRef idx="minor">
            <a:schemeClr val="tx1"/>
          </a:fontRef>
        </p:style>
      </p:cxnSp>
      <p:sp>
        <p:nvSpPr>
          <p:cNvPr id="1369" name="TextBox 1368">
            <a:extLst>
              <a:ext uri="{FF2B5EF4-FFF2-40B4-BE49-F238E27FC236}">
                <a16:creationId xmlns:a16="http://schemas.microsoft.com/office/drawing/2014/main" id="{CA4FC917-FCDE-A091-DD37-04CDD8AFEB91}"/>
              </a:ext>
            </a:extLst>
          </p:cNvPr>
          <p:cNvSpPr txBox="1"/>
          <p:nvPr/>
        </p:nvSpPr>
        <p:spPr>
          <a:xfrm>
            <a:off x="637285"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72" name="Título 1">
            <a:extLst>
              <a:ext uri="{FF2B5EF4-FFF2-40B4-BE49-F238E27FC236}">
                <a16:creationId xmlns:a16="http://schemas.microsoft.com/office/drawing/2014/main" id="{99F2952B-FD6F-0F89-E12E-C615F6A8DC63}"/>
              </a:ext>
            </a:extLst>
          </p:cNvPr>
          <p:cNvSpPr txBox="1">
            <a:spLocks/>
          </p:cNvSpPr>
          <p:nvPr/>
        </p:nvSpPr>
        <p:spPr>
          <a:xfrm>
            <a:off x="5739562"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73" name="Straight Connector 1372">
            <a:extLst>
              <a:ext uri="{FF2B5EF4-FFF2-40B4-BE49-F238E27FC236}">
                <a16:creationId xmlns:a16="http://schemas.microsoft.com/office/drawing/2014/main" id="{B92F7BA1-D70B-B839-C94C-ACD526A79028}"/>
              </a:ext>
            </a:extLst>
          </p:cNvPr>
          <p:cNvCxnSpPr>
            <a:cxnSpLocks/>
          </p:cNvCxnSpPr>
          <p:nvPr/>
        </p:nvCxnSpPr>
        <p:spPr>
          <a:xfrm>
            <a:off x="5214681" y="2468621"/>
            <a:ext cx="1704750" cy="0"/>
          </a:xfrm>
          <a:prstGeom prst="line">
            <a:avLst/>
          </a:prstGeom>
          <a:ln w="12700">
            <a:solidFill>
              <a:srgbClr val="4A2E7D"/>
            </a:solidFill>
          </a:ln>
        </p:spPr>
        <p:style>
          <a:lnRef idx="1">
            <a:schemeClr val="accent1"/>
          </a:lnRef>
          <a:fillRef idx="0">
            <a:schemeClr val="accent1"/>
          </a:fillRef>
          <a:effectRef idx="0">
            <a:schemeClr val="accent1"/>
          </a:effectRef>
          <a:fontRef idx="minor">
            <a:schemeClr val="tx1"/>
          </a:fontRef>
        </p:style>
      </p:cxnSp>
      <p:sp>
        <p:nvSpPr>
          <p:cNvPr id="1374" name="TextBox 1373">
            <a:extLst>
              <a:ext uri="{FF2B5EF4-FFF2-40B4-BE49-F238E27FC236}">
                <a16:creationId xmlns:a16="http://schemas.microsoft.com/office/drawing/2014/main" id="{7FF6BE73-C5E6-8250-7082-13EF962DB81E}"/>
              </a:ext>
            </a:extLst>
          </p:cNvPr>
          <p:cNvSpPr txBox="1"/>
          <p:nvPr/>
        </p:nvSpPr>
        <p:spPr>
          <a:xfrm>
            <a:off x="5277290"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76" name="Título 1">
            <a:extLst>
              <a:ext uri="{FF2B5EF4-FFF2-40B4-BE49-F238E27FC236}">
                <a16:creationId xmlns:a16="http://schemas.microsoft.com/office/drawing/2014/main" id="{EB836FD7-4F26-CC09-E57C-B4374F761456}"/>
              </a:ext>
            </a:extLst>
          </p:cNvPr>
          <p:cNvSpPr txBox="1">
            <a:spLocks/>
          </p:cNvSpPr>
          <p:nvPr/>
        </p:nvSpPr>
        <p:spPr>
          <a:xfrm>
            <a:off x="10439835" y="2128138"/>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77" name="Straight Connector 1376">
            <a:extLst>
              <a:ext uri="{FF2B5EF4-FFF2-40B4-BE49-F238E27FC236}">
                <a16:creationId xmlns:a16="http://schemas.microsoft.com/office/drawing/2014/main" id="{0557442B-6BD0-DF97-A2D0-C9B37EED3DC2}"/>
              </a:ext>
            </a:extLst>
          </p:cNvPr>
          <p:cNvCxnSpPr>
            <a:cxnSpLocks/>
          </p:cNvCxnSpPr>
          <p:nvPr/>
        </p:nvCxnSpPr>
        <p:spPr>
          <a:xfrm>
            <a:off x="9914954" y="2468621"/>
            <a:ext cx="1704750" cy="0"/>
          </a:xfrm>
          <a:prstGeom prst="line">
            <a:avLst/>
          </a:prstGeom>
          <a:ln w="12700">
            <a:solidFill>
              <a:srgbClr val="6654AA"/>
            </a:solidFill>
          </a:ln>
        </p:spPr>
        <p:style>
          <a:lnRef idx="1">
            <a:schemeClr val="accent1"/>
          </a:lnRef>
          <a:fillRef idx="0">
            <a:schemeClr val="accent1"/>
          </a:fillRef>
          <a:effectRef idx="0">
            <a:schemeClr val="accent1"/>
          </a:effectRef>
          <a:fontRef idx="minor">
            <a:schemeClr val="tx1"/>
          </a:fontRef>
        </p:style>
      </p:cxnSp>
      <p:sp>
        <p:nvSpPr>
          <p:cNvPr id="1378" name="TextBox 1377">
            <a:extLst>
              <a:ext uri="{FF2B5EF4-FFF2-40B4-BE49-F238E27FC236}">
                <a16:creationId xmlns:a16="http://schemas.microsoft.com/office/drawing/2014/main" id="{C5B93EF3-750A-D77F-9313-874D4CE341F7}"/>
              </a:ext>
            </a:extLst>
          </p:cNvPr>
          <p:cNvSpPr txBox="1"/>
          <p:nvPr/>
        </p:nvSpPr>
        <p:spPr>
          <a:xfrm>
            <a:off x="9977563" y="2545972"/>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80" name="Título 1">
            <a:extLst>
              <a:ext uri="{FF2B5EF4-FFF2-40B4-BE49-F238E27FC236}">
                <a16:creationId xmlns:a16="http://schemas.microsoft.com/office/drawing/2014/main" id="{494EA895-A0E1-A080-EDC4-39774F1E8222}"/>
              </a:ext>
            </a:extLst>
          </p:cNvPr>
          <p:cNvSpPr txBox="1">
            <a:spLocks/>
          </p:cNvSpPr>
          <p:nvPr/>
        </p:nvSpPr>
        <p:spPr>
          <a:xfrm>
            <a:off x="8101603" y="1176746"/>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81" name="Straight Connector 1380">
            <a:extLst>
              <a:ext uri="{FF2B5EF4-FFF2-40B4-BE49-F238E27FC236}">
                <a16:creationId xmlns:a16="http://schemas.microsoft.com/office/drawing/2014/main" id="{B49C1549-1247-0F9F-1158-C4349A90B0E7}"/>
              </a:ext>
            </a:extLst>
          </p:cNvPr>
          <p:cNvCxnSpPr>
            <a:cxnSpLocks/>
          </p:cNvCxnSpPr>
          <p:nvPr/>
        </p:nvCxnSpPr>
        <p:spPr>
          <a:xfrm>
            <a:off x="7576722" y="1517229"/>
            <a:ext cx="1704750" cy="0"/>
          </a:xfrm>
          <a:prstGeom prst="line">
            <a:avLst/>
          </a:prstGeom>
          <a:ln w="12700">
            <a:solidFill>
              <a:srgbClr val="2180C3"/>
            </a:solidFill>
          </a:ln>
        </p:spPr>
        <p:style>
          <a:lnRef idx="1">
            <a:schemeClr val="accent1"/>
          </a:lnRef>
          <a:fillRef idx="0">
            <a:schemeClr val="accent1"/>
          </a:fillRef>
          <a:effectRef idx="0">
            <a:schemeClr val="accent1"/>
          </a:effectRef>
          <a:fontRef idx="minor">
            <a:schemeClr val="tx1"/>
          </a:fontRef>
        </p:style>
      </p:cxnSp>
      <p:sp>
        <p:nvSpPr>
          <p:cNvPr id="1382" name="TextBox 1381">
            <a:extLst>
              <a:ext uri="{FF2B5EF4-FFF2-40B4-BE49-F238E27FC236}">
                <a16:creationId xmlns:a16="http://schemas.microsoft.com/office/drawing/2014/main" id="{F58ABCE6-03E2-3EF3-031A-CAF8ED7884FC}"/>
              </a:ext>
            </a:extLst>
          </p:cNvPr>
          <p:cNvSpPr txBox="1"/>
          <p:nvPr/>
        </p:nvSpPr>
        <p:spPr>
          <a:xfrm>
            <a:off x="7639331" y="1594580"/>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
        <p:nvSpPr>
          <p:cNvPr id="1384" name="Título 1">
            <a:extLst>
              <a:ext uri="{FF2B5EF4-FFF2-40B4-BE49-F238E27FC236}">
                <a16:creationId xmlns:a16="http://schemas.microsoft.com/office/drawing/2014/main" id="{D7335401-D28E-B472-423F-EB1698C941D6}"/>
              </a:ext>
            </a:extLst>
          </p:cNvPr>
          <p:cNvSpPr txBox="1">
            <a:spLocks/>
          </p:cNvSpPr>
          <p:nvPr/>
        </p:nvSpPr>
        <p:spPr>
          <a:xfrm>
            <a:off x="3432392" y="1176746"/>
            <a:ext cx="654988" cy="3139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600" dirty="0">
                <a:solidFill>
                  <a:schemeClr val="tx1">
                    <a:lumMod val="85000"/>
                    <a:lumOff val="15000"/>
                  </a:schemeClr>
                </a:solidFill>
              </a:rPr>
              <a:t>Title</a:t>
            </a:r>
            <a:endParaRPr lang="es-MX" sz="1600" dirty="0">
              <a:solidFill>
                <a:schemeClr val="tx1">
                  <a:lumMod val="85000"/>
                  <a:lumOff val="15000"/>
                </a:schemeClr>
              </a:solidFill>
            </a:endParaRPr>
          </a:p>
        </p:txBody>
      </p:sp>
      <p:cxnSp>
        <p:nvCxnSpPr>
          <p:cNvPr id="1385" name="Straight Connector 1384">
            <a:extLst>
              <a:ext uri="{FF2B5EF4-FFF2-40B4-BE49-F238E27FC236}">
                <a16:creationId xmlns:a16="http://schemas.microsoft.com/office/drawing/2014/main" id="{DF21FF75-F886-57B4-1599-6E8809336AF3}"/>
              </a:ext>
            </a:extLst>
          </p:cNvPr>
          <p:cNvCxnSpPr>
            <a:cxnSpLocks/>
          </p:cNvCxnSpPr>
          <p:nvPr/>
        </p:nvCxnSpPr>
        <p:spPr>
          <a:xfrm>
            <a:off x="2907511" y="1517229"/>
            <a:ext cx="1704750" cy="0"/>
          </a:xfrm>
          <a:prstGeom prst="line">
            <a:avLst/>
          </a:prstGeom>
          <a:ln w="12700">
            <a:solidFill>
              <a:srgbClr val="4969A1"/>
            </a:solidFill>
          </a:ln>
        </p:spPr>
        <p:style>
          <a:lnRef idx="1">
            <a:schemeClr val="accent1"/>
          </a:lnRef>
          <a:fillRef idx="0">
            <a:schemeClr val="accent1"/>
          </a:fillRef>
          <a:effectRef idx="0">
            <a:schemeClr val="accent1"/>
          </a:effectRef>
          <a:fontRef idx="minor">
            <a:schemeClr val="tx1"/>
          </a:fontRef>
        </p:style>
      </p:cxnSp>
      <p:sp>
        <p:nvSpPr>
          <p:cNvPr id="1386" name="TextBox 1385">
            <a:extLst>
              <a:ext uri="{FF2B5EF4-FFF2-40B4-BE49-F238E27FC236}">
                <a16:creationId xmlns:a16="http://schemas.microsoft.com/office/drawing/2014/main" id="{50048AA0-986F-F911-9F08-22B90AD946F0}"/>
              </a:ext>
            </a:extLst>
          </p:cNvPr>
          <p:cNvSpPr txBox="1"/>
          <p:nvPr/>
        </p:nvSpPr>
        <p:spPr>
          <a:xfrm>
            <a:off x="2970120" y="1594580"/>
            <a:ext cx="1579532" cy="1523494"/>
          </a:xfrm>
          <a:prstGeom prst="rect">
            <a:avLst/>
          </a:prstGeom>
          <a:noFill/>
          <a:ln>
            <a:noFill/>
          </a:ln>
        </p:spPr>
        <p:txBody>
          <a:bodyPr wrap="square" lIns="0" tIns="0" rIns="0" bIns="0" rtlCol="0" anchor="t">
            <a:spAutoFit/>
          </a:bodyPr>
          <a:lstStyle/>
          <a:p>
            <a:pPr lvl="0" algn="ctr">
              <a:defRPr/>
            </a:pPr>
            <a:r>
              <a:rPr lang="en-IN" sz="1100" dirty="0">
                <a:solidFill>
                  <a:prstClr val="black"/>
                </a:solidFill>
                <a:latin typeface="Arial" panose="020B0604020202020204" pitchFamily="34" charset="0"/>
              </a:rPr>
              <a:t>Lorem ipsum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sit </a:t>
            </a:r>
            <a:r>
              <a:rPr lang="en-IN" sz="1100" dirty="0" err="1">
                <a:solidFill>
                  <a:prstClr val="black"/>
                </a:solidFill>
                <a:latin typeface="Arial" panose="020B0604020202020204" pitchFamily="34" charset="0"/>
              </a:rPr>
              <a:t>amet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consectetuer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adipiscing</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elit</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commodo</a:t>
            </a:r>
            <a:r>
              <a:rPr lang="en-IN" sz="1100" dirty="0">
                <a:solidFill>
                  <a:prstClr val="black"/>
                </a:solidFill>
                <a:latin typeface="Arial" panose="020B0604020202020204" pitchFamily="34" charset="0"/>
              </a:rPr>
              <a:t> ligula </a:t>
            </a:r>
            <a:r>
              <a:rPr lang="en-IN" sz="1100" dirty="0" err="1">
                <a:solidFill>
                  <a:prstClr val="black"/>
                </a:solidFill>
                <a:latin typeface="Arial" panose="020B0604020202020204" pitchFamily="34" charset="0"/>
              </a:rPr>
              <a:t>eget</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dolor</a:t>
            </a:r>
            <a:r>
              <a:rPr lang="en-IN" sz="1100" dirty="0">
                <a:solidFill>
                  <a:prstClr val="black"/>
                </a:solidFill>
                <a:latin typeface="Arial" panose="020B0604020202020204" pitchFamily="34" charset="0"/>
              </a:rPr>
              <a:t>. Aenean </a:t>
            </a:r>
            <a:r>
              <a:rPr lang="en-IN" sz="1100" dirty="0" err="1">
                <a:solidFill>
                  <a:prstClr val="black"/>
                </a:solidFill>
                <a:latin typeface="Arial" panose="020B0604020202020204" pitchFamily="34" charset="0"/>
              </a:rPr>
              <a:t>massa</a:t>
            </a:r>
            <a:r>
              <a:rPr lang="en-IN" sz="1100" dirty="0">
                <a:solidFill>
                  <a:prstClr val="black"/>
                </a:solidFill>
                <a:latin typeface="Arial" panose="020B0604020202020204" pitchFamily="34" charset="0"/>
              </a:rPr>
              <a:t>. Cum sociis </a:t>
            </a:r>
            <a:r>
              <a:rPr lang="en-IN" sz="1100" dirty="0" err="1">
                <a:solidFill>
                  <a:prstClr val="black"/>
                </a:solidFill>
                <a:latin typeface="Arial" panose="020B0604020202020204" pitchFamily="34" charset="0"/>
              </a:rPr>
              <a:t>natoque</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penatibus</a:t>
            </a:r>
            <a:r>
              <a:rPr lang="en-IN" sz="1100" dirty="0">
                <a:solidFill>
                  <a:prstClr val="black"/>
                </a:solidFill>
                <a:latin typeface="Arial" panose="020B0604020202020204" pitchFamily="34" charset="0"/>
              </a:rPr>
              <a:t> et </a:t>
            </a:r>
            <a:r>
              <a:rPr lang="en-IN" sz="1100" dirty="0" err="1">
                <a:solidFill>
                  <a:prstClr val="black"/>
                </a:solidFill>
                <a:latin typeface="Arial" panose="020B0604020202020204" pitchFamily="34" charset="0"/>
              </a:rPr>
              <a:t>magnis</a:t>
            </a:r>
            <a:r>
              <a:rPr lang="en-IN" sz="1100" dirty="0">
                <a:solidFill>
                  <a:prstClr val="black"/>
                </a:solidFill>
                <a:latin typeface="Arial" panose="020B0604020202020204" pitchFamily="34" charset="0"/>
              </a:rPr>
              <a:t> dis parturient </a:t>
            </a:r>
            <a:r>
              <a:rPr lang="en-IN" sz="1100" dirty="0" err="1">
                <a:solidFill>
                  <a:prstClr val="black"/>
                </a:solidFill>
                <a:latin typeface="Arial" panose="020B0604020202020204" pitchFamily="34" charset="0"/>
              </a:rPr>
              <a:t>montes</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nascetur</a:t>
            </a:r>
            <a:r>
              <a:rPr lang="en-IN" sz="1100" dirty="0">
                <a:solidFill>
                  <a:prstClr val="black"/>
                </a:solidFill>
                <a:latin typeface="Arial" panose="020B0604020202020204" pitchFamily="34" charset="0"/>
              </a:rPr>
              <a:t> </a:t>
            </a:r>
            <a:r>
              <a:rPr lang="en-IN" sz="1100" dirty="0" err="1">
                <a:solidFill>
                  <a:prstClr val="black"/>
                </a:solidFill>
                <a:latin typeface="Arial" panose="020B0604020202020204" pitchFamily="34" charset="0"/>
              </a:rPr>
              <a:t>ridiculus</a:t>
            </a:r>
            <a:r>
              <a:rPr lang="en-IN" sz="11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111494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7DF1F-5E1D-BC24-9C49-B78F76EE25A6}"/>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6F49202-24BE-78BE-5E0A-3EC26509B85B}"/>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237D192-59AA-C35B-6759-37C5CC33D3F4}"/>
              </a:ext>
            </a:extLst>
          </p:cNvPr>
          <p:cNvSpPr>
            <a:spLocks noGrp="1"/>
          </p:cNvSpPr>
          <p:nvPr>
            <p:ph type="title"/>
          </p:nvPr>
        </p:nvSpPr>
        <p:spPr/>
        <p:txBody>
          <a:bodyPr/>
          <a:lstStyle/>
          <a:p>
            <a:r>
              <a:rPr lang="en-US" sz="1800" dirty="0"/>
              <a:t>Title</a:t>
            </a:r>
            <a:endParaRPr lang="es-MX" sz="1800" dirty="0"/>
          </a:p>
        </p:txBody>
      </p:sp>
      <p:cxnSp>
        <p:nvCxnSpPr>
          <p:cNvPr id="1428" name="Straight Connector 1427">
            <a:extLst>
              <a:ext uri="{FF2B5EF4-FFF2-40B4-BE49-F238E27FC236}">
                <a16:creationId xmlns:a16="http://schemas.microsoft.com/office/drawing/2014/main" id="{99774DA6-2272-1EB4-ABA9-8371B07B143D}"/>
              </a:ext>
            </a:extLst>
          </p:cNvPr>
          <p:cNvCxnSpPr>
            <a:cxnSpLocks/>
          </p:cNvCxnSpPr>
          <p:nvPr/>
        </p:nvCxnSpPr>
        <p:spPr>
          <a:xfrm>
            <a:off x="780257" y="2278840"/>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grpSp>
        <p:nvGrpSpPr>
          <p:cNvPr id="1426" name="Group 1425">
            <a:extLst>
              <a:ext uri="{FF2B5EF4-FFF2-40B4-BE49-F238E27FC236}">
                <a16:creationId xmlns:a16="http://schemas.microsoft.com/office/drawing/2014/main" id="{01C8D332-5E06-2EB4-39A8-910191A4E9EF}"/>
              </a:ext>
            </a:extLst>
          </p:cNvPr>
          <p:cNvGrpSpPr/>
          <p:nvPr/>
        </p:nvGrpSpPr>
        <p:grpSpPr>
          <a:xfrm>
            <a:off x="4392823" y="1661059"/>
            <a:ext cx="3405194" cy="3434282"/>
            <a:chOff x="4060363" y="1226800"/>
            <a:chExt cx="4070114" cy="4104883"/>
          </a:xfrm>
        </p:grpSpPr>
        <p:grpSp>
          <p:nvGrpSpPr>
            <p:cNvPr id="1424" name="Group 1423">
              <a:extLst>
                <a:ext uri="{FF2B5EF4-FFF2-40B4-BE49-F238E27FC236}">
                  <a16:creationId xmlns:a16="http://schemas.microsoft.com/office/drawing/2014/main" id="{AAD72E1E-6B9C-490F-4F46-425B48B1E60D}"/>
                </a:ext>
              </a:extLst>
            </p:cNvPr>
            <p:cNvGrpSpPr/>
            <p:nvPr/>
          </p:nvGrpSpPr>
          <p:grpSpPr>
            <a:xfrm>
              <a:off x="4060363" y="1226800"/>
              <a:ext cx="4070114" cy="4104883"/>
              <a:chOff x="4060363" y="1226800"/>
              <a:chExt cx="4070114" cy="4104883"/>
            </a:xfrm>
          </p:grpSpPr>
          <p:grpSp>
            <p:nvGrpSpPr>
              <p:cNvPr id="1299" name="Group 1298">
                <a:extLst>
                  <a:ext uri="{FF2B5EF4-FFF2-40B4-BE49-F238E27FC236}">
                    <a16:creationId xmlns:a16="http://schemas.microsoft.com/office/drawing/2014/main" id="{C6EC66A7-1FBE-C77C-D0F2-B52B8023A1FD}"/>
                  </a:ext>
                </a:extLst>
              </p:cNvPr>
              <p:cNvGrpSpPr/>
              <p:nvPr/>
            </p:nvGrpSpPr>
            <p:grpSpPr>
              <a:xfrm>
                <a:off x="4060363" y="2432276"/>
                <a:ext cx="1070105" cy="2351031"/>
                <a:chOff x="4060363" y="2432276"/>
                <a:chExt cx="1070105" cy="2351031"/>
              </a:xfrm>
              <a:solidFill>
                <a:srgbClr val="60A6D8"/>
              </a:solidFill>
            </p:grpSpPr>
            <p:sp>
              <p:nvSpPr>
                <p:cNvPr id="9" name="Freeform: Shape 8">
                  <a:extLst>
                    <a:ext uri="{FF2B5EF4-FFF2-40B4-BE49-F238E27FC236}">
                      <a16:creationId xmlns:a16="http://schemas.microsoft.com/office/drawing/2014/main" id="{27B37439-C6DA-65FE-1EE7-529A14C5A473}"/>
                    </a:ext>
                  </a:extLst>
                </p:cNvPr>
                <p:cNvSpPr/>
                <p:nvPr/>
              </p:nvSpPr>
              <p:spPr>
                <a:xfrm>
                  <a:off x="4129991" y="2432276"/>
                  <a:ext cx="1000477" cy="2351031"/>
                </a:xfrm>
                <a:custGeom>
                  <a:avLst/>
                  <a:gdLst>
                    <a:gd name="connsiteX0" fmla="*/ 531524 w 1000477"/>
                    <a:gd name="connsiteY0" fmla="*/ 43 h 2351031"/>
                    <a:gd name="connsiteX1" fmla="*/ 746077 w 1000477"/>
                    <a:gd name="connsiteY1" fmla="*/ 378320 h 2351031"/>
                    <a:gd name="connsiteX2" fmla="*/ 691045 w 1000477"/>
                    <a:gd name="connsiteY2" fmla="*/ 520254 h 2351031"/>
                    <a:gd name="connsiteX3" fmla="*/ 654585 w 1000477"/>
                    <a:gd name="connsiteY3" fmla="*/ 1212897 h 2351031"/>
                    <a:gd name="connsiteX4" fmla="*/ 1000478 w 1000477"/>
                    <a:gd name="connsiteY4" fmla="*/ 1864234 h 2351031"/>
                    <a:gd name="connsiteX5" fmla="*/ 558504 w 1000477"/>
                    <a:gd name="connsiteY5" fmla="*/ 1954696 h 2351031"/>
                    <a:gd name="connsiteX6" fmla="*/ 603199 w 1000477"/>
                    <a:gd name="connsiteY6" fmla="*/ 2351032 h 2351031"/>
                    <a:gd name="connsiteX7" fmla="*/ 43182 w 1000477"/>
                    <a:gd name="connsiteY7" fmla="*/ 1342907 h 2351031"/>
                    <a:gd name="connsiteX8" fmla="*/ 96670 w 1000477"/>
                    <a:gd name="connsiteY8" fmla="*/ 327105 h 2351031"/>
                    <a:gd name="connsiteX9" fmla="*/ 154619 w 1000477"/>
                    <a:gd name="connsiteY9" fmla="*/ 171230 h 2351031"/>
                    <a:gd name="connsiteX10" fmla="*/ 531567 w 1000477"/>
                    <a:gd name="connsiteY10" fmla="*/ 0 h 2351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477" h="2351031">
                      <a:moveTo>
                        <a:pt x="531524" y="43"/>
                      </a:moveTo>
                      <a:lnTo>
                        <a:pt x="746077" y="378320"/>
                      </a:lnTo>
                      <a:cubicBezTo>
                        <a:pt x="725359" y="424002"/>
                        <a:pt x="706915" y="471399"/>
                        <a:pt x="691045" y="520254"/>
                      </a:cubicBezTo>
                      <a:cubicBezTo>
                        <a:pt x="615595" y="752436"/>
                        <a:pt x="606974" y="990238"/>
                        <a:pt x="654585" y="1212897"/>
                      </a:cubicBezTo>
                      <a:cubicBezTo>
                        <a:pt x="706829" y="1457433"/>
                        <a:pt x="826759" y="1683782"/>
                        <a:pt x="1000478" y="1864234"/>
                      </a:cubicBezTo>
                      <a:lnTo>
                        <a:pt x="558504" y="1954696"/>
                      </a:lnTo>
                      <a:lnTo>
                        <a:pt x="603199" y="2351032"/>
                      </a:lnTo>
                      <a:cubicBezTo>
                        <a:pt x="319931" y="2078315"/>
                        <a:pt x="124851" y="1725860"/>
                        <a:pt x="43182" y="1342907"/>
                      </a:cubicBezTo>
                      <a:cubicBezTo>
                        <a:pt x="-26605" y="1016360"/>
                        <a:pt x="-13909" y="667507"/>
                        <a:pt x="96670" y="327105"/>
                      </a:cubicBezTo>
                      <a:cubicBezTo>
                        <a:pt x="113957" y="273917"/>
                        <a:pt x="133301" y="221931"/>
                        <a:pt x="154619" y="171230"/>
                      </a:cubicBezTo>
                      <a:lnTo>
                        <a:pt x="531567" y="0"/>
                      </a:lnTo>
                      <a:close/>
                    </a:path>
                  </a:pathLst>
                </a:custGeom>
                <a:grpFill/>
                <a:ln w="4282" cap="flat">
                  <a:noFill/>
                  <a:prstDash val="solid"/>
                  <a:miter/>
                </a:ln>
              </p:spPr>
              <p:txBody>
                <a:bodyPr rtlCol="0" anchor="ctr"/>
                <a:lstStyle/>
                <a:p>
                  <a:endParaRPr lang="en-IN"/>
                </a:p>
              </p:txBody>
            </p:sp>
            <p:sp>
              <p:nvSpPr>
                <p:cNvPr id="10" name="Freeform: Shape 9">
                  <a:extLst>
                    <a:ext uri="{FF2B5EF4-FFF2-40B4-BE49-F238E27FC236}">
                      <a16:creationId xmlns:a16="http://schemas.microsoft.com/office/drawing/2014/main" id="{24188E7D-0600-F47E-37BC-20F454E46224}"/>
                    </a:ext>
                  </a:extLst>
                </p:cNvPr>
                <p:cNvSpPr/>
                <p:nvPr/>
              </p:nvSpPr>
              <p:spPr>
                <a:xfrm>
                  <a:off x="4060363" y="2432276"/>
                  <a:ext cx="926841" cy="574257"/>
                </a:xfrm>
                <a:custGeom>
                  <a:avLst/>
                  <a:gdLst>
                    <a:gd name="connsiteX0" fmla="*/ 601108 w 926841"/>
                    <a:gd name="connsiteY0" fmla="*/ 0 h 574257"/>
                    <a:gd name="connsiteX1" fmla="*/ 926841 w 926841"/>
                    <a:gd name="connsiteY1" fmla="*/ 574257 h 574257"/>
                    <a:gd name="connsiteX2" fmla="*/ 0 w 926841"/>
                    <a:gd name="connsiteY2" fmla="*/ 273102 h 574257"/>
                    <a:gd name="connsiteX3" fmla="*/ 601108 w 926841"/>
                    <a:gd name="connsiteY3" fmla="*/ 0 h 574257"/>
                  </a:gdLst>
                  <a:ahLst/>
                  <a:cxnLst>
                    <a:cxn ang="0">
                      <a:pos x="connsiteX0" y="connsiteY0"/>
                    </a:cxn>
                    <a:cxn ang="0">
                      <a:pos x="connsiteX1" y="connsiteY1"/>
                    </a:cxn>
                    <a:cxn ang="0">
                      <a:pos x="connsiteX2" y="connsiteY2"/>
                    </a:cxn>
                    <a:cxn ang="0">
                      <a:pos x="connsiteX3" y="connsiteY3"/>
                    </a:cxn>
                  </a:cxnLst>
                  <a:rect l="l" t="t" r="r" b="b"/>
                  <a:pathLst>
                    <a:path w="926841" h="574257">
                      <a:moveTo>
                        <a:pt x="601108" y="0"/>
                      </a:moveTo>
                      <a:lnTo>
                        <a:pt x="926841" y="574257"/>
                      </a:lnTo>
                      <a:lnTo>
                        <a:pt x="0" y="273102"/>
                      </a:lnTo>
                      <a:lnTo>
                        <a:pt x="601108" y="0"/>
                      </a:lnTo>
                      <a:close/>
                    </a:path>
                  </a:pathLst>
                </a:custGeom>
                <a:grpFill/>
                <a:ln w="4282" cap="flat">
                  <a:noFill/>
                  <a:prstDash val="solid"/>
                  <a:miter/>
                </a:ln>
              </p:spPr>
              <p:txBody>
                <a:bodyPr rtlCol="0" anchor="ctr"/>
                <a:lstStyle/>
                <a:p>
                  <a:endParaRPr lang="en-IN"/>
                </a:p>
              </p:txBody>
            </p:sp>
          </p:grpSp>
          <p:grpSp>
            <p:nvGrpSpPr>
              <p:cNvPr id="1298" name="Group 1297">
                <a:extLst>
                  <a:ext uri="{FF2B5EF4-FFF2-40B4-BE49-F238E27FC236}">
                    <a16:creationId xmlns:a16="http://schemas.microsoft.com/office/drawing/2014/main" id="{FAE0EACA-2FDA-3D4B-BA98-E7BF716DA5E1}"/>
                  </a:ext>
                </a:extLst>
              </p:cNvPr>
              <p:cNvGrpSpPr/>
              <p:nvPr/>
            </p:nvGrpSpPr>
            <p:grpSpPr>
              <a:xfrm>
                <a:off x="4763730" y="4309293"/>
                <a:ext cx="2258167" cy="1022390"/>
                <a:chOff x="4763730" y="4309293"/>
                <a:chExt cx="2258167" cy="1022390"/>
              </a:xfrm>
              <a:solidFill>
                <a:srgbClr val="7E68A4"/>
              </a:solidFill>
            </p:grpSpPr>
            <p:sp>
              <p:nvSpPr>
                <p:cNvPr id="16" name="Freeform: Shape 15">
                  <a:extLst>
                    <a:ext uri="{FF2B5EF4-FFF2-40B4-BE49-F238E27FC236}">
                      <a16:creationId xmlns:a16="http://schemas.microsoft.com/office/drawing/2014/main" id="{BD9B59EC-59B7-F396-F1B1-3D5BE4850A37}"/>
                    </a:ext>
                  </a:extLst>
                </p:cNvPr>
                <p:cNvSpPr/>
                <p:nvPr/>
              </p:nvSpPr>
              <p:spPr>
                <a:xfrm>
                  <a:off x="4763773" y="4354502"/>
                  <a:ext cx="2258124" cy="977181"/>
                </a:xfrm>
                <a:custGeom>
                  <a:avLst/>
                  <a:gdLst>
                    <a:gd name="connsiteX0" fmla="*/ 0 w 2258124"/>
                    <a:gd name="connsiteY0" fmla="*/ 87117 h 977181"/>
                    <a:gd name="connsiteX1" fmla="*/ 426060 w 2258124"/>
                    <a:gd name="connsiteY1" fmla="*/ 0 h 977181"/>
                    <a:gd name="connsiteX2" fmla="*/ 544060 w 2258124"/>
                    <a:gd name="connsiteY2" fmla="*/ 96210 h 977181"/>
                    <a:gd name="connsiteX3" fmla="*/ 1191537 w 2258124"/>
                    <a:gd name="connsiteY3" fmla="*/ 344906 h 977181"/>
                    <a:gd name="connsiteX4" fmla="*/ 1917894 w 2258124"/>
                    <a:gd name="connsiteY4" fmla="*/ 217212 h 977181"/>
                    <a:gd name="connsiteX5" fmla="*/ 1867365 w 2258124"/>
                    <a:gd name="connsiteY5" fmla="*/ 665492 h 977181"/>
                    <a:gd name="connsiteX6" fmla="*/ 2258124 w 2258124"/>
                    <a:gd name="connsiteY6" fmla="*/ 745488 h 977181"/>
                    <a:gd name="connsiteX7" fmla="*/ 1126296 w 2258124"/>
                    <a:gd name="connsiteY7" fmla="*/ 966561 h 977181"/>
                    <a:gd name="connsiteX8" fmla="*/ 176764 w 2258124"/>
                    <a:gd name="connsiteY8" fmla="*/ 601795 h 977181"/>
                    <a:gd name="connsiteX9" fmla="*/ 46411 w 2258124"/>
                    <a:gd name="connsiteY9" fmla="*/ 498508 h 977181"/>
                    <a:gd name="connsiteX10" fmla="*/ 43 w 2258124"/>
                    <a:gd name="connsiteY10" fmla="*/ 87117 h 977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58124" h="977181">
                      <a:moveTo>
                        <a:pt x="0" y="87117"/>
                      </a:moveTo>
                      <a:lnTo>
                        <a:pt x="426060" y="0"/>
                      </a:lnTo>
                      <a:cubicBezTo>
                        <a:pt x="463120" y="33800"/>
                        <a:pt x="502496" y="66013"/>
                        <a:pt x="544060" y="96210"/>
                      </a:cubicBezTo>
                      <a:cubicBezTo>
                        <a:pt x="741584" y="239731"/>
                        <a:pt x="965059" y="321400"/>
                        <a:pt x="1191537" y="344906"/>
                      </a:cubicBezTo>
                      <a:cubicBezTo>
                        <a:pt x="1440275" y="370814"/>
                        <a:pt x="1692575" y="326676"/>
                        <a:pt x="1917894" y="217212"/>
                      </a:cubicBezTo>
                      <a:lnTo>
                        <a:pt x="1867365" y="665492"/>
                      </a:lnTo>
                      <a:lnTo>
                        <a:pt x="2258124" y="745488"/>
                      </a:lnTo>
                      <a:cubicBezTo>
                        <a:pt x="1911202" y="930616"/>
                        <a:pt x="1515725" y="1007223"/>
                        <a:pt x="1126296" y="966561"/>
                      </a:cubicBezTo>
                      <a:cubicBezTo>
                        <a:pt x="794129" y="932031"/>
                        <a:pt x="466294" y="812144"/>
                        <a:pt x="176764" y="601795"/>
                      </a:cubicBezTo>
                      <a:cubicBezTo>
                        <a:pt x="131511" y="568938"/>
                        <a:pt x="88060" y="534452"/>
                        <a:pt x="46411" y="498508"/>
                      </a:cubicBezTo>
                      <a:lnTo>
                        <a:pt x="43" y="87117"/>
                      </a:lnTo>
                      <a:close/>
                    </a:path>
                  </a:pathLst>
                </a:custGeom>
                <a:grpFill/>
                <a:ln w="4282"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8AFE498E-5963-C593-9F21-957E46FC5EA0}"/>
                    </a:ext>
                  </a:extLst>
                </p:cNvPr>
                <p:cNvSpPr/>
                <p:nvPr/>
              </p:nvSpPr>
              <p:spPr>
                <a:xfrm>
                  <a:off x="4763730" y="4309293"/>
                  <a:ext cx="646789" cy="788424"/>
                </a:xfrm>
                <a:custGeom>
                  <a:avLst/>
                  <a:gdLst>
                    <a:gd name="connsiteX0" fmla="*/ 0 w 646789"/>
                    <a:gd name="connsiteY0" fmla="*/ 132326 h 788424"/>
                    <a:gd name="connsiteX1" fmla="*/ 646790 w 646789"/>
                    <a:gd name="connsiteY1" fmla="*/ 0 h 788424"/>
                    <a:gd name="connsiteX2" fmla="*/ 73948 w 646789"/>
                    <a:gd name="connsiteY2" fmla="*/ 788424 h 788424"/>
                    <a:gd name="connsiteX3" fmla="*/ 0 w 646789"/>
                    <a:gd name="connsiteY3" fmla="*/ 132326 h 788424"/>
                  </a:gdLst>
                  <a:ahLst/>
                  <a:cxnLst>
                    <a:cxn ang="0">
                      <a:pos x="connsiteX0" y="connsiteY0"/>
                    </a:cxn>
                    <a:cxn ang="0">
                      <a:pos x="connsiteX1" y="connsiteY1"/>
                    </a:cxn>
                    <a:cxn ang="0">
                      <a:pos x="connsiteX2" y="connsiteY2"/>
                    </a:cxn>
                    <a:cxn ang="0">
                      <a:pos x="connsiteX3" y="connsiteY3"/>
                    </a:cxn>
                  </a:cxnLst>
                  <a:rect l="l" t="t" r="r" b="b"/>
                  <a:pathLst>
                    <a:path w="646789" h="788424">
                      <a:moveTo>
                        <a:pt x="0" y="132326"/>
                      </a:moveTo>
                      <a:lnTo>
                        <a:pt x="646790" y="0"/>
                      </a:lnTo>
                      <a:lnTo>
                        <a:pt x="73948" y="788424"/>
                      </a:lnTo>
                      <a:lnTo>
                        <a:pt x="0" y="132326"/>
                      </a:lnTo>
                      <a:close/>
                    </a:path>
                  </a:pathLst>
                </a:custGeom>
                <a:grpFill/>
                <a:ln w="4282" cap="flat">
                  <a:noFill/>
                  <a:prstDash val="solid"/>
                  <a:miter/>
                </a:ln>
              </p:spPr>
              <p:txBody>
                <a:bodyPr rtlCol="0" anchor="ctr"/>
                <a:lstStyle/>
                <a:p>
                  <a:endParaRPr lang="en-IN"/>
                </a:p>
              </p:txBody>
            </p:sp>
          </p:grpSp>
          <p:grpSp>
            <p:nvGrpSpPr>
              <p:cNvPr id="1297" name="Group 1296">
                <a:extLst>
                  <a:ext uri="{FF2B5EF4-FFF2-40B4-BE49-F238E27FC236}">
                    <a16:creationId xmlns:a16="http://schemas.microsoft.com/office/drawing/2014/main" id="{8A43066C-B9EC-CE86-AC5C-3C01CCB3A9C8}"/>
                  </a:ext>
                </a:extLst>
              </p:cNvPr>
              <p:cNvGrpSpPr/>
              <p:nvPr/>
            </p:nvGrpSpPr>
            <p:grpSpPr>
              <a:xfrm>
                <a:off x="6706330" y="3021074"/>
                <a:ext cx="1354303" cy="2076643"/>
                <a:chOff x="6706330" y="3021074"/>
                <a:chExt cx="1354303" cy="2076643"/>
              </a:xfrm>
              <a:solidFill>
                <a:srgbClr val="7D95BE"/>
              </a:solidFill>
            </p:grpSpPr>
            <p:sp>
              <p:nvSpPr>
                <p:cNvPr id="21" name="Freeform: Shape 20">
                  <a:extLst>
                    <a:ext uri="{FF2B5EF4-FFF2-40B4-BE49-F238E27FC236}">
                      <a16:creationId xmlns:a16="http://schemas.microsoft.com/office/drawing/2014/main" id="{3793D56C-9459-5ACD-D479-2A8F9D620C8B}"/>
                    </a:ext>
                  </a:extLst>
                </p:cNvPr>
                <p:cNvSpPr/>
                <p:nvPr/>
              </p:nvSpPr>
              <p:spPr>
                <a:xfrm>
                  <a:off x="6706330" y="3021074"/>
                  <a:ext cx="1354303" cy="2027186"/>
                </a:xfrm>
                <a:custGeom>
                  <a:avLst/>
                  <a:gdLst>
                    <a:gd name="connsiteX0" fmla="*/ 0 w 1354303"/>
                    <a:gd name="connsiteY0" fmla="*/ 1944187 h 2027186"/>
                    <a:gd name="connsiteX1" fmla="*/ 48770 w 1354303"/>
                    <a:gd name="connsiteY1" fmla="*/ 1512036 h 2027186"/>
                    <a:gd name="connsiteX2" fmla="*/ 176764 w 1354303"/>
                    <a:gd name="connsiteY2" fmla="*/ 1429552 h 2027186"/>
                    <a:gd name="connsiteX3" fmla="*/ 613376 w 1354303"/>
                    <a:gd name="connsiteY3" fmla="*/ 890596 h 2027186"/>
                    <a:gd name="connsiteX4" fmla="*/ 716406 w 1354303"/>
                    <a:gd name="connsiteY4" fmla="*/ 160336 h 2027186"/>
                    <a:gd name="connsiteX5" fmla="*/ 1127154 w 1354303"/>
                    <a:gd name="connsiteY5" fmla="*/ 346922 h 2027186"/>
                    <a:gd name="connsiteX6" fmla="*/ 1323992 w 1354303"/>
                    <a:gd name="connsiteY6" fmla="*/ 0 h 2027186"/>
                    <a:gd name="connsiteX7" fmla="*/ 1184502 w 1354303"/>
                    <a:gd name="connsiteY7" fmla="*/ 1144783 h 2027186"/>
                    <a:gd name="connsiteX8" fmla="*/ 544146 w 1354303"/>
                    <a:gd name="connsiteY8" fmla="*/ 1935137 h 2027186"/>
                    <a:gd name="connsiteX9" fmla="*/ 405643 w 1354303"/>
                    <a:gd name="connsiteY9" fmla="*/ 2027186 h 2027186"/>
                    <a:gd name="connsiteX10" fmla="*/ 43 w 1354303"/>
                    <a:gd name="connsiteY10" fmla="*/ 1944145 h 202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54303" h="2027186">
                      <a:moveTo>
                        <a:pt x="0" y="1944187"/>
                      </a:moveTo>
                      <a:lnTo>
                        <a:pt x="48770" y="1512036"/>
                      </a:lnTo>
                      <a:cubicBezTo>
                        <a:pt x="92350" y="1487244"/>
                        <a:pt x="135157" y="1459749"/>
                        <a:pt x="176764" y="1429552"/>
                      </a:cubicBezTo>
                      <a:cubicBezTo>
                        <a:pt x="374288" y="1286031"/>
                        <a:pt x="521027" y="1098758"/>
                        <a:pt x="613376" y="890596"/>
                      </a:cubicBezTo>
                      <a:cubicBezTo>
                        <a:pt x="714862" y="662060"/>
                        <a:pt x="750850" y="408431"/>
                        <a:pt x="716406" y="160336"/>
                      </a:cubicBezTo>
                      <a:lnTo>
                        <a:pt x="1127154" y="346922"/>
                      </a:lnTo>
                      <a:lnTo>
                        <a:pt x="1323992" y="0"/>
                      </a:lnTo>
                      <a:cubicBezTo>
                        <a:pt x="1392878" y="387156"/>
                        <a:pt x="1343508" y="786966"/>
                        <a:pt x="1184502" y="1144783"/>
                      </a:cubicBezTo>
                      <a:cubicBezTo>
                        <a:pt x="1049002" y="1450012"/>
                        <a:pt x="833719" y="1724745"/>
                        <a:pt x="544146" y="1935137"/>
                      </a:cubicBezTo>
                      <a:cubicBezTo>
                        <a:pt x="498893" y="1967993"/>
                        <a:pt x="452697" y="1998705"/>
                        <a:pt x="405643" y="2027186"/>
                      </a:cubicBezTo>
                      <a:lnTo>
                        <a:pt x="43" y="1944145"/>
                      </a:lnTo>
                      <a:close/>
                    </a:path>
                  </a:pathLst>
                </a:custGeom>
                <a:grpFill/>
                <a:ln w="4282" cap="flat">
                  <a:noFill/>
                  <a:prstDash val="solid"/>
                  <a:miter/>
                </a:ln>
              </p:spPr>
              <p:txBody>
                <a:bodyPr rtlCol="0" anchor="ctr"/>
                <a:lstStyle/>
                <a:p>
                  <a:endParaRPr lang="en-IN"/>
                </a:p>
              </p:txBody>
            </p:sp>
            <p:sp>
              <p:nvSpPr>
                <p:cNvPr id="49" name="Freeform: Shape 48">
                  <a:extLst>
                    <a:ext uri="{FF2B5EF4-FFF2-40B4-BE49-F238E27FC236}">
                      <a16:creationId xmlns:a16="http://schemas.microsoft.com/office/drawing/2014/main" id="{32ADA1F7-C57B-E915-629A-FB73513B012A}"/>
                    </a:ext>
                  </a:extLst>
                </p:cNvPr>
                <p:cNvSpPr/>
                <p:nvPr/>
              </p:nvSpPr>
              <p:spPr>
                <a:xfrm>
                  <a:off x="6706330" y="4309293"/>
                  <a:ext cx="646833" cy="788424"/>
                </a:xfrm>
                <a:custGeom>
                  <a:avLst/>
                  <a:gdLst>
                    <a:gd name="connsiteX0" fmla="*/ 0 w 646833"/>
                    <a:gd name="connsiteY0" fmla="*/ 656012 h 788424"/>
                    <a:gd name="connsiteX1" fmla="*/ 73991 w 646833"/>
                    <a:gd name="connsiteY1" fmla="*/ 0 h 788424"/>
                    <a:gd name="connsiteX2" fmla="*/ 646833 w 646833"/>
                    <a:gd name="connsiteY2" fmla="*/ 788424 h 788424"/>
                    <a:gd name="connsiteX3" fmla="*/ 0 w 646833"/>
                    <a:gd name="connsiteY3" fmla="*/ 656012 h 788424"/>
                  </a:gdLst>
                  <a:ahLst/>
                  <a:cxnLst>
                    <a:cxn ang="0">
                      <a:pos x="connsiteX0" y="connsiteY0"/>
                    </a:cxn>
                    <a:cxn ang="0">
                      <a:pos x="connsiteX1" y="connsiteY1"/>
                    </a:cxn>
                    <a:cxn ang="0">
                      <a:pos x="connsiteX2" y="connsiteY2"/>
                    </a:cxn>
                    <a:cxn ang="0">
                      <a:pos x="connsiteX3" y="connsiteY3"/>
                    </a:cxn>
                  </a:cxnLst>
                  <a:rect l="l" t="t" r="r" b="b"/>
                  <a:pathLst>
                    <a:path w="646833" h="788424">
                      <a:moveTo>
                        <a:pt x="0" y="656012"/>
                      </a:moveTo>
                      <a:lnTo>
                        <a:pt x="73991" y="0"/>
                      </a:lnTo>
                      <a:lnTo>
                        <a:pt x="646833" y="788424"/>
                      </a:lnTo>
                      <a:lnTo>
                        <a:pt x="0" y="656012"/>
                      </a:lnTo>
                      <a:close/>
                    </a:path>
                  </a:pathLst>
                </a:custGeom>
                <a:grpFill/>
                <a:ln w="4282" cap="flat">
                  <a:noFill/>
                  <a:prstDash val="solid"/>
                  <a:miter/>
                </a:ln>
              </p:spPr>
              <p:txBody>
                <a:bodyPr rtlCol="0" anchor="ctr"/>
                <a:lstStyle/>
                <a:p>
                  <a:endParaRPr lang="en-IN"/>
                </a:p>
              </p:txBody>
            </p:sp>
          </p:grpSp>
          <p:grpSp>
            <p:nvGrpSpPr>
              <p:cNvPr id="1296" name="Group 1295">
                <a:extLst>
                  <a:ext uri="{FF2B5EF4-FFF2-40B4-BE49-F238E27FC236}">
                    <a16:creationId xmlns:a16="http://schemas.microsoft.com/office/drawing/2014/main" id="{38DB1962-AB19-5698-531B-6CE4BB75660A}"/>
                  </a:ext>
                </a:extLst>
              </p:cNvPr>
              <p:cNvGrpSpPr/>
              <p:nvPr/>
            </p:nvGrpSpPr>
            <p:grpSpPr>
              <a:xfrm>
                <a:off x="6329511" y="1419691"/>
                <a:ext cx="1800966" cy="1859945"/>
                <a:chOff x="6329511" y="1419691"/>
                <a:chExt cx="1800966" cy="1859945"/>
              </a:xfrm>
              <a:solidFill>
                <a:srgbClr val="B898D0"/>
              </a:solidFill>
            </p:grpSpPr>
            <p:sp>
              <p:nvSpPr>
                <p:cNvPr id="56" name="Freeform: Shape 55">
                  <a:extLst>
                    <a:ext uri="{FF2B5EF4-FFF2-40B4-BE49-F238E27FC236}">
                      <a16:creationId xmlns:a16="http://schemas.microsoft.com/office/drawing/2014/main" id="{B0ABCA2D-BDF1-D60F-CD79-467DCB500806}"/>
                    </a:ext>
                  </a:extLst>
                </p:cNvPr>
                <p:cNvSpPr/>
                <p:nvPr/>
              </p:nvSpPr>
              <p:spPr>
                <a:xfrm>
                  <a:off x="6329511" y="1419691"/>
                  <a:ext cx="1679406" cy="1859901"/>
                </a:xfrm>
                <a:custGeom>
                  <a:avLst/>
                  <a:gdLst>
                    <a:gd name="connsiteX0" fmla="*/ 1475148 w 1679406"/>
                    <a:gd name="connsiteY0" fmla="*/ 1859902 h 1859901"/>
                    <a:gd name="connsiteX1" fmla="*/ 1079241 w 1679406"/>
                    <a:gd name="connsiteY1" fmla="*/ 1679964 h 1859901"/>
                    <a:gd name="connsiteX2" fmla="*/ 1040337 w 1679406"/>
                    <a:gd name="connsiteY2" fmla="*/ 1532754 h 1859901"/>
                    <a:gd name="connsiteX3" fmla="*/ 662703 w 1679406"/>
                    <a:gd name="connsiteY3" fmla="*/ 950990 h 1859901"/>
                    <a:gd name="connsiteX4" fmla="*/ 0 w 1679406"/>
                    <a:gd name="connsiteY4" fmla="*/ 627359 h 1859901"/>
                    <a:gd name="connsiteX5" fmla="*/ 304372 w 1679406"/>
                    <a:gd name="connsiteY5" fmla="*/ 294378 h 1859901"/>
                    <a:gd name="connsiteX6" fmla="*/ 35258 w 1679406"/>
                    <a:gd name="connsiteY6" fmla="*/ 0 h 1859901"/>
                    <a:gd name="connsiteX7" fmla="*/ 1080871 w 1679406"/>
                    <a:gd name="connsiteY7" fmla="*/ 486411 h 1859901"/>
                    <a:gd name="connsiteX8" fmla="*/ 1634668 w 1679406"/>
                    <a:gd name="connsiteY8" fmla="*/ 1339648 h 1859901"/>
                    <a:gd name="connsiteX9" fmla="*/ 1679406 w 1679406"/>
                    <a:gd name="connsiteY9" fmla="*/ 1499812 h 1859901"/>
                    <a:gd name="connsiteX10" fmla="*/ 1475105 w 1679406"/>
                    <a:gd name="connsiteY10" fmla="*/ 1859902 h 1859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9406" h="1859901">
                      <a:moveTo>
                        <a:pt x="1475148" y="1859902"/>
                      </a:moveTo>
                      <a:lnTo>
                        <a:pt x="1079241" y="1679964"/>
                      </a:lnTo>
                      <a:cubicBezTo>
                        <a:pt x="1069162" y="1630851"/>
                        <a:pt x="1056208" y="1581652"/>
                        <a:pt x="1040337" y="1532754"/>
                      </a:cubicBezTo>
                      <a:cubicBezTo>
                        <a:pt x="964888" y="1300572"/>
                        <a:pt x="832090" y="1103133"/>
                        <a:pt x="662703" y="950990"/>
                      </a:cubicBezTo>
                      <a:cubicBezTo>
                        <a:pt x="476718" y="783835"/>
                        <a:pt x="246637" y="671239"/>
                        <a:pt x="0" y="627359"/>
                      </a:cubicBezTo>
                      <a:lnTo>
                        <a:pt x="304372" y="294378"/>
                      </a:lnTo>
                      <a:lnTo>
                        <a:pt x="35258" y="0"/>
                      </a:lnTo>
                      <a:cubicBezTo>
                        <a:pt x="424731" y="54131"/>
                        <a:pt x="789711" y="224633"/>
                        <a:pt x="1080871" y="486411"/>
                      </a:cubicBezTo>
                      <a:cubicBezTo>
                        <a:pt x="1329267" y="709586"/>
                        <a:pt x="1524046" y="999245"/>
                        <a:pt x="1634668" y="1339648"/>
                      </a:cubicBezTo>
                      <a:cubicBezTo>
                        <a:pt x="1651955" y="1392835"/>
                        <a:pt x="1666881" y="1446281"/>
                        <a:pt x="1679406" y="1499812"/>
                      </a:cubicBezTo>
                      <a:lnTo>
                        <a:pt x="1475105" y="1859902"/>
                      </a:lnTo>
                      <a:close/>
                    </a:path>
                  </a:pathLst>
                </a:custGeom>
                <a:grpFill/>
                <a:ln w="4282" cap="flat">
                  <a:noFill/>
                  <a:prstDash val="solid"/>
                  <a:miter/>
                </a:ln>
              </p:spPr>
              <p:txBody>
                <a:bodyPr rtlCol="0" anchor="ctr"/>
                <a:lstStyle/>
                <a:p>
                  <a:endParaRPr lang="en-IN"/>
                </a:p>
              </p:txBody>
            </p:sp>
            <p:sp>
              <p:nvSpPr>
                <p:cNvPr id="57" name="Freeform: Shape 56">
                  <a:extLst>
                    <a:ext uri="{FF2B5EF4-FFF2-40B4-BE49-F238E27FC236}">
                      <a16:creationId xmlns:a16="http://schemas.microsoft.com/office/drawing/2014/main" id="{40C55A4B-BD17-1A5F-0886-C5EF7C283F70}"/>
                    </a:ext>
                  </a:extLst>
                </p:cNvPr>
                <p:cNvSpPr/>
                <p:nvPr/>
              </p:nvSpPr>
              <p:spPr>
                <a:xfrm>
                  <a:off x="7203636" y="2705379"/>
                  <a:ext cx="926841" cy="574257"/>
                </a:xfrm>
                <a:custGeom>
                  <a:avLst/>
                  <a:gdLst>
                    <a:gd name="connsiteX0" fmla="*/ 601023 w 926841"/>
                    <a:gd name="connsiteY0" fmla="*/ 574257 h 574257"/>
                    <a:gd name="connsiteX1" fmla="*/ 0 w 926841"/>
                    <a:gd name="connsiteY1" fmla="*/ 301155 h 574257"/>
                    <a:gd name="connsiteX2" fmla="*/ 926841 w 926841"/>
                    <a:gd name="connsiteY2" fmla="*/ 0 h 574257"/>
                    <a:gd name="connsiteX3" fmla="*/ 601023 w 926841"/>
                    <a:gd name="connsiteY3" fmla="*/ 574257 h 574257"/>
                  </a:gdLst>
                  <a:ahLst/>
                  <a:cxnLst>
                    <a:cxn ang="0">
                      <a:pos x="connsiteX0" y="connsiteY0"/>
                    </a:cxn>
                    <a:cxn ang="0">
                      <a:pos x="connsiteX1" y="connsiteY1"/>
                    </a:cxn>
                    <a:cxn ang="0">
                      <a:pos x="connsiteX2" y="connsiteY2"/>
                    </a:cxn>
                    <a:cxn ang="0">
                      <a:pos x="connsiteX3" y="connsiteY3"/>
                    </a:cxn>
                  </a:cxnLst>
                  <a:rect l="l" t="t" r="r" b="b"/>
                  <a:pathLst>
                    <a:path w="926841" h="574257">
                      <a:moveTo>
                        <a:pt x="601023" y="574257"/>
                      </a:moveTo>
                      <a:lnTo>
                        <a:pt x="0" y="301155"/>
                      </a:lnTo>
                      <a:lnTo>
                        <a:pt x="926841" y="0"/>
                      </a:lnTo>
                      <a:lnTo>
                        <a:pt x="601023" y="574257"/>
                      </a:lnTo>
                      <a:close/>
                    </a:path>
                  </a:pathLst>
                </a:custGeom>
                <a:grpFill/>
                <a:ln w="4282" cap="flat">
                  <a:noFill/>
                  <a:prstDash val="solid"/>
                  <a:miter/>
                </a:ln>
              </p:spPr>
              <p:txBody>
                <a:bodyPr rtlCol="0" anchor="ctr"/>
                <a:lstStyle/>
                <a:p>
                  <a:endParaRPr lang="en-IN"/>
                </a:p>
              </p:txBody>
            </p:sp>
          </p:grpSp>
          <p:grpSp>
            <p:nvGrpSpPr>
              <p:cNvPr id="1300" name="Group 1299">
                <a:extLst>
                  <a:ext uri="{FF2B5EF4-FFF2-40B4-BE49-F238E27FC236}">
                    <a16:creationId xmlns:a16="http://schemas.microsoft.com/office/drawing/2014/main" id="{B182AEB2-5DB7-916F-B86B-4E0C60E350E3}"/>
                  </a:ext>
                </a:extLst>
              </p:cNvPr>
              <p:cNvGrpSpPr/>
              <p:nvPr/>
            </p:nvGrpSpPr>
            <p:grpSpPr>
              <a:xfrm>
                <a:off x="4327075" y="1226800"/>
                <a:ext cx="2213815" cy="1509419"/>
                <a:chOff x="4327075" y="1226800"/>
                <a:chExt cx="2213815" cy="1509419"/>
              </a:xfrm>
              <a:solidFill>
                <a:srgbClr val="9A8DC8"/>
              </a:solidFill>
            </p:grpSpPr>
            <p:sp>
              <p:nvSpPr>
                <p:cNvPr id="63" name="Freeform: Shape 62">
                  <a:extLst>
                    <a:ext uri="{FF2B5EF4-FFF2-40B4-BE49-F238E27FC236}">
                      <a16:creationId xmlns:a16="http://schemas.microsoft.com/office/drawing/2014/main" id="{9C0649F2-268E-58ED-1F75-72D971CC9494}"/>
                    </a:ext>
                  </a:extLst>
                </p:cNvPr>
                <p:cNvSpPr/>
                <p:nvPr/>
              </p:nvSpPr>
              <p:spPr>
                <a:xfrm>
                  <a:off x="4327075" y="1401633"/>
                  <a:ext cx="2213815" cy="1334586"/>
                </a:xfrm>
                <a:custGeom>
                  <a:avLst/>
                  <a:gdLst>
                    <a:gd name="connsiteX0" fmla="*/ 2213815 w 2213815"/>
                    <a:gd name="connsiteY0" fmla="*/ 312522 h 1334586"/>
                    <a:gd name="connsiteX1" fmla="*/ 1920339 w 2213815"/>
                    <a:gd name="connsiteY1" fmla="*/ 633450 h 1334586"/>
                    <a:gd name="connsiteX2" fmla="*/ 1768324 w 2213815"/>
                    <a:gd name="connsiteY2" fmla="*/ 624957 h 1334586"/>
                    <a:gd name="connsiteX3" fmla="*/ 1098329 w 2213815"/>
                    <a:gd name="connsiteY3" fmla="*/ 804338 h 1334586"/>
                    <a:gd name="connsiteX4" fmla="*/ 585753 w 2213815"/>
                    <a:gd name="connsiteY4" fmla="*/ 1334586 h 1334586"/>
                    <a:gd name="connsiteX5" fmla="*/ 363136 w 2213815"/>
                    <a:gd name="connsiteY5" fmla="*/ 942197 h 1334586"/>
                    <a:gd name="connsiteX6" fmla="*/ 0 w 2213815"/>
                    <a:gd name="connsiteY6" fmla="*/ 1107165 h 1334586"/>
                    <a:gd name="connsiteX7" fmla="*/ 785722 w 2213815"/>
                    <a:gd name="connsiteY7" fmla="*/ 263023 h 1334586"/>
                    <a:gd name="connsiteX8" fmla="*/ 1768324 w 2213815"/>
                    <a:gd name="connsiteY8" fmla="*/ 0 h 1334586"/>
                    <a:gd name="connsiteX9" fmla="*/ 1934493 w 2213815"/>
                    <a:gd name="connsiteY9" fmla="*/ 6949 h 1334586"/>
                    <a:gd name="connsiteX10" fmla="*/ 2213815 w 2213815"/>
                    <a:gd name="connsiteY10" fmla="*/ 312522 h 1334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13815" h="1334586">
                      <a:moveTo>
                        <a:pt x="2213815" y="312522"/>
                      </a:moveTo>
                      <a:lnTo>
                        <a:pt x="1920339" y="633450"/>
                      </a:lnTo>
                      <a:cubicBezTo>
                        <a:pt x="1870496" y="627874"/>
                        <a:pt x="1819711" y="624957"/>
                        <a:pt x="1768324" y="624957"/>
                      </a:cubicBezTo>
                      <a:cubicBezTo>
                        <a:pt x="1524175" y="624957"/>
                        <a:pt x="1295381" y="690241"/>
                        <a:pt x="1098329" y="804338"/>
                      </a:cubicBezTo>
                      <a:cubicBezTo>
                        <a:pt x="881889" y="929586"/>
                        <a:pt x="703710" y="1113599"/>
                        <a:pt x="585753" y="1334586"/>
                      </a:cubicBezTo>
                      <a:lnTo>
                        <a:pt x="363136" y="942197"/>
                      </a:lnTo>
                      <a:lnTo>
                        <a:pt x="0" y="1107165"/>
                      </a:lnTo>
                      <a:cubicBezTo>
                        <a:pt x="171831" y="753466"/>
                        <a:pt x="446778" y="459045"/>
                        <a:pt x="785722" y="263023"/>
                      </a:cubicBezTo>
                      <a:cubicBezTo>
                        <a:pt x="1074738" y="95738"/>
                        <a:pt x="1410422" y="0"/>
                        <a:pt x="1768324" y="0"/>
                      </a:cubicBezTo>
                      <a:cubicBezTo>
                        <a:pt x="1824257" y="0"/>
                        <a:pt x="1879676" y="2316"/>
                        <a:pt x="1934493" y="6949"/>
                      </a:cubicBezTo>
                      <a:lnTo>
                        <a:pt x="2213815" y="312522"/>
                      </a:lnTo>
                      <a:close/>
                    </a:path>
                  </a:pathLst>
                </a:custGeom>
                <a:grpFill/>
                <a:ln w="4282" cap="flat">
                  <a:noFill/>
                  <a:prstDash val="solid"/>
                  <a:miter/>
                </a:ln>
              </p:spPr>
              <p:txBody>
                <a:bodyPr rtlCol="0" anchor="ctr"/>
                <a:lstStyle/>
                <a:p>
                  <a:endParaRPr lang="en-IN"/>
                </a:p>
              </p:txBody>
            </p:sp>
            <p:sp>
              <p:nvSpPr>
                <p:cNvPr id="1345" name="Freeform: Shape 1344">
                  <a:extLst>
                    <a:ext uri="{FF2B5EF4-FFF2-40B4-BE49-F238E27FC236}">
                      <a16:creationId xmlns:a16="http://schemas.microsoft.com/office/drawing/2014/main" id="{BE04D186-9676-0C4E-D696-8CD486D891E4}"/>
                    </a:ext>
                  </a:extLst>
                </p:cNvPr>
                <p:cNvSpPr/>
                <p:nvPr/>
              </p:nvSpPr>
              <p:spPr>
                <a:xfrm>
                  <a:off x="6095399" y="1226800"/>
                  <a:ext cx="445491" cy="974581"/>
                </a:xfrm>
                <a:custGeom>
                  <a:avLst/>
                  <a:gdLst>
                    <a:gd name="connsiteX0" fmla="*/ 445491 w 445491"/>
                    <a:gd name="connsiteY0" fmla="*/ 487312 h 974581"/>
                    <a:gd name="connsiteX1" fmla="*/ 0 w 445491"/>
                    <a:gd name="connsiteY1" fmla="*/ 974582 h 974581"/>
                    <a:gd name="connsiteX2" fmla="*/ 0 w 445491"/>
                    <a:gd name="connsiteY2" fmla="*/ 0 h 974581"/>
                    <a:gd name="connsiteX3" fmla="*/ 445491 w 445491"/>
                    <a:gd name="connsiteY3" fmla="*/ 487312 h 974581"/>
                  </a:gdLst>
                  <a:ahLst/>
                  <a:cxnLst>
                    <a:cxn ang="0">
                      <a:pos x="connsiteX0" y="connsiteY0"/>
                    </a:cxn>
                    <a:cxn ang="0">
                      <a:pos x="connsiteX1" y="connsiteY1"/>
                    </a:cxn>
                    <a:cxn ang="0">
                      <a:pos x="connsiteX2" y="connsiteY2"/>
                    </a:cxn>
                    <a:cxn ang="0">
                      <a:pos x="connsiteX3" y="connsiteY3"/>
                    </a:cxn>
                  </a:cxnLst>
                  <a:rect l="l" t="t" r="r" b="b"/>
                  <a:pathLst>
                    <a:path w="445491" h="974581">
                      <a:moveTo>
                        <a:pt x="445491" y="487312"/>
                      </a:moveTo>
                      <a:lnTo>
                        <a:pt x="0" y="974582"/>
                      </a:lnTo>
                      <a:lnTo>
                        <a:pt x="0" y="0"/>
                      </a:lnTo>
                      <a:lnTo>
                        <a:pt x="445491" y="487312"/>
                      </a:lnTo>
                      <a:close/>
                    </a:path>
                  </a:pathLst>
                </a:custGeom>
                <a:grpFill/>
                <a:ln w="4282" cap="flat">
                  <a:noFill/>
                  <a:prstDash val="solid"/>
                  <a:miter/>
                </a:ln>
              </p:spPr>
              <p:txBody>
                <a:bodyPr rtlCol="0" anchor="ctr"/>
                <a:lstStyle/>
                <a:p>
                  <a:endParaRPr lang="en-IN"/>
                </a:p>
              </p:txBody>
            </p:sp>
          </p:grpSp>
        </p:grpSp>
        <p:grpSp>
          <p:nvGrpSpPr>
            <p:cNvPr id="1425" name="Group 1424">
              <a:extLst>
                <a:ext uri="{FF2B5EF4-FFF2-40B4-BE49-F238E27FC236}">
                  <a16:creationId xmlns:a16="http://schemas.microsoft.com/office/drawing/2014/main" id="{6B1FBD27-50CF-558D-4C06-B6738F39F662}"/>
                </a:ext>
              </a:extLst>
            </p:cNvPr>
            <p:cNvGrpSpPr/>
            <p:nvPr/>
          </p:nvGrpSpPr>
          <p:grpSpPr>
            <a:xfrm>
              <a:off x="5088104" y="2362842"/>
              <a:ext cx="2014632" cy="2014632"/>
              <a:chOff x="5088104" y="2271925"/>
              <a:chExt cx="2014632" cy="2014632"/>
            </a:xfrm>
          </p:grpSpPr>
          <p:sp>
            <p:nvSpPr>
              <p:cNvPr id="1409" name="Oval 1408">
                <a:extLst>
                  <a:ext uri="{FF2B5EF4-FFF2-40B4-BE49-F238E27FC236}">
                    <a16:creationId xmlns:a16="http://schemas.microsoft.com/office/drawing/2014/main" id="{05C02268-5792-6ECE-D3E9-7D751802159E}"/>
                  </a:ext>
                </a:extLst>
              </p:cNvPr>
              <p:cNvSpPr/>
              <p:nvPr/>
            </p:nvSpPr>
            <p:spPr>
              <a:xfrm>
                <a:off x="5088104" y="2271925"/>
                <a:ext cx="2014632" cy="2014632"/>
              </a:xfrm>
              <a:prstGeom prst="ellipse">
                <a:avLst/>
              </a:prstGeom>
              <a:solidFill>
                <a:srgbClr val="FFFFFF"/>
              </a:solidFill>
              <a:ln w="12700" cap="flat" cmpd="sng" algn="ctr">
                <a:noFill/>
                <a:prstDash val="solid"/>
                <a:miter lim="800000"/>
              </a:ln>
              <a:effectLst>
                <a:outerShdw blurRad="190500" dist="38100" dir="5400000" rotWithShape="0">
                  <a:srgbClr val="43515C">
                    <a:alpha val="20000"/>
                  </a:srgbClr>
                </a:outerShdw>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410" name="Group 1409">
                <a:extLst>
                  <a:ext uri="{FF2B5EF4-FFF2-40B4-BE49-F238E27FC236}">
                    <a16:creationId xmlns:a16="http://schemas.microsoft.com/office/drawing/2014/main" id="{3A6FE7F8-2712-CFF4-896F-56FF8A92DD71}"/>
                  </a:ext>
                </a:extLst>
              </p:cNvPr>
              <p:cNvGrpSpPr/>
              <p:nvPr/>
            </p:nvGrpSpPr>
            <p:grpSpPr>
              <a:xfrm>
                <a:off x="5606070" y="2775600"/>
                <a:ext cx="978700" cy="979848"/>
                <a:chOff x="4867690" y="5483009"/>
                <a:chExt cx="642535" cy="643293"/>
              </a:xfrm>
            </p:grpSpPr>
            <p:sp>
              <p:nvSpPr>
                <p:cNvPr id="1411" name="Freeform: Shape 1410">
                  <a:extLst>
                    <a:ext uri="{FF2B5EF4-FFF2-40B4-BE49-F238E27FC236}">
                      <a16:creationId xmlns:a16="http://schemas.microsoft.com/office/drawing/2014/main" id="{0D7415CE-6719-FC72-38D9-9A50D274BBC5}"/>
                    </a:ext>
                  </a:extLst>
                </p:cNvPr>
                <p:cNvSpPr/>
                <p:nvPr/>
              </p:nvSpPr>
              <p:spPr>
                <a:xfrm>
                  <a:off x="4867690" y="5576005"/>
                  <a:ext cx="477733" cy="442514"/>
                </a:xfrm>
                <a:custGeom>
                  <a:avLst/>
                  <a:gdLst>
                    <a:gd name="connsiteX0" fmla="*/ 97077 w 477733"/>
                    <a:gd name="connsiteY0" fmla="*/ 0 h 442514"/>
                    <a:gd name="connsiteX1" fmla="*/ 25649 w 477733"/>
                    <a:gd name="connsiteY1" fmla="*/ 103137 h 442514"/>
                    <a:gd name="connsiteX2" fmla="*/ 2272 w 477733"/>
                    <a:gd name="connsiteY2" fmla="*/ 251492 h 442514"/>
                    <a:gd name="connsiteX3" fmla="*/ 176917 w 477733"/>
                    <a:gd name="connsiteY3" fmla="*/ 436168 h 442514"/>
                    <a:gd name="connsiteX4" fmla="*/ 375911 w 477733"/>
                    <a:gd name="connsiteY4" fmla="*/ 402841 h 442514"/>
                    <a:gd name="connsiteX5" fmla="*/ 473870 w 477733"/>
                    <a:gd name="connsiteY5" fmla="*/ 253110 h 442514"/>
                    <a:gd name="connsiteX6" fmla="*/ 453324 w 477733"/>
                    <a:gd name="connsiteY6" fmla="*/ 121257 h 442514"/>
                    <a:gd name="connsiteX7" fmla="*/ 395163 w 477733"/>
                    <a:gd name="connsiteY7" fmla="*/ 68920 h 442514"/>
                    <a:gd name="connsiteX8" fmla="*/ 319772 w 477733"/>
                    <a:gd name="connsiteY8" fmla="*/ 77413 h 442514"/>
                    <a:gd name="connsiteX9" fmla="*/ 322926 w 477733"/>
                    <a:gd name="connsiteY9" fmla="*/ 129912 h 442514"/>
                    <a:gd name="connsiteX10" fmla="*/ 329317 w 477733"/>
                    <a:gd name="connsiteY10" fmla="*/ 133229 h 442514"/>
                    <a:gd name="connsiteX11" fmla="*/ 328346 w 477733"/>
                    <a:gd name="connsiteY11" fmla="*/ 86959 h 442514"/>
                    <a:gd name="connsiteX12" fmla="*/ 354798 w 477733"/>
                    <a:gd name="connsiteY12" fmla="*/ 78869 h 442514"/>
                    <a:gd name="connsiteX13" fmla="*/ 408591 w 477733"/>
                    <a:gd name="connsiteY13" fmla="*/ 118506 h 442514"/>
                    <a:gd name="connsiteX14" fmla="*/ 406083 w 477733"/>
                    <a:gd name="connsiteY14" fmla="*/ 228115 h 442514"/>
                    <a:gd name="connsiteX15" fmla="*/ 341370 w 477733"/>
                    <a:gd name="connsiteY15" fmla="*/ 286276 h 442514"/>
                    <a:gd name="connsiteX16" fmla="*/ 160577 w 477733"/>
                    <a:gd name="connsiteY16" fmla="*/ 278187 h 442514"/>
                    <a:gd name="connsiteX17" fmla="*/ 66176 w 477733"/>
                    <a:gd name="connsiteY17" fmla="*/ 139134 h 442514"/>
                    <a:gd name="connsiteX18" fmla="*/ 97077 w 477733"/>
                    <a:gd name="connsiteY18" fmla="*/ 0 h 442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733" h="442514">
                      <a:moveTo>
                        <a:pt x="97077" y="0"/>
                      </a:moveTo>
                      <a:cubicBezTo>
                        <a:pt x="97077" y="0"/>
                        <a:pt x="63264" y="24915"/>
                        <a:pt x="25649" y="103137"/>
                      </a:cubicBezTo>
                      <a:cubicBezTo>
                        <a:pt x="25649" y="103137"/>
                        <a:pt x="-9053" y="182654"/>
                        <a:pt x="2272" y="251492"/>
                      </a:cubicBezTo>
                      <a:cubicBezTo>
                        <a:pt x="2272" y="251492"/>
                        <a:pt x="22575" y="404054"/>
                        <a:pt x="176917" y="436168"/>
                      </a:cubicBezTo>
                      <a:cubicBezTo>
                        <a:pt x="176917" y="436168"/>
                        <a:pt x="297041" y="464076"/>
                        <a:pt x="375911" y="402841"/>
                      </a:cubicBezTo>
                      <a:cubicBezTo>
                        <a:pt x="426366" y="367156"/>
                        <a:pt x="461381" y="313635"/>
                        <a:pt x="473870" y="253110"/>
                      </a:cubicBezTo>
                      <a:cubicBezTo>
                        <a:pt x="473870" y="253110"/>
                        <a:pt x="490939" y="184029"/>
                        <a:pt x="453324" y="121257"/>
                      </a:cubicBezTo>
                      <a:cubicBezTo>
                        <a:pt x="439830" y="98205"/>
                        <a:pt x="419506" y="79915"/>
                        <a:pt x="395163" y="68920"/>
                      </a:cubicBezTo>
                      <a:cubicBezTo>
                        <a:pt x="370491" y="58323"/>
                        <a:pt x="339024" y="55815"/>
                        <a:pt x="319772" y="77413"/>
                      </a:cubicBezTo>
                      <a:cubicBezTo>
                        <a:pt x="307476" y="91165"/>
                        <a:pt x="305697" y="119073"/>
                        <a:pt x="322926" y="129912"/>
                      </a:cubicBezTo>
                      <a:cubicBezTo>
                        <a:pt x="324980" y="131160"/>
                        <a:pt x="327114" y="132269"/>
                        <a:pt x="329317" y="133229"/>
                      </a:cubicBezTo>
                      <a:cubicBezTo>
                        <a:pt x="329317" y="133229"/>
                        <a:pt x="303674" y="110255"/>
                        <a:pt x="328346" y="86959"/>
                      </a:cubicBezTo>
                      <a:cubicBezTo>
                        <a:pt x="335939" y="81237"/>
                        <a:pt x="345304" y="78374"/>
                        <a:pt x="354798" y="78869"/>
                      </a:cubicBezTo>
                      <a:cubicBezTo>
                        <a:pt x="378856" y="80647"/>
                        <a:pt x="399766" y="96056"/>
                        <a:pt x="408591" y="118506"/>
                      </a:cubicBezTo>
                      <a:cubicBezTo>
                        <a:pt x="421695" y="153856"/>
                        <a:pt x="423556" y="193978"/>
                        <a:pt x="406083" y="228115"/>
                      </a:cubicBezTo>
                      <a:cubicBezTo>
                        <a:pt x="391797" y="254331"/>
                        <a:pt x="368956" y="274858"/>
                        <a:pt x="341370" y="286276"/>
                      </a:cubicBezTo>
                      <a:cubicBezTo>
                        <a:pt x="341370" y="286276"/>
                        <a:pt x="262581" y="333193"/>
                        <a:pt x="160577" y="278187"/>
                      </a:cubicBezTo>
                      <a:cubicBezTo>
                        <a:pt x="160577" y="278187"/>
                        <a:pt x="84700" y="243646"/>
                        <a:pt x="66176" y="139134"/>
                      </a:cubicBezTo>
                      <a:cubicBezTo>
                        <a:pt x="61346" y="90646"/>
                        <a:pt x="72175" y="41885"/>
                        <a:pt x="97077" y="0"/>
                      </a:cubicBezTo>
                    </a:path>
                  </a:pathLst>
                </a:custGeom>
                <a:solidFill>
                  <a:srgbClr val="006CAB"/>
                </a:solidFill>
                <a:ln w="8069" cap="flat">
                  <a:noFill/>
                  <a:prstDash val="solid"/>
                  <a:miter/>
                </a:ln>
              </p:spPr>
              <p:txBody>
                <a:bodyPr rtlCol="0" anchor="ctr"/>
                <a:lstStyle/>
                <a:p>
                  <a:endParaRPr lang="en-IN"/>
                </a:p>
              </p:txBody>
            </p:sp>
            <p:sp>
              <p:nvSpPr>
                <p:cNvPr id="1412" name="Freeform: Shape 1411">
                  <a:extLst>
                    <a:ext uri="{FF2B5EF4-FFF2-40B4-BE49-F238E27FC236}">
                      <a16:creationId xmlns:a16="http://schemas.microsoft.com/office/drawing/2014/main" id="{4265B607-19F7-769D-336E-ED0B99CE420E}"/>
                    </a:ext>
                  </a:extLst>
                </p:cNvPr>
                <p:cNvSpPr/>
                <p:nvPr/>
              </p:nvSpPr>
              <p:spPr>
                <a:xfrm>
                  <a:off x="4973780" y="5483009"/>
                  <a:ext cx="373604" cy="341967"/>
                </a:xfrm>
                <a:custGeom>
                  <a:avLst/>
                  <a:gdLst>
                    <a:gd name="connsiteX0" fmla="*/ 224440 w 373604"/>
                    <a:gd name="connsiteY0" fmla="*/ 202523 h 341967"/>
                    <a:gd name="connsiteX1" fmla="*/ 244501 w 373604"/>
                    <a:gd name="connsiteY1" fmla="*/ 195809 h 341967"/>
                    <a:gd name="connsiteX2" fmla="*/ 266019 w 373604"/>
                    <a:gd name="connsiteY2" fmla="*/ 213443 h 341967"/>
                    <a:gd name="connsiteX3" fmla="*/ 266019 w 373604"/>
                    <a:gd name="connsiteY3" fmla="*/ 226386 h 341967"/>
                    <a:gd name="connsiteX4" fmla="*/ 199395 w 373604"/>
                    <a:gd name="connsiteY4" fmla="*/ 273244 h 341967"/>
                    <a:gd name="connsiteX5" fmla="*/ 198393 w 373604"/>
                    <a:gd name="connsiteY5" fmla="*/ 273061 h 341967"/>
                    <a:gd name="connsiteX6" fmla="*/ 181163 w 373604"/>
                    <a:gd name="connsiteY6" fmla="*/ 267560 h 341967"/>
                    <a:gd name="connsiteX7" fmla="*/ 162801 w 373604"/>
                    <a:gd name="connsiteY7" fmla="*/ 88223 h 341967"/>
                    <a:gd name="connsiteX8" fmla="*/ 208990 w 373604"/>
                    <a:gd name="connsiteY8" fmla="*/ 49233 h 341967"/>
                    <a:gd name="connsiteX9" fmla="*/ 373605 w 373604"/>
                    <a:gd name="connsiteY9" fmla="*/ 41144 h 341967"/>
                    <a:gd name="connsiteX10" fmla="*/ 353705 w 373604"/>
                    <a:gd name="connsiteY10" fmla="*/ 30224 h 341967"/>
                    <a:gd name="connsiteX11" fmla="*/ 294331 w 373604"/>
                    <a:gd name="connsiteY11" fmla="*/ 9677 h 341967"/>
                    <a:gd name="connsiteX12" fmla="*/ 106500 w 373604"/>
                    <a:gd name="connsiteY12" fmla="*/ 17766 h 341967"/>
                    <a:gd name="connsiteX13" fmla="*/ 54325 w 373604"/>
                    <a:gd name="connsiteY13" fmla="*/ 45108 h 341967"/>
                    <a:gd name="connsiteX14" fmla="*/ 2392 w 373604"/>
                    <a:gd name="connsiteY14" fmla="*/ 144605 h 341967"/>
                    <a:gd name="connsiteX15" fmla="*/ 2392 w 373604"/>
                    <a:gd name="connsiteY15" fmla="*/ 144605 h 341967"/>
                    <a:gd name="connsiteX16" fmla="*/ 287536 w 373604"/>
                    <a:gd name="connsiteY16" fmla="*/ 265942 h 341967"/>
                    <a:gd name="connsiteX17" fmla="*/ 220072 w 373604"/>
                    <a:gd name="connsiteY17" fmla="*/ 206729 h 341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73604" h="341967">
                      <a:moveTo>
                        <a:pt x="224440" y="202523"/>
                      </a:moveTo>
                      <a:cubicBezTo>
                        <a:pt x="229792" y="197407"/>
                        <a:pt x="237148" y="194944"/>
                        <a:pt x="244501" y="195809"/>
                      </a:cubicBezTo>
                      <a:cubicBezTo>
                        <a:pt x="254467" y="197063"/>
                        <a:pt x="262832" y="203918"/>
                        <a:pt x="266019" y="213443"/>
                      </a:cubicBezTo>
                      <a:cubicBezTo>
                        <a:pt x="266827" y="217720"/>
                        <a:pt x="266827" y="222109"/>
                        <a:pt x="266019" y="226386"/>
                      </a:cubicBezTo>
                      <a:cubicBezTo>
                        <a:pt x="260561" y="257723"/>
                        <a:pt x="230733" y="278702"/>
                        <a:pt x="199395" y="273244"/>
                      </a:cubicBezTo>
                      <a:cubicBezTo>
                        <a:pt x="199061" y="273186"/>
                        <a:pt x="198726" y="273125"/>
                        <a:pt x="198393" y="273061"/>
                      </a:cubicBezTo>
                      <a:cubicBezTo>
                        <a:pt x="192485" y="271792"/>
                        <a:pt x="186714" y="269950"/>
                        <a:pt x="181163" y="267560"/>
                      </a:cubicBezTo>
                      <a:cubicBezTo>
                        <a:pt x="111192" y="237307"/>
                        <a:pt x="126885" y="138133"/>
                        <a:pt x="162801" y="88223"/>
                      </a:cubicBezTo>
                      <a:cubicBezTo>
                        <a:pt x="175164" y="72008"/>
                        <a:pt x="190930" y="58699"/>
                        <a:pt x="208990" y="49233"/>
                      </a:cubicBezTo>
                      <a:cubicBezTo>
                        <a:pt x="208990" y="49233"/>
                        <a:pt x="262621" y="17362"/>
                        <a:pt x="373605" y="41144"/>
                      </a:cubicBezTo>
                      <a:cubicBezTo>
                        <a:pt x="366633" y="38157"/>
                        <a:pt x="359969" y="34500"/>
                        <a:pt x="353705" y="30224"/>
                      </a:cubicBezTo>
                      <a:cubicBezTo>
                        <a:pt x="334713" y="21254"/>
                        <a:pt x="314805" y="14365"/>
                        <a:pt x="294331" y="9677"/>
                      </a:cubicBezTo>
                      <a:cubicBezTo>
                        <a:pt x="232227" y="-5562"/>
                        <a:pt x="167064" y="-2756"/>
                        <a:pt x="106500" y="17766"/>
                      </a:cubicBezTo>
                      <a:cubicBezTo>
                        <a:pt x="87903" y="24367"/>
                        <a:pt x="70336" y="33572"/>
                        <a:pt x="54325" y="45108"/>
                      </a:cubicBezTo>
                      <a:cubicBezTo>
                        <a:pt x="26336" y="65573"/>
                        <a:pt x="4657" y="110387"/>
                        <a:pt x="2392" y="144605"/>
                      </a:cubicBezTo>
                      <a:lnTo>
                        <a:pt x="2392" y="144605"/>
                      </a:lnTo>
                      <a:cubicBezTo>
                        <a:pt x="-28427" y="354438"/>
                        <a:pt x="247980" y="400384"/>
                        <a:pt x="287536" y="265942"/>
                      </a:cubicBezTo>
                      <a:cubicBezTo>
                        <a:pt x="308082" y="196133"/>
                        <a:pt x="232287" y="162320"/>
                        <a:pt x="220072" y="206729"/>
                      </a:cubicBezTo>
                      <a:close/>
                    </a:path>
                  </a:pathLst>
                </a:custGeom>
                <a:solidFill>
                  <a:srgbClr val="006CAB"/>
                </a:solidFill>
                <a:ln w="8069" cap="flat">
                  <a:noFill/>
                  <a:prstDash val="solid"/>
                  <a:miter/>
                </a:ln>
              </p:spPr>
              <p:txBody>
                <a:bodyPr rtlCol="0" anchor="ctr"/>
                <a:lstStyle/>
                <a:p>
                  <a:endParaRPr lang="en-IN"/>
                </a:p>
              </p:txBody>
            </p:sp>
            <p:sp>
              <p:nvSpPr>
                <p:cNvPr id="1413" name="Freeform: Shape 1412">
                  <a:extLst>
                    <a:ext uri="{FF2B5EF4-FFF2-40B4-BE49-F238E27FC236}">
                      <a16:creationId xmlns:a16="http://schemas.microsoft.com/office/drawing/2014/main" id="{BBAE6125-C1AA-F5B7-A659-17FCCA7778A2}"/>
                    </a:ext>
                  </a:extLst>
                </p:cNvPr>
                <p:cNvSpPr/>
                <p:nvPr/>
              </p:nvSpPr>
              <p:spPr>
                <a:xfrm>
                  <a:off x="4959509" y="5543715"/>
                  <a:ext cx="550716" cy="582587"/>
                </a:xfrm>
                <a:custGeom>
                  <a:avLst/>
                  <a:gdLst>
                    <a:gd name="connsiteX0" fmla="*/ 0 w 550716"/>
                    <a:gd name="connsiteY0" fmla="*/ 485769 h 582587"/>
                    <a:gd name="connsiteX1" fmla="*/ 252625 w 550716"/>
                    <a:gd name="connsiteY1" fmla="*/ 514566 h 582587"/>
                    <a:gd name="connsiteX2" fmla="*/ 388200 w 550716"/>
                    <a:gd name="connsiteY2" fmla="*/ 421783 h 582587"/>
                    <a:gd name="connsiteX3" fmla="*/ 440375 w 550716"/>
                    <a:gd name="connsiteY3" fmla="*/ 237593 h 582587"/>
                    <a:gd name="connsiteX4" fmla="*/ 359483 w 550716"/>
                    <a:gd name="connsiteY4" fmla="*/ 91179 h 582587"/>
                    <a:gd name="connsiteX5" fmla="*/ 234101 w 550716"/>
                    <a:gd name="connsiteY5" fmla="*/ 83898 h 582587"/>
                    <a:gd name="connsiteX6" fmla="*/ 214201 w 550716"/>
                    <a:gd name="connsiteY6" fmla="*/ 156701 h 582587"/>
                    <a:gd name="connsiteX7" fmla="*/ 240815 w 550716"/>
                    <a:gd name="connsiteY7" fmla="*/ 176196 h 582587"/>
                    <a:gd name="connsiteX8" fmla="*/ 192280 w 550716"/>
                    <a:gd name="connsiteY8" fmla="*/ 140846 h 582587"/>
                    <a:gd name="connsiteX9" fmla="*/ 214363 w 550716"/>
                    <a:gd name="connsiteY9" fmla="*/ 41916 h 582587"/>
                    <a:gd name="connsiteX10" fmla="*/ 383427 w 550716"/>
                    <a:gd name="connsiteY10" fmla="*/ 9559 h 582587"/>
                    <a:gd name="connsiteX11" fmla="*/ 549983 w 550716"/>
                    <a:gd name="connsiteY11" fmla="*/ 246248 h 582587"/>
                    <a:gd name="connsiteX12" fmla="*/ 517060 w 550716"/>
                    <a:gd name="connsiteY12" fmla="*/ 403421 h 582587"/>
                    <a:gd name="connsiteX13" fmla="*/ 431557 w 550716"/>
                    <a:gd name="connsiteY13" fmla="*/ 510117 h 582587"/>
                    <a:gd name="connsiteX14" fmla="*/ 292990 w 550716"/>
                    <a:gd name="connsiteY14" fmla="*/ 575477 h 582587"/>
                    <a:gd name="connsiteX15" fmla="*/ 103541 w 550716"/>
                    <a:gd name="connsiteY15" fmla="*/ 556306 h 582587"/>
                    <a:gd name="connsiteX16" fmla="*/ 0 w 550716"/>
                    <a:gd name="connsiteY16" fmla="*/ 485769 h 5825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0716" h="582587">
                      <a:moveTo>
                        <a:pt x="0" y="485769"/>
                      </a:moveTo>
                      <a:cubicBezTo>
                        <a:pt x="77557" y="526904"/>
                        <a:pt x="167800" y="537191"/>
                        <a:pt x="252625" y="514566"/>
                      </a:cubicBezTo>
                      <a:cubicBezTo>
                        <a:pt x="307034" y="499915"/>
                        <a:pt x="354843" y="467196"/>
                        <a:pt x="388200" y="421783"/>
                      </a:cubicBezTo>
                      <a:cubicBezTo>
                        <a:pt x="427502" y="368819"/>
                        <a:pt x="446061" y="303301"/>
                        <a:pt x="440375" y="237593"/>
                      </a:cubicBezTo>
                      <a:cubicBezTo>
                        <a:pt x="440375" y="237593"/>
                        <a:pt x="433823" y="138662"/>
                        <a:pt x="359483" y="91179"/>
                      </a:cubicBezTo>
                      <a:cubicBezTo>
                        <a:pt x="321303" y="68694"/>
                        <a:pt x="274627" y="65983"/>
                        <a:pt x="234101" y="83898"/>
                      </a:cubicBezTo>
                      <a:cubicBezTo>
                        <a:pt x="234101" y="83898"/>
                        <a:pt x="186375" y="107438"/>
                        <a:pt x="214201" y="156701"/>
                      </a:cubicBezTo>
                      <a:cubicBezTo>
                        <a:pt x="214201" y="156701"/>
                        <a:pt x="225284" y="175791"/>
                        <a:pt x="240815" y="176196"/>
                      </a:cubicBezTo>
                      <a:cubicBezTo>
                        <a:pt x="240815" y="176196"/>
                        <a:pt x="209429" y="182829"/>
                        <a:pt x="192280" y="140846"/>
                      </a:cubicBezTo>
                      <a:cubicBezTo>
                        <a:pt x="181404" y="106293"/>
                        <a:pt x="189826" y="68563"/>
                        <a:pt x="214363" y="41916"/>
                      </a:cubicBezTo>
                      <a:cubicBezTo>
                        <a:pt x="214363" y="41916"/>
                        <a:pt x="268237" y="-24092"/>
                        <a:pt x="383427" y="9559"/>
                      </a:cubicBezTo>
                      <a:cubicBezTo>
                        <a:pt x="486159" y="39408"/>
                        <a:pt x="549983" y="141493"/>
                        <a:pt x="549983" y="246248"/>
                      </a:cubicBezTo>
                      <a:cubicBezTo>
                        <a:pt x="549983" y="246248"/>
                        <a:pt x="558558" y="318242"/>
                        <a:pt x="517060" y="403421"/>
                      </a:cubicBezTo>
                      <a:cubicBezTo>
                        <a:pt x="496428" y="444634"/>
                        <a:pt x="467286" y="481001"/>
                        <a:pt x="431557" y="510117"/>
                      </a:cubicBezTo>
                      <a:cubicBezTo>
                        <a:pt x="431557" y="510117"/>
                        <a:pt x="382052" y="556144"/>
                        <a:pt x="292990" y="575477"/>
                      </a:cubicBezTo>
                      <a:cubicBezTo>
                        <a:pt x="292990" y="575477"/>
                        <a:pt x="215819" y="600635"/>
                        <a:pt x="103541" y="556306"/>
                      </a:cubicBezTo>
                      <a:cubicBezTo>
                        <a:pt x="103541" y="556306"/>
                        <a:pt x="35754" y="529046"/>
                        <a:pt x="0" y="485769"/>
                      </a:cubicBezTo>
                    </a:path>
                  </a:pathLst>
                </a:custGeom>
                <a:solidFill>
                  <a:srgbClr val="006CAB"/>
                </a:solidFill>
                <a:ln w="8069" cap="flat">
                  <a:noFill/>
                  <a:prstDash val="solid"/>
                  <a:miter/>
                </a:ln>
              </p:spPr>
              <p:txBody>
                <a:bodyPr rtlCol="0" anchor="ctr"/>
                <a:lstStyle/>
                <a:p>
                  <a:endParaRPr lang="en-IN"/>
                </a:p>
              </p:txBody>
            </p:sp>
          </p:grpSp>
        </p:grpSp>
      </p:grpSp>
      <p:cxnSp>
        <p:nvCxnSpPr>
          <p:cNvPr id="1430" name="Straight Connector 1429">
            <a:extLst>
              <a:ext uri="{FF2B5EF4-FFF2-40B4-BE49-F238E27FC236}">
                <a16:creationId xmlns:a16="http://schemas.microsoft.com/office/drawing/2014/main" id="{95402839-115B-BBBC-9DA5-666620E78AC4}"/>
              </a:ext>
            </a:extLst>
          </p:cNvPr>
          <p:cNvCxnSpPr>
            <a:cxnSpLocks/>
          </p:cNvCxnSpPr>
          <p:nvPr/>
        </p:nvCxnSpPr>
        <p:spPr>
          <a:xfrm flipH="1">
            <a:off x="7234579" y="2278840"/>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31" name="Straight Connector 1430">
            <a:extLst>
              <a:ext uri="{FF2B5EF4-FFF2-40B4-BE49-F238E27FC236}">
                <a16:creationId xmlns:a16="http://schemas.microsoft.com/office/drawing/2014/main" id="{1C570C70-DD10-92E4-5418-9E7947652DAC}"/>
              </a:ext>
            </a:extLst>
          </p:cNvPr>
          <p:cNvCxnSpPr>
            <a:cxnSpLocks/>
          </p:cNvCxnSpPr>
          <p:nvPr/>
        </p:nvCxnSpPr>
        <p:spPr>
          <a:xfrm flipH="1">
            <a:off x="7581924" y="4126303"/>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sp>
        <p:nvSpPr>
          <p:cNvPr id="1433" name="TextBox 1432">
            <a:extLst>
              <a:ext uri="{FF2B5EF4-FFF2-40B4-BE49-F238E27FC236}">
                <a16:creationId xmlns:a16="http://schemas.microsoft.com/office/drawing/2014/main" id="{1D77E491-E68E-C58D-D79E-DCE2D1C51D54}"/>
              </a:ext>
            </a:extLst>
          </p:cNvPr>
          <p:cNvSpPr txBox="1"/>
          <p:nvPr/>
        </p:nvSpPr>
        <p:spPr>
          <a:xfrm>
            <a:off x="1045958" y="1409428"/>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1434" name="TextBox 1433">
            <a:extLst>
              <a:ext uri="{FF2B5EF4-FFF2-40B4-BE49-F238E27FC236}">
                <a16:creationId xmlns:a16="http://schemas.microsoft.com/office/drawing/2014/main" id="{4AE7CC79-B9CF-70D2-CEF2-BE0D2F4BE1A3}"/>
              </a:ext>
            </a:extLst>
          </p:cNvPr>
          <p:cNvSpPr txBox="1"/>
          <p:nvPr/>
        </p:nvSpPr>
        <p:spPr>
          <a:xfrm>
            <a:off x="7531876" y="1409428"/>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grpSp>
        <p:nvGrpSpPr>
          <p:cNvPr id="1437" name="Group 1436">
            <a:extLst>
              <a:ext uri="{FF2B5EF4-FFF2-40B4-BE49-F238E27FC236}">
                <a16:creationId xmlns:a16="http://schemas.microsoft.com/office/drawing/2014/main" id="{50257052-70EB-78EF-64F2-785CFCD02F31}"/>
              </a:ext>
            </a:extLst>
          </p:cNvPr>
          <p:cNvGrpSpPr/>
          <p:nvPr/>
        </p:nvGrpSpPr>
        <p:grpSpPr>
          <a:xfrm>
            <a:off x="441130" y="3263729"/>
            <a:ext cx="4174833" cy="824474"/>
            <a:chOff x="441130" y="3301829"/>
            <a:chExt cx="4174833" cy="824474"/>
          </a:xfrm>
        </p:grpSpPr>
        <p:cxnSp>
          <p:nvCxnSpPr>
            <p:cNvPr id="1432" name="Straight Connector 1431">
              <a:extLst>
                <a:ext uri="{FF2B5EF4-FFF2-40B4-BE49-F238E27FC236}">
                  <a16:creationId xmlns:a16="http://schemas.microsoft.com/office/drawing/2014/main" id="{FDC7AE53-B197-DF28-B074-6A128177E30C}"/>
                </a:ext>
              </a:extLst>
            </p:cNvPr>
            <p:cNvCxnSpPr>
              <a:cxnSpLocks/>
            </p:cNvCxnSpPr>
            <p:nvPr/>
          </p:nvCxnSpPr>
          <p:spPr>
            <a:xfrm>
              <a:off x="441130" y="4126303"/>
              <a:ext cx="4174833" cy="0"/>
            </a:xfrm>
            <a:prstGeom prst="line">
              <a:avLst/>
            </a:prstGeom>
            <a:ln w="12700">
              <a:solidFill>
                <a:srgbClr val="9464B8"/>
              </a:solidFill>
              <a:headEnd type="oval" w="sm" len="sm"/>
            </a:ln>
          </p:spPr>
          <p:style>
            <a:lnRef idx="1">
              <a:schemeClr val="accent1"/>
            </a:lnRef>
            <a:fillRef idx="0">
              <a:schemeClr val="accent1"/>
            </a:fillRef>
            <a:effectRef idx="0">
              <a:schemeClr val="accent1"/>
            </a:effectRef>
            <a:fontRef idx="minor">
              <a:schemeClr val="tx1"/>
            </a:fontRef>
          </p:style>
        </p:cxnSp>
        <p:sp>
          <p:nvSpPr>
            <p:cNvPr id="1435" name="TextBox 1434">
              <a:extLst>
                <a:ext uri="{FF2B5EF4-FFF2-40B4-BE49-F238E27FC236}">
                  <a16:creationId xmlns:a16="http://schemas.microsoft.com/office/drawing/2014/main" id="{7CA6010A-B7A5-4D4E-54A4-47F3C5709364}"/>
                </a:ext>
              </a:extLst>
            </p:cNvPr>
            <p:cNvSpPr txBox="1"/>
            <p:nvPr/>
          </p:nvSpPr>
          <p:spPr>
            <a:xfrm>
              <a:off x="672589" y="3301829"/>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grpSp>
      <p:sp>
        <p:nvSpPr>
          <p:cNvPr id="1436" name="TextBox 1435">
            <a:extLst>
              <a:ext uri="{FF2B5EF4-FFF2-40B4-BE49-F238E27FC236}">
                <a16:creationId xmlns:a16="http://schemas.microsoft.com/office/drawing/2014/main" id="{CFB8C46A-CBFF-1075-2A2C-CA4862B06078}"/>
              </a:ext>
            </a:extLst>
          </p:cNvPr>
          <p:cNvSpPr txBox="1"/>
          <p:nvPr/>
        </p:nvSpPr>
        <p:spPr>
          <a:xfrm>
            <a:off x="7958051" y="3263729"/>
            <a:ext cx="3580237" cy="738664"/>
          </a:xfrm>
          <a:prstGeom prst="rect">
            <a:avLst/>
          </a:prstGeom>
          <a:noFill/>
          <a:ln>
            <a:noFill/>
          </a:ln>
        </p:spPr>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cxnSp>
        <p:nvCxnSpPr>
          <p:cNvPr id="1443" name="Straight Connector 1442">
            <a:extLst>
              <a:ext uri="{FF2B5EF4-FFF2-40B4-BE49-F238E27FC236}">
                <a16:creationId xmlns:a16="http://schemas.microsoft.com/office/drawing/2014/main" id="{C7DDD932-6530-89AE-6F44-0B806094A052}"/>
              </a:ext>
            </a:extLst>
          </p:cNvPr>
          <p:cNvCxnSpPr>
            <a:cxnSpLocks/>
          </p:cNvCxnSpPr>
          <p:nvPr/>
        </p:nvCxnSpPr>
        <p:spPr>
          <a:xfrm>
            <a:off x="4008584" y="6119269"/>
            <a:ext cx="4174833" cy="0"/>
          </a:xfrm>
          <a:prstGeom prst="line">
            <a:avLst/>
          </a:prstGeom>
          <a:ln w="12700">
            <a:solidFill>
              <a:srgbClr val="9464B8"/>
            </a:solidFill>
            <a:headEnd type="oval" w="sm" len="sm"/>
            <a:tailEnd type="oval" w="sm" len="sm"/>
          </a:ln>
        </p:spPr>
        <p:style>
          <a:lnRef idx="1">
            <a:schemeClr val="accent1"/>
          </a:lnRef>
          <a:fillRef idx="0">
            <a:schemeClr val="accent1"/>
          </a:fillRef>
          <a:effectRef idx="0">
            <a:schemeClr val="accent1"/>
          </a:effectRef>
          <a:fontRef idx="minor">
            <a:schemeClr val="tx1"/>
          </a:fontRef>
        </p:style>
      </p:cxnSp>
      <p:sp>
        <p:nvSpPr>
          <p:cNvPr id="1444" name="TextBox 1443">
            <a:extLst>
              <a:ext uri="{FF2B5EF4-FFF2-40B4-BE49-F238E27FC236}">
                <a16:creationId xmlns:a16="http://schemas.microsoft.com/office/drawing/2014/main" id="{54AF31D3-9FB0-C867-EDD8-B2467396CC45}"/>
              </a:ext>
            </a:extLst>
          </p:cNvPr>
          <p:cNvSpPr txBox="1"/>
          <p:nvPr/>
        </p:nvSpPr>
        <p:spPr>
          <a:xfrm>
            <a:off x="4305882" y="5256695"/>
            <a:ext cx="3580237" cy="738664"/>
          </a:xfrm>
          <a:prstGeom prst="rect">
            <a:avLst/>
          </a:prstGeom>
          <a:noFill/>
          <a:ln>
            <a:noFill/>
          </a:ln>
        </p:spPr>
        <p:txBody>
          <a:bodyPr wrap="square" lIns="0" tIns="0" rIns="0" bIns="0" rtlCol="0" anchor="t">
            <a:spAutoFit/>
          </a:bodyPr>
          <a:lstStyle/>
          <a:p>
            <a:pPr lvl="0" algn="ctr">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1473" name="Título 1">
            <a:extLst>
              <a:ext uri="{FF2B5EF4-FFF2-40B4-BE49-F238E27FC236}">
                <a16:creationId xmlns:a16="http://schemas.microsoft.com/office/drawing/2014/main" id="{ADA04D9E-168A-D1D6-B3D5-D6FB7BB64D75}"/>
              </a:ext>
            </a:extLst>
          </p:cNvPr>
          <p:cNvSpPr txBox="1">
            <a:spLocks/>
          </p:cNvSpPr>
          <p:nvPr/>
        </p:nvSpPr>
        <p:spPr>
          <a:xfrm rot="19958066">
            <a:off x="5250582" y="2255759"/>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4" name="Título 1">
            <a:extLst>
              <a:ext uri="{FF2B5EF4-FFF2-40B4-BE49-F238E27FC236}">
                <a16:creationId xmlns:a16="http://schemas.microsoft.com/office/drawing/2014/main" id="{FB6E6C9D-FFAC-88A9-7CA8-39E6CF9622A8}"/>
              </a:ext>
            </a:extLst>
          </p:cNvPr>
          <p:cNvSpPr txBox="1">
            <a:spLocks/>
          </p:cNvSpPr>
          <p:nvPr/>
        </p:nvSpPr>
        <p:spPr>
          <a:xfrm rot="2701110">
            <a:off x="6641564" y="2450281"/>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5" name="Título 1">
            <a:extLst>
              <a:ext uri="{FF2B5EF4-FFF2-40B4-BE49-F238E27FC236}">
                <a16:creationId xmlns:a16="http://schemas.microsoft.com/office/drawing/2014/main" id="{686D0990-A3CC-54EB-BA72-A239D9F0759E}"/>
              </a:ext>
            </a:extLst>
          </p:cNvPr>
          <p:cNvSpPr txBox="1">
            <a:spLocks/>
          </p:cNvSpPr>
          <p:nvPr/>
        </p:nvSpPr>
        <p:spPr>
          <a:xfrm rot="15186070">
            <a:off x="4614088" y="3570090"/>
            <a:ext cx="593216" cy="216544"/>
          </a:xfrm>
          <a:prstGeom prst="rect">
            <a:avLst/>
          </a:prstGeom>
        </p:spPr>
        <p:txBody>
          <a:bodyPr wrap="square" anchor="ctr">
            <a:prstTxWarp prst="textArchUp">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6" name="Título 1">
            <a:extLst>
              <a:ext uri="{FF2B5EF4-FFF2-40B4-BE49-F238E27FC236}">
                <a16:creationId xmlns:a16="http://schemas.microsoft.com/office/drawing/2014/main" id="{D0A157CF-E974-14D6-F9D0-44F60CFDFC48}"/>
              </a:ext>
            </a:extLst>
          </p:cNvPr>
          <p:cNvSpPr txBox="1">
            <a:spLocks/>
          </p:cNvSpPr>
          <p:nvPr/>
        </p:nvSpPr>
        <p:spPr>
          <a:xfrm rot="381310">
            <a:off x="5595635" y="4646793"/>
            <a:ext cx="593216" cy="216544"/>
          </a:xfrm>
          <a:prstGeom prst="rect">
            <a:avLst/>
          </a:prstGeom>
        </p:spPr>
        <p:txBody>
          <a:bodyPr wrap="square" anchor="ctr">
            <a:prstTxWarp prst="textArchDown">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487" name="Título 1">
            <a:extLst>
              <a:ext uri="{FF2B5EF4-FFF2-40B4-BE49-F238E27FC236}">
                <a16:creationId xmlns:a16="http://schemas.microsoft.com/office/drawing/2014/main" id="{695577C3-B5AE-C0A3-30CE-D9E5A3A01793}"/>
              </a:ext>
            </a:extLst>
          </p:cNvPr>
          <p:cNvSpPr txBox="1">
            <a:spLocks/>
          </p:cNvSpPr>
          <p:nvPr/>
        </p:nvSpPr>
        <p:spPr>
          <a:xfrm rot="17433182">
            <a:off x="6984466" y="3953166"/>
            <a:ext cx="593216" cy="216544"/>
          </a:xfrm>
          <a:prstGeom prst="rect">
            <a:avLst/>
          </a:prstGeom>
        </p:spPr>
        <p:txBody>
          <a:bodyPr wrap="square" anchor="ctr">
            <a:prstTxWarp prst="textArchDown">
              <a:avLst/>
            </a:prstTxWarp>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Tree>
    <p:extLst>
      <p:ext uri="{BB962C8B-B14F-4D97-AF65-F5344CB8AC3E}">
        <p14:creationId xmlns:p14="http://schemas.microsoft.com/office/powerpoint/2010/main" val="25958444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7442D-61F8-E0AC-050B-CFD530F9D05F}"/>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D9BA1B3D-2121-7FF1-9312-CEE98B8D7F26}"/>
              </a:ext>
            </a:extLst>
          </p:cNvPr>
          <p:cNvSpPr/>
          <p:nvPr/>
        </p:nvSpPr>
        <p:spPr>
          <a:xfrm>
            <a:off x="19599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6" name="Rounded Rectangle 2763">
            <a:extLst>
              <a:ext uri="{FF2B5EF4-FFF2-40B4-BE49-F238E27FC236}">
                <a16:creationId xmlns:a16="http://schemas.microsoft.com/office/drawing/2014/main" id="{D4A83DF3-C18D-74FD-19E2-08057A193631}"/>
              </a:ext>
            </a:extLst>
          </p:cNvPr>
          <p:cNvSpPr/>
          <p:nvPr/>
        </p:nvSpPr>
        <p:spPr>
          <a:xfrm>
            <a:off x="387004" y="1318327"/>
            <a:ext cx="2218436" cy="4938248"/>
          </a:xfrm>
          <a:prstGeom prst="roundRect">
            <a:avLst>
              <a:gd name="adj" fmla="val 2862"/>
            </a:avLst>
          </a:prstGeom>
          <a:solidFill>
            <a:schemeClr val="bg1"/>
          </a:solidFill>
          <a:ln w="6350" cap="flat" cmpd="sng" algn="ctr">
            <a:solidFill>
              <a:srgbClr val="9464B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AC59F18B-968A-0043-1FC4-4CD9499093A7}"/>
              </a:ext>
            </a:extLst>
          </p:cNvPr>
          <p:cNvSpPr>
            <a:spLocks noGrp="1"/>
          </p:cNvSpPr>
          <p:nvPr>
            <p:ph type="title"/>
          </p:nvPr>
        </p:nvSpPr>
        <p:spPr/>
        <p:txBody>
          <a:bodyPr/>
          <a:lstStyle/>
          <a:p>
            <a:r>
              <a:rPr lang="en-US" sz="1800" dirty="0"/>
              <a:t>Title</a:t>
            </a:r>
            <a:endParaRPr lang="es-MX" sz="1800" dirty="0"/>
          </a:p>
        </p:txBody>
      </p:sp>
      <p:sp>
        <p:nvSpPr>
          <p:cNvPr id="11" name="Rectangle 10">
            <a:extLst>
              <a:ext uri="{FF2B5EF4-FFF2-40B4-BE49-F238E27FC236}">
                <a16:creationId xmlns:a16="http://schemas.microsoft.com/office/drawing/2014/main" id="{E0F2BEF5-0444-4E55-5F0C-6E45D9FEC68A}"/>
              </a:ext>
            </a:extLst>
          </p:cNvPr>
          <p:cNvSpPr/>
          <p:nvPr/>
        </p:nvSpPr>
        <p:spPr>
          <a:xfrm>
            <a:off x="526356" y="2071559"/>
            <a:ext cx="1984346" cy="2789800"/>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 </a:t>
            </a:r>
          </a:p>
        </p:txBody>
      </p:sp>
      <p:sp>
        <p:nvSpPr>
          <p:cNvPr id="13" name="Rectangle: Top Corners Rounded 12">
            <a:extLst>
              <a:ext uri="{FF2B5EF4-FFF2-40B4-BE49-F238E27FC236}">
                <a16:creationId xmlns:a16="http://schemas.microsoft.com/office/drawing/2014/main" id="{FDB71428-046F-5320-83A7-9A60B60C2605}"/>
              </a:ext>
            </a:extLst>
          </p:cNvPr>
          <p:cNvSpPr/>
          <p:nvPr/>
        </p:nvSpPr>
        <p:spPr bwMode="auto">
          <a:xfrm>
            <a:off x="387004" y="1318327"/>
            <a:ext cx="2218435" cy="678315"/>
          </a:xfrm>
          <a:prstGeom prst="round2SameRect">
            <a:avLst>
              <a:gd name="adj1" fmla="val 10700"/>
              <a:gd name="adj2" fmla="val 0"/>
            </a:avLst>
          </a:prstGeom>
          <a:solidFill>
            <a:srgbClr val="B898D0"/>
          </a:solidFill>
          <a:ln w="952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grpSp>
        <p:nvGrpSpPr>
          <p:cNvPr id="1344" name="Group 1343">
            <a:extLst>
              <a:ext uri="{FF2B5EF4-FFF2-40B4-BE49-F238E27FC236}">
                <a16:creationId xmlns:a16="http://schemas.microsoft.com/office/drawing/2014/main" id="{0BB41E1C-656E-26C2-1C60-683C2569A78A}"/>
              </a:ext>
            </a:extLst>
          </p:cNvPr>
          <p:cNvGrpSpPr/>
          <p:nvPr/>
        </p:nvGrpSpPr>
        <p:grpSpPr>
          <a:xfrm>
            <a:off x="1220226" y="952949"/>
            <a:ext cx="551990" cy="551989"/>
            <a:chOff x="1958712" y="952949"/>
            <a:chExt cx="551990" cy="551989"/>
          </a:xfrm>
        </p:grpSpPr>
        <p:sp>
          <p:nvSpPr>
            <p:cNvPr id="15" name="Freeform: Shape 14">
              <a:extLst>
                <a:ext uri="{FF2B5EF4-FFF2-40B4-BE49-F238E27FC236}">
                  <a16:creationId xmlns:a16="http://schemas.microsoft.com/office/drawing/2014/main" id="{C3028A39-C873-A3D1-D52E-BE7272A4F789}"/>
                </a:ext>
              </a:extLst>
            </p:cNvPr>
            <p:cNvSpPr/>
            <p:nvPr/>
          </p:nvSpPr>
          <p:spPr>
            <a:xfrm>
              <a:off x="1958712"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DE5F3"/>
                  </a:gs>
                  <a:gs pos="100000">
                    <a:srgbClr val="B898D0"/>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7" name="Graphic 16">
              <a:extLst>
                <a:ext uri="{FF2B5EF4-FFF2-40B4-BE49-F238E27FC236}">
                  <a16:creationId xmlns:a16="http://schemas.microsoft.com/office/drawing/2014/main" id="{945C41B9-C006-7BA3-DDE0-E4ADFC574B8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45409" y="1039645"/>
              <a:ext cx="378599" cy="378598"/>
            </a:xfrm>
            <a:prstGeom prst="rect">
              <a:avLst/>
            </a:prstGeom>
          </p:spPr>
        </p:pic>
      </p:grpSp>
      <p:sp>
        <p:nvSpPr>
          <p:cNvPr id="3" name="Rounded Rectangle 2763">
            <a:extLst>
              <a:ext uri="{FF2B5EF4-FFF2-40B4-BE49-F238E27FC236}">
                <a16:creationId xmlns:a16="http://schemas.microsoft.com/office/drawing/2014/main" id="{BC7D9552-1325-930A-9086-572AFB93E640}"/>
              </a:ext>
            </a:extLst>
          </p:cNvPr>
          <p:cNvSpPr/>
          <p:nvPr/>
        </p:nvSpPr>
        <p:spPr>
          <a:xfrm>
            <a:off x="4982718" y="1318327"/>
            <a:ext cx="2222500" cy="4938248"/>
          </a:xfrm>
          <a:prstGeom prst="roundRect">
            <a:avLst>
              <a:gd name="adj" fmla="val 2857"/>
            </a:avLst>
          </a:prstGeom>
          <a:solidFill>
            <a:schemeClr val="bg1"/>
          </a:solidFill>
          <a:ln w="6350" cap="flat" cmpd="sng" algn="ctr">
            <a:solidFill>
              <a:srgbClr val="4B2C7E"/>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7" name="TextBox 6">
            <a:extLst>
              <a:ext uri="{FF2B5EF4-FFF2-40B4-BE49-F238E27FC236}">
                <a16:creationId xmlns:a16="http://schemas.microsoft.com/office/drawing/2014/main" id="{6741CF75-A53B-BCA8-84DD-BF4D959ACD5C}"/>
              </a:ext>
            </a:extLst>
          </p:cNvPr>
          <p:cNvSpPr txBox="1"/>
          <p:nvPr/>
        </p:nvSpPr>
        <p:spPr>
          <a:xfrm>
            <a:off x="5092561"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12" name="Rectangle: Top Corners Rounded 11">
            <a:extLst>
              <a:ext uri="{FF2B5EF4-FFF2-40B4-BE49-F238E27FC236}">
                <a16:creationId xmlns:a16="http://schemas.microsoft.com/office/drawing/2014/main" id="{026CE988-50F6-752C-BDDB-80E7D2F81422}"/>
              </a:ext>
            </a:extLst>
          </p:cNvPr>
          <p:cNvSpPr/>
          <p:nvPr/>
        </p:nvSpPr>
        <p:spPr bwMode="auto">
          <a:xfrm>
            <a:off x="4982718" y="1318327"/>
            <a:ext cx="2222500" cy="678315"/>
          </a:xfrm>
          <a:prstGeom prst="round2SameRect">
            <a:avLst>
              <a:gd name="adj1" fmla="val 10699"/>
              <a:gd name="adj2" fmla="val 0"/>
            </a:avLst>
          </a:prstGeom>
          <a:solidFill>
            <a:srgbClr val="7E68A4"/>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 name="Rounded Rectangle 2763">
            <a:extLst>
              <a:ext uri="{FF2B5EF4-FFF2-40B4-BE49-F238E27FC236}">
                <a16:creationId xmlns:a16="http://schemas.microsoft.com/office/drawing/2014/main" id="{635CBE35-3173-A175-7FDA-B33A05001A6D}"/>
              </a:ext>
            </a:extLst>
          </p:cNvPr>
          <p:cNvSpPr/>
          <p:nvPr/>
        </p:nvSpPr>
        <p:spPr>
          <a:xfrm>
            <a:off x="2682829" y="1318327"/>
            <a:ext cx="2222500" cy="4938248"/>
          </a:xfrm>
          <a:prstGeom prst="roundRect">
            <a:avLst>
              <a:gd name="adj" fmla="val 2857"/>
            </a:avLst>
          </a:prstGeom>
          <a:solidFill>
            <a:schemeClr val="bg1"/>
          </a:solidFill>
          <a:ln w="6350" cap="flat" cmpd="sng" algn="ctr">
            <a:solidFill>
              <a:srgbClr val="496AA4"/>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8" name="TextBox 7">
            <a:extLst>
              <a:ext uri="{FF2B5EF4-FFF2-40B4-BE49-F238E27FC236}">
                <a16:creationId xmlns:a16="http://schemas.microsoft.com/office/drawing/2014/main" id="{15719B4C-6DD5-0D82-0184-6C392FA207D0}"/>
              </a:ext>
            </a:extLst>
          </p:cNvPr>
          <p:cNvSpPr txBox="1"/>
          <p:nvPr/>
        </p:nvSpPr>
        <p:spPr>
          <a:xfrm>
            <a:off x="2793607" y="2071558"/>
            <a:ext cx="1984346"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14" name="Rectangle: Top Corners Rounded 13">
            <a:extLst>
              <a:ext uri="{FF2B5EF4-FFF2-40B4-BE49-F238E27FC236}">
                <a16:creationId xmlns:a16="http://schemas.microsoft.com/office/drawing/2014/main" id="{5044D738-32C3-4356-0684-4EDCE8FE3032}"/>
              </a:ext>
            </a:extLst>
          </p:cNvPr>
          <p:cNvSpPr/>
          <p:nvPr/>
        </p:nvSpPr>
        <p:spPr bwMode="auto">
          <a:xfrm>
            <a:off x="2682829" y="1318327"/>
            <a:ext cx="2222500" cy="678315"/>
          </a:xfrm>
          <a:prstGeom prst="round2SameRect">
            <a:avLst>
              <a:gd name="adj1" fmla="val 9997"/>
              <a:gd name="adj2" fmla="val 0"/>
            </a:avLst>
          </a:prstGeom>
          <a:solidFill>
            <a:srgbClr val="7D95BE"/>
          </a:solidFill>
          <a:ln w="9525">
            <a:noFill/>
            <a:miter lim="800000"/>
            <a:headEnd/>
            <a:tailEnd/>
          </a:ln>
          <a:effectLst/>
        </p:spPr>
        <p:txBody>
          <a:bodyPr wrap="square" tIns="18288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1" name="Rounded Rectangle 2763">
            <a:extLst>
              <a:ext uri="{FF2B5EF4-FFF2-40B4-BE49-F238E27FC236}">
                <a16:creationId xmlns:a16="http://schemas.microsoft.com/office/drawing/2014/main" id="{D7A86EB8-994D-5342-5FBF-DCD8994FA1E8}"/>
              </a:ext>
            </a:extLst>
          </p:cNvPr>
          <p:cNvSpPr/>
          <p:nvPr/>
        </p:nvSpPr>
        <p:spPr>
          <a:xfrm>
            <a:off x="7282607" y="1318327"/>
            <a:ext cx="2222500" cy="4938248"/>
          </a:xfrm>
          <a:prstGeom prst="roundRect">
            <a:avLst>
              <a:gd name="adj" fmla="val 2857"/>
            </a:avLst>
          </a:prstGeom>
          <a:solidFill>
            <a:schemeClr val="bg1"/>
          </a:solidFill>
          <a:ln w="6350" cap="flat" cmpd="sng" algn="ctr">
            <a:solidFill>
              <a:srgbClr val="2082C8"/>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53" name="TextBox 52">
            <a:extLst>
              <a:ext uri="{FF2B5EF4-FFF2-40B4-BE49-F238E27FC236}">
                <a16:creationId xmlns:a16="http://schemas.microsoft.com/office/drawing/2014/main" id="{D1F90EDA-268A-3C9C-4E34-D4B874542A53}"/>
              </a:ext>
            </a:extLst>
          </p:cNvPr>
          <p:cNvSpPr txBox="1"/>
          <p:nvPr/>
        </p:nvSpPr>
        <p:spPr>
          <a:xfrm>
            <a:off x="7392450"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55" name="Rectangle: Top Corners Rounded 54">
            <a:extLst>
              <a:ext uri="{FF2B5EF4-FFF2-40B4-BE49-F238E27FC236}">
                <a16:creationId xmlns:a16="http://schemas.microsoft.com/office/drawing/2014/main" id="{32D76C19-1452-2502-ABA5-63AEDCD1458E}"/>
              </a:ext>
            </a:extLst>
          </p:cNvPr>
          <p:cNvSpPr/>
          <p:nvPr/>
        </p:nvSpPr>
        <p:spPr bwMode="auto">
          <a:xfrm>
            <a:off x="7282607" y="1318327"/>
            <a:ext cx="2222500" cy="678315"/>
          </a:xfrm>
          <a:prstGeom prst="round2SameRect">
            <a:avLst>
              <a:gd name="adj1" fmla="val 10231"/>
              <a:gd name="adj2" fmla="val 0"/>
            </a:avLst>
          </a:prstGeom>
          <a:solidFill>
            <a:srgbClr val="60A6D8"/>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sp>
        <p:nvSpPr>
          <p:cNvPr id="59" name="Rounded Rectangle 2763">
            <a:extLst>
              <a:ext uri="{FF2B5EF4-FFF2-40B4-BE49-F238E27FC236}">
                <a16:creationId xmlns:a16="http://schemas.microsoft.com/office/drawing/2014/main" id="{99CDC9B4-3CA8-F180-69AE-437E49DFF4DE}"/>
              </a:ext>
            </a:extLst>
          </p:cNvPr>
          <p:cNvSpPr/>
          <p:nvPr/>
        </p:nvSpPr>
        <p:spPr>
          <a:xfrm>
            <a:off x="9582497" y="1318327"/>
            <a:ext cx="2222500" cy="4938248"/>
          </a:xfrm>
          <a:prstGeom prst="roundRect">
            <a:avLst>
              <a:gd name="adj" fmla="val 2857"/>
            </a:avLst>
          </a:prstGeom>
          <a:solidFill>
            <a:schemeClr val="bg1"/>
          </a:solidFill>
          <a:ln w="6350" cap="flat" cmpd="sng" algn="ctr">
            <a:solidFill>
              <a:srgbClr val="6754AB"/>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Helvetica"/>
            </a:endParaRPr>
          </a:p>
        </p:txBody>
      </p:sp>
      <p:sp>
        <p:nvSpPr>
          <p:cNvPr id="60" name="TextBox 59">
            <a:extLst>
              <a:ext uri="{FF2B5EF4-FFF2-40B4-BE49-F238E27FC236}">
                <a16:creationId xmlns:a16="http://schemas.microsoft.com/office/drawing/2014/main" id="{075ECB58-BB86-101E-17A7-1B3FBD2F5807}"/>
              </a:ext>
            </a:extLst>
          </p:cNvPr>
          <p:cNvSpPr txBox="1"/>
          <p:nvPr/>
        </p:nvSpPr>
        <p:spPr>
          <a:xfrm>
            <a:off x="9692340" y="2071558"/>
            <a:ext cx="1985435" cy="2735814"/>
          </a:xfrm>
          <a:prstGeom prst="rect">
            <a:avLst/>
          </a:prstGeom>
          <a:noFill/>
          <a:ln>
            <a:noFill/>
          </a:ln>
        </p:spPr>
        <p:txBody>
          <a:bodyPr wrap="square" lIns="0" tIns="0" rIns="0" bIns="0" rtlCol="0" anchor="t">
            <a:spAutoFit/>
          </a:bodyPr>
          <a:lstStyle/>
          <a:p>
            <a:pPr lvl="0">
              <a:lnSpc>
                <a:spcPct val="150000"/>
              </a:lnSpc>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Donec </a:t>
            </a:r>
            <a:r>
              <a:rPr lang="en-IN" sz="1200" dirty="0" err="1">
                <a:solidFill>
                  <a:prstClr val="black"/>
                </a:solidFill>
                <a:latin typeface="Arial" panose="020B0604020202020204" pitchFamily="34" charset="0"/>
              </a:rPr>
              <a:t>quam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felis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ultricies</a:t>
            </a:r>
            <a:r>
              <a:rPr lang="en-IN" sz="1200" dirty="0">
                <a:solidFill>
                  <a:prstClr val="black"/>
                </a:solidFill>
                <a:latin typeface="Arial" panose="020B0604020202020204" pitchFamily="34" charset="0"/>
              </a:rPr>
              <a:t> nec, </a:t>
            </a:r>
            <a:r>
              <a:rPr lang="en-IN" sz="1200" dirty="0" err="1">
                <a:solidFill>
                  <a:prstClr val="black"/>
                </a:solidFill>
                <a:latin typeface="Arial" panose="020B0604020202020204" pitchFamily="34" charset="0"/>
              </a:rPr>
              <a:t>pellentesque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eu</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pretium</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quis</a:t>
            </a:r>
            <a:r>
              <a:rPr lang="en-IN" sz="1200" dirty="0">
                <a:solidFill>
                  <a:prstClr val="black"/>
                </a:solidFill>
                <a:latin typeface="Arial" panose="020B0604020202020204" pitchFamily="34" charset="0"/>
              </a:rPr>
              <a:t>, sem.</a:t>
            </a:r>
          </a:p>
        </p:txBody>
      </p:sp>
      <p:sp>
        <p:nvSpPr>
          <p:cNvPr id="61" name="Rectangle: Top Corners Rounded 60">
            <a:extLst>
              <a:ext uri="{FF2B5EF4-FFF2-40B4-BE49-F238E27FC236}">
                <a16:creationId xmlns:a16="http://schemas.microsoft.com/office/drawing/2014/main" id="{E34D1B12-6AEC-0940-B85C-56C0FE7211C1}"/>
              </a:ext>
            </a:extLst>
          </p:cNvPr>
          <p:cNvSpPr/>
          <p:nvPr/>
        </p:nvSpPr>
        <p:spPr bwMode="auto">
          <a:xfrm>
            <a:off x="9582497" y="1318327"/>
            <a:ext cx="2222500" cy="678315"/>
          </a:xfrm>
          <a:prstGeom prst="round2SameRect">
            <a:avLst>
              <a:gd name="adj1" fmla="val 10699"/>
              <a:gd name="adj2" fmla="val 0"/>
            </a:avLst>
          </a:prstGeom>
          <a:solidFill>
            <a:srgbClr val="9A8DC8"/>
          </a:solidFill>
          <a:ln w="3175">
            <a:noFill/>
            <a:miter lim="800000"/>
            <a:headEnd/>
            <a:tailEnd/>
          </a:ln>
          <a:effectLst/>
        </p:spPr>
        <p:txBody>
          <a:bodyPr wrap="square" lIns="91440" tIns="182880" rIns="91440" bIns="45720" rtlCol="0" anchor="ctr"/>
          <a:lstStyle/>
          <a:p>
            <a:pPr lvl="0" algn="ctr">
              <a:defRPr/>
            </a:pPr>
            <a:r>
              <a:rPr lang="en-US" sz="1400" b="1" dirty="0">
                <a:solidFill>
                  <a:prstClr val="white"/>
                </a:solidFill>
                <a:latin typeface="Arial" panose="020B0604020202020204" pitchFamily="34" charset="0"/>
                <a:cs typeface="Arial" panose="020B0604020202020204" pitchFamily="34" charset="0"/>
              </a:rPr>
              <a:t>Title</a:t>
            </a:r>
            <a:endParaRPr lang="en-IN" sz="1400" b="1" dirty="0">
              <a:solidFill>
                <a:prstClr val="white"/>
              </a:solidFill>
              <a:latin typeface="Arial" panose="020B0604020202020204" pitchFamily="34" charset="0"/>
              <a:cs typeface="Arial" panose="020B0604020202020204" pitchFamily="34" charset="0"/>
            </a:endParaRPr>
          </a:p>
        </p:txBody>
      </p:sp>
      <p:grpSp>
        <p:nvGrpSpPr>
          <p:cNvPr id="1346" name="Group 1345">
            <a:extLst>
              <a:ext uri="{FF2B5EF4-FFF2-40B4-BE49-F238E27FC236}">
                <a16:creationId xmlns:a16="http://schemas.microsoft.com/office/drawing/2014/main" id="{632EDD82-B56E-07E3-5A1F-BCA9A6876859}"/>
              </a:ext>
            </a:extLst>
          </p:cNvPr>
          <p:cNvGrpSpPr/>
          <p:nvPr/>
        </p:nvGrpSpPr>
        <p:grpSpPr>
          <a:xfrm>
            <a:off x="3518084" y="952949"/>
            <a:ext cx="551990" cy="551989"/>
            <a:chOff x="5823033" y="952949"/>
            <a:chExt cx="551990" cy="551989"/>
          </a:xfrm>
        </p:grpSpPr>
        <p:sp>
          <p:nvSpPr>
            <p:cNvPr id="18" name="Freeform: Shape 17">
              <a:extLst>
                <a:ext uri="{FF2B5EF4-FFF2-40B4-BE49-F238E27FC236}">
                  <a16:creationId xmlns:a16="http://schemas.microsoft.com/office/drawing/2014/main" id="{14176F9C-9139-7565-1273-2F9248F7173D}"/>
                </a:ext>
              </a:extLst>
            </p:cNvPr>
            <p:cNvSpPr/>
            <p:nvPr/>
          </p:nvSpPr>
          <p:spPr>
            <a:xfrm>
              <a:off x="5823033"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1E8EB"/>
                  </a:gs>
                  <a:gs pos="100000">
                    <a:srgbClr val="7D95BE"/>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9" name="Graphic 18">
              <a:extLst>
                <a:ext uri="{FF2B5EF4-FFF2-40B4-BE49-F238E27FC236}">
                  <a16:creationId xmlns:a16="http://schemas.microsoft.com/office/drawing/2014/main" id="{A33E735E-6FE8-41EE-9C1B-FBF0B35C172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909730" y="1039645"/>
              <a:ext cx="378599" cy="378598"/>
            </a:xfrm>
            <a:prstGeom prst="rect">
              <a:avLst/>
            </a:prstGeom>
          </p:spPr>
        </p:pic>
      </p:grpSp>
      <p:grpSp>
        <p:nvGrpSpPr>
          <p:cNvPr id="1347" name="Group 1346">
            <a:extLst>
              <a:ext uri="{FF2B5EF4-FFF2-40B4-BE49-F238E27FC236}">
                <a16:creationId xmlns:a16="http://schemas.microsoft.com/office/drawing/2014/main" id="{FE8E024E-CE14-FD46-4D9C-4351AAC80F46}"/>
              </a:ext>
            </a:extLst>
          </p:cNvPr>
          <p:cNvGrpSpPr/>
          <p:nvPr/>
        </p:nvGrpSpPr>
        <p:grpSpPr>
          <a:xfrm>
            <a:off x="8117862" y="952949"/>
            <a:ext cx="551990" cy="551989"/>
            <a:chOff x="9684326" y="952949"/>
            <a:chExt cx="551990" cy="551989"/>
          </a:xfrm>
        </p:grpSpPr>
        <p:sp>
          <p:nvSpPr>
            <p:cNvPr id="22" name="Freeform: Shape 21">
              <a:extLst>
                <a:ext uri="{FF2B5EF4-FFF2-40B4-BE49-F238E27FC236}">
                  <a16:creationId xmlns:a16="http://schemas.microsoft.com/office/drawing/2014/main" id="{84C20801-EFEA-CF44-220E-EE23A9C7EB4F}"/>
                </a:ext>
              </a:extLst>
            </p:cNvPr>
            <p:cNvSpPr/>
            <p:nvPr/>
          </p:nvSpPr>
          <p:spPr>
            <a:xfrm>
              <a:off x="9684326"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DFEDF7"/>
                  </a:gs>
                  <a:gs pos="100000">
                    <a:srgbClr val="60A6D8"/>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23" name="Graphic 22">
              <a:extLst>
                <a:ext uri="{FF2B5EF4-FFF2-40B4-BE49-F238E27FC236}">
                  <a16:creationId xmlns:a16="http://schemas.microsoft.com/office/drawing/2014/main" id="{C5417D4F-671E-1EEB-61D1-4E82333066C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71023" y="1039645"/>
              <a:ext cx="378599" cy="378598"/>
            </a:xfrm>
            <a:prstGeom prst="rect">
              <a:avLst/>
            </a:prstGeom>
          </p:spPr>
        </p:pic>
      </p:grpSp>
      <p:sp>
        <p:nvSpPr>
          <p:cNvPr id="1388" name="Freeform: Shape 1387">
            <a:extLst>
              <a:ext uri="{FF2B5EF4-FFF2-40B4-BE49-F238E27FC236}">
                <a16:creationId xmlns:a16="http://schemas.microsoft.com/office/drawing/2014/main" id="{2F373BB7-254A-135F-E3DB-EBCCC3D5BE1D}"/>
              </a:ext>
            </a:extLst>
          </p:cNvPr>
          <p:cNvSpPr/>
          <p:nvPr/>
        </p:nvSpPr>
        <p:spPr>
          <a:xfrm>
            <a:off x="5817973"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5E1ED"/>
                </a:gs>
                <a:gs pos="100000">
                  <a:srgbClr val="7E68A4"/>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389" name="Graphic 1388">
            <a:extLst>
              <a:ext uri="{FF2B5EF4-FFF2-40B4-BE49-F238E27FC236}">
                <a16:creationId xmlns:a16="http://schemas.microsoft.com/office/drawing/2014/main" id="{41AAF484-0C09-6D47-CBA8-D312D5B823D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04670" y="1039645"/>
            <a:ext cx="378599" cy="378598"/>
          </a:xfrm>
          <a:prstGeom prst="rect">
            <a:avLst/>
          </a:prstGeom>
        </p:spPr>
      </p:pic>
      <p:sp>
        <p:nvSpPr>
          <p:cNvPr id="1391" name="Freeform: Shape 1390">
            <a:extLst>
              <a:ext uri="{FF2B5EF4-FFF2-40B4-BE49-F238E27FC236}">
                <a16:creationId xmlns:a16="http://schemas.microsoft.com/office/drawing/2014/main" id="{4EA76B8E-2E61-F899-27DC-A55BAF121841}"/>
              </a:ext>
            </a:extLst>
          </p:cNvPr>
          <p:cNvSpPr/>
          <p:nvPr/>
        </p:nvSpPr>
        <p:spPr>
          <a:xfrm>
            <a:off x="10417752" y="952949"/>
            <a:ext cx="551990" cy="551989"/>
          </a:xfrm>
          <a:custGeom>
            <a:avLst/>
            <a:gdLst>
              <a:gd name="connsiteX0" fmla="*/ 674303 w 674302"/>
              <a:gd name="connsiteY0" fmla="*/ 337151 h 674302"/>
              <a:gd name="connsiteX1" fmla="*/ 337151 w 674302"/>
              <a:gd name="connsiteY1" fmla="*/ 674302 h 674302"/>
              <a:gd name="connsiteX2" fmla="*/ 0 w 674302"/>
              <a:gd name="connsiteY2" fmla="*/ 337151 h 674302"/>
              <a:gd name="connsiteX3" fmla="*/ 337151 w 674302"/>
              <a:gd name="connsiteY3" fmla="*/ 0 h 674302"/>
              <a:gd name="connsiteX4" fmla="*/ 674303 w 674302"/>
              <a:gd name="connsiteY4" fmla="*/ 337151 h 6743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302" h="674302">
                <a:moveTo>
                  <a:pt x="674303" y="337151"/>
                </a:moveTo>
                <a:cubicBezTo>
                  <a:pt x="674303" y="523355"/>
                  <a:pt x="523355" y="674302"/>
                  <a:pt x="337151" y="674302"/>
                </a:cubicBezTo>
                <a:cubicBezTo>
                  <a:pt x="150948" y="674302"/>
                  <a:pt x="0" y="523355"/>
                  <a:pt x="0" y="337151"/>
                </a:cubicBezTo>
                <a:cubicBezTo>
                  <a:pt x="0" y="150948"/>
                  <a:pt x="150948" y="0"/>
                  <a:pt x="337151" y="0"/>
                </a:cubicBezTo>
                <a:cubicBezTo>
                  <a:pt x="523355" y="0"/>
                  <a:pt x="674303" y="150948"/>
                  <a:pt x="674303" y="337151"/>
                </a:cubicBezTo>
                <a:close/>
              </a:path>
            </a:pathLst>
          </a:custGeom>
          <a:solidFill>
            <a:schemeClr val="bg1"/>
          </a:solidFill>
          <a:ln w="19050">
            <a:gradFill flip="none" rotWithShape="1">
              <a:gsLst>
                <a:gs pos="0">
                  <a:srgbClr val="E6E3F1"/>
                </a:gs>
                <a:gs pos="100000">
                  <a:srgbClr val="9A8DC8"/>
                </a:gs>
              </a:gsLst>
              <a:lin ang="162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pic>
        <p:nvPicPr>
          <p:cNvPr id="1392" name="Graphic 1391">
            <a:extLst>
              <a:ext uri="{FF2B5EF4-FFF2-40B4-BE49-F238E27FC236}">
                <a16:creationId xmlns:a16="http://schemas.microsoft.com/office/drawing/2014/main" id="{606DB7FB-FCF3-92B5-C708-AC22B8DD194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04449" y="1039645"/>
            <a:ext cx="378599" cy="378598"/>
          </a:xfrm>
          <a:prstGeom prst="rect">
            <a:avLst/>
          </a:prstGeom>
        </p:spPr>
      </p:pic>
    </p:spTree>
    <p:extLst>
      <p:ext uri="{BB962C8B-B14F-4D97-AF65-F5344CB8AC3E}">
        <p14:creationId xmlns:p14="http://schemas.microsoft.com/office/powerpoint/2010/main" val="2668299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D4FC4-722A-C07B-EFC0-1C73EF0CEDE8}"/>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FD30493-E35A-A69A-8D5C-B4B07C3FCB72}"/>
              </a:ext>
            </a:extLst>
          </p:cNvPr>
          <p:cNvSpPr/>
          <p:nvPr/>
        </p:nvSpPr>
        <p:spPr>
          <a:xfrm>
            <a:off x="20723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86F1849F-7F91-B7F7-7968-90BF0D946917}"/>
              </a:ext>
            </a:extLst>
          </p:cNvPr>
          <p:cNvSpPr>
            <a:spLocks noGrp="1"/>
          </p:cNvSpPr>
          <p:nvPr>
            <p:ph type="title"/>
          </p:nvPr>
        </p:nvSpPr>
        <p:spPr/>
        <p:txBody>
          <a:bodyPr/>
          <a:lstStyle/>
          <a:p>
            <a:r>
              <a:rPr lang="en-US" sz="1800" dirty="0"/>
              <a:t>Title</a:t>
            </a:r>
            <a:endParaRPr lang="es-MX" sz="1800" dirty="0"/>
          </a:p>
        </p:txBody>
      </p:sp>
      <p:sp>
        <p:nvSpPr>
          <p:cNvPr id="10" name="Freeform: Shape 9">
            <a:extLst>
              <a:ext uri="{FF2B5EF4-FFF2-40B4-BE49-F238E27FC236}">
                <a16:creationId xmlns:a16="http://schemas.microsoft.com/office/drawing/2014/main" id="{0FE3FCF4-A7B5-D97A-F307-B41D3206B84E}"/>
              </a:ext>
            </a:extLst>
          </p:cNvPr>
          <p:cNvSpPr/>
          <p:nvPr/>
        </p:nvSpPr>
        <p:spPr>
          <a:xfrm>
            <a:off x="4840656"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2"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A5C68F0-81E6-089F-4037-D672F6345974}"/>
              </a:ext>
            </a:extLst>
          </p:cNvPr>
          <p:cNvSpPr/>
          <p:nvPr/>
        </p:nvSpPr>
        <p:spPr>
          <a:xfrm>
            <a:off x="2656210"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1"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796DE15-DC66-6CC7-9EBE-A9C7CC470DBE}"/>
              </a:ext>
            </a:extLst>
          </p:cNvPr>
          <p:cNvSpPr/>
          <p:nvPr/>
        </p:nvSpPr>
        <p:spPr>
          <a:xfrm>
            <a:off x="471764" y="2984535"/>
            <a:ext cx="2443592" cy="1275525"/>
          </a:xfrm>
          <a:custGeom>
            <a:avLst/>
            <a:gdLst>
              <a:gd name="connsiteX0" fmla="*/ 1247072 w 1260242"/>
              <a:gd name="connsiteY0" fmla="*/ 360955 h 657831"/>
              <a:gd name="connsiteX1" fmla="*/ 1260243 w 1260242"/>
              <a:gd name="connsiteY1" fmla="*/ 328916 h 657831"/>
              <a:gd name="connsiteX2" fmla="*/ 1247072 w 1260242"/>
              <a:gd name="connsiteY2" fmla="*/ 296876 h 657831"/>
              <a:gd name="connsiteX3" fmla="*/ 1247072 w 1260242"/>
              <a:gd name="connsiteY3" fmla="*/ 296876 h 657831"/>
              <a:gd name="connsiteX4" fmla="*/ 1246980 w 1260242"/>
              <a:gd name="connsiteY4" fmla="*/ 296740 h 657831"/>
              <a:gd name="connsiteX5" fmla="*/ 1246844 w 1260242"/>
              <a:gd name="connsiteY5" fmla="*/ 296603 h 657831"/>
              <a:gd name="connsiteX6" fmla="*/ 965281 w 1260242"/>
              <a:gd name="connsiteY6" fmla="*/ 15040 h 657831"/>
              <a:gd name="connsiteX7" fmla="*/ 965144 w 1260242"/>
              <a:gd name="connsiteY7" fmla="*/ 15040 h 657831"/>
              <a:gd name="connsiteX8" fmla="*/ 931373 w 1260242"/>
              <a:gd name="connsiteY8" fmla="*/ 0 h 657831"/>
              <a:gd name="connsiteX9" fmla="*/ 44436 w 1260242"/>
              <a:gd name="connsiteY9" fmla="*/ 0 h 657831"/>
              <a:gd name="connsiteX10" fmla="*/ 0 w 1260242"/>
              <a:gd name="connsiteY10" fmla="*/ 45575 h 657831"/>
              <a:gd name="connsiteX11" fmla="*/ 12670 w 1260242"/>
              <a:gd name="connsiteY11" fmla="*/ 77068 h 657831"/>
              <a:gd name="connsiteX12" fmla="*/ 12624 w 1260242"/>
              <a:gd name="connsiteY12" fmla="*/ 77068 h 657831"/>
              <a:gd name="connsiteX13" fmla="*/ 13217 w 1260242"/>
              <a:gd name="connsiteY13" fmla="*/ 77660 h 657831"/>
              <a:gd name="connsiteX14" fmla="*/ 13445 w 1260242"/>
              <a:gd name="connsiteY14" fmla="*/ 77888 h 657831"/>
              <a:gd name="connsiteX15" fmla="*/ 232205 w 1260242"/>
              <a:gd name="connsiteY15" fmla="*/ 296648 h 657831"/>
              <a:gd name="connsiteX16" fmla="*/ 245559 w 1260242"/>
              <a:gd name="connsiteY16" fmla="*/ 328870 h 657831"/>
              <a:gd name="connsiteX17" fmla="*/ 232205 w 1260242"/>
              <a:gd name="connsiteY17" fmla="*/ 361092 h 657831"/>
              <a:gd name="connsiteX18" fmla="*/ 13946 w 1260242"/>
              <a:gd name="connsiteY18" fmla="*/ 579442 h 657831"/>
              <a:gd name="connsiteX19" fmla="*/ 13992 w 1260242"/>
              <a:gd name="connsiteY19" fmla="*/ 579442 h 657831"/>
              <a:gd name="connsiteX20" fmla="*/ 0 w 1260242"/>
              <a:gd name="connsiteY20" fmla="*/ 612256 h 657831"/>
              <a:gd name="connsiteX21" fmla="*/ 44436 w 1260242"/>
              <a:gd name="connsiteY21" fmla="*/ 657785 h 657831"/>
              <a:gd name="connsiteX22" fmla="*/ 44436 w 1260242"/>
              <a:gd name="connsiteY22" fmla="*/ 657785 h 657831"/>
              <a:gd name="connsiteX23" fmla="*/ 931373 w 1260242"/>
              <a:gd name="connsiteY23" fmla="*/ 657831 h 657831"/>
              <a:gd name="connsiteX24" fmla="*/ 931373 w 1260242"/>
              <a:gd name="connsiteY24" fmla="*/ 657831 h 657831"/>
              <a:gd name="connsiteX25" fmla="*/ 962729 w 1260242"/>
              <a:gd name="connsiteY25" fmla="*/ 645252 h 657831"/>
              <a:gd name="connsiteX26" fmla="*/ 962820 w 1260242"/>
              <a:gd name="connsiteY26" fmla="*/ 645252 h 657831"/>
              <a:gd name="connsiteX27" fmla="*/ 963594 w 1260242"/>
              <a:gd name="connsiteY27" fmla="*/ 644477 h 657831"/>
              <a:gd name="connsiteX28" fmla="*/ 963594 w 1260242"/>
              <a:gd name="connsiteY28" fmla="*/ 644477 h 657831"/>
              <a:gd name="connsiteX29" fmla="*/ 1246844 w 1260242"/>
              <a:gd name="connsiteY29" fmla="*/ 361228 h 657831"/>
              <a:gd name="connsiteX30" fmla="*/ 1246980 w 1260242"/>
              <a:gd name="connsiteY30" fmla="*/ 361092 h 657831"/>
              <a:gd name="connsiteX31" fmla="*/ 1247072 w 1260242"/>
              <a:gd name="connsiteY31" fmla="*/ 361000 h 657831"/>
              <a:gd name="connsiteX32" fmla="*/ 1247072 w 1260242"/>
              <a:gd name="connsiteY32" fmla="*/ 361000 h 657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831">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89"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4" y="77842"/>
                  <a:pt x="13445" y="77888"/>
                </a:cubicBezTo>
                <a:lnTo>
                  <a:pt x="232205" y="296648"/>
                </a:lnTo>
                <a:cubicBezTo>
                  <a:pt x="240454" y="304897"/>
                  <a:pt x="245559" y="316291"/>
                  <a:pt x="245559" y="328870"/>
                </a:cubicBezTo>
                <a:cubicBezTo>
                  <a:pt x="245559" y="341449"/>
                  <a:pt x="240454" y="352842"/>
                  <a:pt x="232205" y="361092"/>
                </a:cubicBezTo>
                <a:lnTo>
                  <a:pt x="13946" y="579442"/>
                </a:lnTo>
                <a:lnTo>
                  <a:pt x="13992" y="579442"/>
                </a:lnTo>
                <a:cubicBezTo>
                  <a:pt x="5378" y="587737"/>
                  <a:pt x="0" y="599358"/>
                  <a:pt x="0" y="612256"/>
                </a:cubicBezTo>
                <a:cubicBezTo>
                  <a:pt x="0" y="637049"/>
                  <a:pt x="19780" y="657147"/>
                  <a:pt x="44436" y="657785"/>
                </a:cubicBezTo>
                <a:lnTo>
                  <a:pt x="44436" y="657785"/>
                </a:lnTo>
                <a:cubicBezTo>
                  <a:pt x="44436" y="657785"/>
                  <a:pt x="931373" y="657831"/>
                  <a:pt x="931373" y="657831"/>
                </a:cubicBezTo>
                <a:lnTo>
                  <a:pt x="931373" y="657831"/>
                </a:lnTo>
                <a:cubicBezTo>
                  <a:pt x="943541" y="657831"/>
                  <a:pt x="954571" y="653046"/>
                  <a:pt x="962729" y="645252"/>
                </a:cubicBezTo>
                <a:lnTo>
                  <a:pt x="962820" y="645252"/>
                </a:lnTo>
                <a:lnTo>
                  <a:pt x="963594" y="644477"/>
                </a:lnTo>
                <a:cubicBezTo>
                  <a:pt x="963594" y="644477"/>
                  <a:pt x="963594" y="644477"/>
                  <a:pt x="963594" y="644477"/>
                </a:cubicBezTo>
                <a:lnTo>
                  <a:pt x="1246844" y="361228"/>
                </a:lnTo>
                <a:cubicBezTo>
                  <a:pt x="1246844" y="361228"/>
                  <a:pt x="1246935" y="361137"/>
                  <a:pt x="1246980" y="361092"/>
                </a:cubicBezTo>
                <a:lnTo>
                  <a:pt x="1247072" y="361000"/>
                </a:lnTo>
                <a:lnTo>
                  <a:pt x="1247072" y="36100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1358" name="TextBox 1357">
            <a:extLst>
              <a:ext uri="{FF2B5EF4-FFF2-40B4-BE49-F238E27FC236}">
                <a16:creationId xmlns:a16="http://schemas.microsoft.com/office/drawing/2014/main" id="{838D1F52-88DF-CF80-03E6-E339DCDB69B3}"/>
              </a:ext>
            </a:extLst>
          </p:cNvPr>
          <p:cNvSpPr txBox="1"/>
          <p:nvPr/>
        </p:nvSpPr>
        <p:spPr>
          <a:xfrm>
            <a:off x="1064785"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59" name="TextBox 1358">
            <a:extLst>
              <a:ext uri="{FF2B5EF4-FFF2-40B4-BE49-F238E27FC236}">
                <a16:creationId xmlns:a16="http://schemas.microsoft.com/office/drawing/2014/main" id="{7703D3AF-E5F7-3291-1713-ECB2856446DA}"/>
              </a:ext>
            </a:extLst>
          </p:cNvPr>
          <p:cNvSpPr txBox="1"/>
          <p:nvPr/>
        </p:nvSpPr>
        <p:spPr>
          <a:xfrm>
            <a:off x="3200078"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60" name="TextBox 1359">
            <a:extLst>
              <a:ext uri="{FF2B5EF4-FFF2-40B4-BE49-F238E27FC236}">
                <a16:creationId xmlns:a16="http://schemas.microsoft.com/office/drawing/2014/main" id="{C2ECE724-7DEF-F683-5268-2FC9E2135538}"/>
              </a:ext>
            </a:extLst>
          </p:cNvPr>
          <p:cNvSpPr txBox="1"/>
          <p:nvPr/>
        </p:nvSpPr>
        <p:spPr>
          <a:xfrm>
            <a:off x="5380596"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grpSp>
        <p:nvGrpSpPr>
          <p:cNvPr id="1435" name="Group 1434">
            <a:extLst>
              <a:ext uri="{FF2B5EF4-FFF2-40B4-BE49-F238E27FC236}">
                <a16:creationId xmlns:a16="http://schemas.microsoft.com/office/drawing/2014/main" id="{D8015145-0E7F-2972-BDF9-80BDC005C542}"/>
              </a:ext>
            </a:extLst>
          </p:cNvPr>
          <p:cNvGrpSpPr/>
          <p:nvPr/>
        </p:nvGrpSpPr>
        <p:grpSpPr>
          <a:xfrm>
            <a:off x="2738519" y="1474282"/>
            <a:ext cx="2377845" cy="1651731"/>
            <a:chOff x="3337761" y="1474282"/>
            <a:chExt cx="2377845" cy="1651731"/>
          </a:xfrm>
        </p:grpSpPr>
        <p:sp>
          <p:nvSpPr>
            <p:cNvPr id="57" name="Freeform: Shape 56">
              <a:extLst>
                <a:ext uri="{FF2B5EF4-FFF2-40B4-BE49-F238E27FC236}">
                  <a16:creationId xmlns:a16="http://schemas.microsoft.com/office/drawing/2014/main" id="{5DB63B6B-D6C5-7E6E-CA30-B279E389D781}"/>
                </a:ext>
              </a:extLst>
            </p:cNvPr>
            <p:cNvSpPr/>
            <p:nvPr/>
          </p:nvSpPr>
          <p:spPr>
            <a:xfrm>
              <a:off x="3448490" y="2843231"/>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FEEB03D-A9B9-181E-9E28-CEF49D6AEF72}"/>
                </a:ext>
              </a:extLst>
            </p:cNvPr>
            <p:cNvSpPr/>
            <p:nvPr/>
          </p:nvSpPr>
          <p:spPr>
            <a:xfrm>
              <a:off x="3494088" y="2888830"/>
              <a:ext cx="191583" cy="191583"/>
            </a:xfrm>
            <a:custGeom>
              <a:avLst/>
              <a:gdLst>
                <a:gd name="connsiteX0" fmla="*/ 98807 w 98806"/>
                <a:gd name="connsiteY0" fmla="*/ 49403 h 98806"/>
                <a:gd name="connsiteX1" fmla="*/ 49403 w 98806"/>
                <a:gd name="connsiteY1" fmla="*/ 0 h 98806"/>
                <a:gd name="connsiteX2" fmla="*/ 0 w 98806"/>
                <a:gd name="connsiteY2" fmla="*/ 49403 h 98806"/>
                <a:gd name="connsiteX3" fmla="*/ 49403 w 98806"/>
                <a:gd name="connsiteY3" fmla="*/ 98807 h 98806"/>
                <a:gd name="connsiteX4" fmla="*/ 98807 w 98806"/>
                <a:gd name="connsiteY4" fmla="*/ 49403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3"/>
                  </a:moveTo>
                  <a:cubicBezTo>
                    <a:pt x="98807" y="22150"/>
                    <a:pt x="76703" y="0"/>
                    <a:pt x="49403" y="0"/>
                  </a:cubicBezTo>
                  <a:cubicBezTo>
                    <a:pt x="22104" y="0"/>
                    <a:pt x="0" y="22104"/>
                    <a:pt x="0" y="49403"/>
                  </a:cubicBezTo>
                  <a:cubicBezTo>
                    <a:pt x="0" y="76703"/>
                    <a:pt x="22104" y="98807"/>
                    <a:pt x="49403" y="98807"/>
                  </a:cubicBezTo>
                  <a:cubicBezTo>
                    <a:pt x="76703" y="98807"/>
                    <a:pt x="98807" y="76703"/>
                    <a:pt x="98807" y="49403"/>
                  </a:cubicBez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62" name="Freeform: Shape 61">
              <a:extLst>
                <a:ext uri="{FF2B5EF4-FFF2-40B4-BE49-F238E27FC236}">
                  <a16:creationId xmlns:a16="http://schemas.microsoft.com/office/drawing/2014/main" id="{072A6CAF-6CE2-E318-8328-65D05C876D6C}"/>
                </a:ext>
              </a:extLst>
            </p:cNvPr>
            <p:cNvSpPr/>
            <p:nvPr/>
          </p:nvSpPr>
          <p:spPr>
            <a:xfrm>
              <a:off x="3543133" y="2937964"/>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45" name="Freeform: Shape 1344">
              <a:extLst>
                <a:ext uri="{FF2B5EF4-FFF2-40B4-BE49-F238E27FC236}">
                  <a16:creationId xmlns:a16="http://schemas.microsoft.com/office/drawing/2014/main" id="{F0039C58-94A1-62C1-40F4-FC0DF670B119}"/>
                </a:ext>
              </a:extLst>
            </p:cNvPr>
            <p:cNvSpPr/>
            <p:nvPr/>
          </p:nvSpPr>
          <p:spPr>
            <a:xfrm>
              <a:off x="3582901" y="2038454"/>
              <a:ext cx="10256" cy="853559"/>
            </a:xfrm>
            <a:custGeom>
              <a:avLst/>
              <a:gdLst>
                <a:gd name="connsiteX0" fmla="*/ 0 w 6836"/>
                <a:gd name="connsiteY0" fmla="*/ 0 h 587007"/>
                <a:gd name="connsiteX1" fmla="*/ 6836 w 6836"/>
                <a:gd name="connsiteY1" fmla="*/ 0 h 587007"/>
                <a:gd name="connsiteX2" fmla="*/ 6836 w 6836"/>
                <a:gd name="connsiteY2" fmla="*/ 587007 h 587007"/>
                <a:gd name="connsiteX3" fmla="*/ 0 w 6836"/>
                <a:gd name="connsiteY3" fmla="*/ 587007 h 587007"/>
              </a:gdLst>
              <a:ahLst/>
              <a:cxnLst>
                <a:cxn ang="0">
                  <a:pos x="connsiteX0" y="connsiteY0"/>
                </a:cxn>
                <a:cxn ang="0">
                  <a:pos x="connsiteX1" y="connsiteY1"/>
                </a:cxn>
                <a:cxn ang="0">
                  <a:pos x="connsiteX2" y="connsiteY2"/>
                </a:cxn>
                <a:cxn ang="0">
                  <a:pos x="connsiteX3" y="connsiteY3"/>
                </a:cxn>
              </a:cxnLst>
              <a:rect l="l" t="t" r="r" b="b"/>
              <a:pathLst>
                <a:path w="6836" h="587007">
                  <a:moveTo>
                    <a:pt x="0" y="0"/>
                  </a:moveTo>
                  <a:lnTo>
                    <a:pt x="6836" y="0"/>
                  </a:lnTo>
                  <a:lnTo>
                    <a:pt x="6836" y="587007"/>
                  </a:lnTo>
                  <a:lnTo>
                    <a:pt x="0" y="587007"/>
                  </a:lnTo>
                  <a:close/>
                </a:path>
              </a:pathLst>
            </a:custGeom>
            <a:solidFill>
              <a:srgbClr val="496AA4"/>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55" name="Rectangle: Rounded Corners 1354">
              <a:extLst>
                <a:ext uri="{FF2B5EF4-FFF2-40B4-BE49-F238E27FC236}">
                  <a16:creationId xmlns:a16="http://schemas.microsoft.com/office/drawing/2014/main" id="{0A98FB69-0E67-6693-8061-5449CCB943FD}"/>
                </a:ext>
              </a:extLst>
            </p:cNvPr>
            <p:cNvSpPr/>
            <p:nvPr/>
          </p:nvSpPr>
          <p:spPr>
            <a:xfrm>
              <a:off x="3337761" y="1474282"/>
              <a:ext cx="2377845" cy="713774"/>
            </a:xfrm>
            <a:prstGeom prst="roundRect">
              <a:avLst>
                <a:gd name="adj" fmla="val 14234"/>
              </a:avLst>
            </a:prstGeom>
            <a:solidFill>
              <a:srgbClr val="E1E8E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6" name="Graphic 1355">
              <a:extLst>
                <a:ext uri="{FF2B5EF4-FFF2-40B4-BE49-F238E27FC236}">
                  <a16:creationId xmlns:a16="http://schemas.microsoft.com/office/drawing/2014/main" id="{C494E4B4-9374-8D64-E82B-3F634865A9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38860" y="1680499"/>
              <a:ext cx="301337" cy="301337"/>
            </a:xfrm>
            <a:prstGeom prst="rect">
              <a:avLst/>
            </a:prstGeom>
          </p:spPr>
        </p:pic>
        <p:cxnSp>
          <p:nvCxnSpPr>
            <p:cNvPr id="1357" name="Straight Connector 1356">
              <a:extLst>
                <a:ext uri="{FF2B5EF4-FFF2-40B4-BE49-F238E27FC236}">
                  <a16:creationId xmlns:a16="http://schemas.microsoft.com/office/drawing/2014/main" id="{918A6131-B354-2425-8F6A-F26183370FCA}"/>
                </a:ext>
              </a:extLst>
            </p:cNvPr>
            <p:cNvCxnSpPr>
              <a:cxnSpLocks/>
            </p:cNvCxnSpPr>
            <p:nvPr/>
          </p:nvCxnSpPr>
          <p:spPr>
            <a:xfrm>
              <a:off x="3824503" y="1600515"/>
              <a:ext cx="0" cy="461308"/>
            </a:xfrm>
            <a:prstGeom prst="line">
              <a:avLst/>
            </a:prstGeom>
            <a:ln w="12700">
              <a:solidFill>
                <a:srgbClr val="496AA4"/>
              </a:solidFill>
            </a:ln>
          </p:spPr>
          <p:style>
            <a:lnRef idx="1">
              <a:schemeClr val="accent1"/>
            </a:lnRef>
            <a:fillRef idx="0">
              <a:schemeClr val="accent1"/>
            </a:fillRef>
            <a:effectRef idx="0">
              <a:schemeClr val="accent1"/>
            </a:effectRef>
            <a:fontRef idx="minor">
              <a:schemeClr val="tx1"/>
            </a:fontRef>
          </p:style>
        </p:cxnSp>
        <p:sp>
          <p:nvSpPr>
            <p:cNvPr id="1361" name="TextBox 1360">
              <a:extLst>
                <a:ext uri="{FF2B5EF4-FFF2-40B4-BE49-F238E27FC236}">
                  <a16:creationId xmlns:a16="http://schemas.microsoft.com/office/drawing/2014/main" id="{AF276280-0B36-8EA4-13EC-15D5918D71F2}"/>
                </a:ext>
              </a:extLst>
            </p:cNvPr>
            <p:cNvSpPr txBox="1"/>
            <p:nvPr/>
          </p:nvSpPr>
          <p:spPr>
            <a:xfrm>
              <a:off x="3945519" y="1592597"/>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6" name="Group 1435">
            <a:extLst>
              <a:ext uri="{FF2B5EF4-FFF2-40B4-BE49-F238E27FC236}">
                <a16:creationId xmlns:a16="http://schemas.microsoft.com/office/drawing/2014/main" id="{351061ED-306A-51C1-C6AE-624F0976FE6C}"/>
              </a:ext>
            </a:extLst>
          </p:cNvPr>
          <p:cNvGrpSpPr/>
          <p:nvPr/>
        </p:nvGrpSpPr>
        <p:grpSpPr>
          <a:xfrm>
            <a:off x="538860" y="4118669"/>
            <a:ext cx="2302466" cy="1653974"/>
            <a:chOff x="1165376" y="4118669"/>
            <a:chExt cx="2302466" cy="1653974"/>
          </a:xfrm>
        </p:grpSpPr>
        <p:sp>
          <p:nvSpPr>
            <p:cNvPr id="21" name="Freeform: Shape 20">
              <a:extLst>
                <a:ext uri="{FF2B5EF4-FFF2-40B4-BE49-F238E27FC236}">
                  <a16:creationId xmlns:a16="http://schemas.microsoft.com/office/drawing/2014/main" id="{FA5CCAB1-5537-1545-04D9-4CB228034D3F}"/>
                </a:ext>
              </a:extLst>
            </p:cNvPr>
            <p:cNvSpPr/>
            <p:nvPr/>
          </p:nvSpPr>
          <p:spPr>
            <a:xfrm>
              <a:off x="1276191"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A24A45A6-0B99-CEDB-57CF-A4061B35FB8A}"/>
                </a:ext>
              </a:extLst>
            </p:cNvPr>
            <p:cNvSpPr/>
            <p:nvPr/>
          </p:nvSpPr>
          <p:spPr>
            <a:xfrm>
              <a:off x="1321701" y="4164268"/>
              <a:ext cx="191583" cy="191583"/>
            </a:xfrm>
            <a:custGeom>
              <a:avLst/>
              <a:gdLst>
                <a:gd name="connsiteX0" fmla="*/ 98807 w 98806"/>
                <a:gd name="connsiteY0" fmla="*/ 49404 h 98806"/>
                <a:gd name="connsiteX1" fmla="*/ 49403 w 98806"/>
                <a:gd name="connsiteY1" fmla="*/ 0 h 98806"/>
                <a:gd name="connsiteX2" fmla="*/ 0 w 98806"/>
                <a:gd name="connsiteY2" fmla="*/ 49404 h 98806"/>
                <a:gd name="connsiteX3" fmla="*/ 49403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3" y="0"/>
                  </a:cubicBezTo>
                  <a:cubicBezTo>
                    <a:pt x="22104" y="0"/>
                    <a:pt x="0" y="22104"/>
                    <a:pt x="0" y="49404"/>
                  </a:cubicBezTo>
                  <a:cubicBezTo>
                    <a:pt x="0" y="76703"/>
                    <a:pt x="22104" y="98807"/>
                    <a:pt x="49403" y="98807"/>
                  </a:cubicBezTo>
                  <a:cubicBezTo>
                    <a:pt x="76703" y="98807"/>
                    <a:pt x="98807" y="76703"/>
                    <a:pt x="98807" y="49404"/>
                  </a:cubicBez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5" name="Freeform: Shape 24">
              <a:extLst>
                <a:ext uri="{FF2B5EF4-FFF2-40B4-BE49-F238E27FC236}">
                  <a16:creationId xmlns:a16="http://schemas.microsoft.com/office/drawing/2014/main" id="{975A73E1-9A28-05DF-EB23-7FC9DEA08229}"/>
                </a:ext>
              </a:extLst>
            </p:cNvPr>
            <p:cNvSpPr/>
            <p:nvPr/>
          </p:nvSpPr>
          <p:spPr>
            <a:xfrm>
              <a:off x="1370834"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73FCF6FE-92B1-8AF6-C139-0C0325F48C62}"/>
                </a:ext>
              </a:extLst>
            </p:cNvPr>
            <p:cNvSpPr/>
            <p:nvPr/>
          </p:nvSpPr>
          <p:spPr>
            <a:xfrm>
              <a:off x="1410512"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9464B8"/>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49" name="Rectangle: Rounded Corners 1348">
              <a:extLst>
                <a:ext uri="{FF2B5EF4-FFF2-40B4-BE49-F238E27FC236}">
                  <a16:creationId xmlns:a16="http://schemas.microsoft.com/office/drawing/2014/main" id="{3D2BF266-F279-B54D-341C-F45FAFA54878}"/>
                </a:ext>
              </a:extLst>
            </p:cNvPr>
            <p:cNvSpPr/>
            <p:nvPr/>
          </p:nvSpPr>
          <p:spPr>
            <a:xfrm>
              <a:off x="1165376" y="5058869"/>
              <a:ext cx="2302466" cy="713774"/>
            </a:xfrm>
            <a:prstGeom prst="roundRect">
              <a:avLst>
                <a:gd name="adj" fmla="val 14234"/>
              </a:avLst>
            </a:prstGeom>
            <a:solidFill>
              <a:srgbClr val="EDE5F3"/>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1" name="Graphic 1350">
              <a:extLst>
                <a:ext uri="{FF2B5EF4-FFF2-40B4-BE49-F238E27FC236}">
                  <a16:creationId xmlns:a16="http://schemas.microsoft.com/office/drawing/2014/main" id="{8747A88E-2322-C3E5-0BD8-DBAE956330D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59845" y="5265086"/>
              <a:ext cx="301337" cy="301337"/>
            </a:xfrm>
            <a:prstGeom prst="rect">
              <a:avLst/>
            </a:prstGeom>
          </p:spPr>
        </p:pic>
        <p:cxnSp>
          <p:nvCxnSpPr>
            <p:cNvPr id="1353" name="Straight Connector 1352">
              <a:extLst>
                <a:ext uri="{FF2B5EF4-FFF2-40B4-BE49-F238E27FC236}">
                  <a16:creationId xmlns:a16="http://schemas.microsoft.com/office/drawing/2014/main" id="{7F7D8A77-6ACB-05AA-96B5-CA22697EF7B6}"/>
                </a:ext>
              </a:extLst>
            </p:cNvPr>
            <p:cNvCxnSpPr>
              <a:cxnSpLocks/>
            </p:cNvCxnSpPr>
            <p:nvPr/>
          </p:nvCxnSpPr>
          <p:spPr>
            <a:xfrm>
              <a:off x="1652114" y="5185102"/>
              <a:ext cx="0" cy="461308"/>
            </a:xfrm>
            <a:prstGeom prst="line">
              <a:avLst/>
            </a:prstGeom>
            <a:ln w="12700">
              <a:solidFill>
                <a:srgbClr val="9464B8"/>
              </a:solidFill>
            </a:ln>
          </p:spPr>
          <p:style>
            <a:lnRef idx="1">
              <a:schemeClr val="accent1"/>
            </a:lnRef>
            <a:fillRef idx="0">
              <a:schemeClr val="accent1"/>
            </a:fillRef>
            <a:effectRef idx="0">
              <a:schemeClr val="accent1"/>
            </a:effectRef>
            <a:fontRef idx="minor">
              <a:schemeClr val="tx1"/>
            </a:fontRef>
          </p:style>
        </p:cxnSp>
        <p:sp>
          <p:nvSpPr>
            <p:cNvPr id="1362" name="TextBox 1361">
              <a:extLst>
                <a:ext uri="{FF2B5EF4-FFF2-40B4-BE49-F238E27FC236}">
                  <a16:creationId xmlns:a16="http://schemas.microsoft.com/office/drawing/2014/main" id="{527AD8D4-AFA5-09EC-467F-96125D54E5BE}"/>
                </a:ext>
              </a:extLst>
            </p:cNvPr>
            <p:cNvSpPr txBox="1"/>
            <p:nvPr/>
          </p:nvSpPr>
          <p:spPr>
            <a:xfrm>
              <a:off x="1760815"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7" name="Group 1436">
            <a:extLst>
              <a:ext uri="{FF2B5EF4-FFF2-40B4-BE49-F238E27FC236}">
                <a16:creationId xmlns:a16="http://schemas.microsoft.com/office/drawing/2014/main" id="{2307446E-81E8-D611-1FF9-84E9AE7E0CBA}"/>
              </a:ext>
            </a:extLst>
          </p:cNvPr>
          <p:cNvGrpSpPr/>
          <p:nvPr/>
        </p:nvGrpSpPr>
        <p:grpSpPr>
          <a:xfrm>
            <a:off x="4913150" y="4118669"/>
            <a:ext cx="2374900" cy="1653973"/>
            <a:chOff x="5539666" y="4118669"/>
            <a:chExt cx="2374900" cy="1653973"/>
          </a:xfrm>
        </p:grpSpPr>
        <p:sp>
          <p:nvSpPr>
            <p:cNvPr id="47" name="Freeform: Shape 46">
              <a:extLst>
                <a:ext uri="{FF2B5EF4-FFF2-40B4-BE49-F238E27FC236}">
                  <a16:creationId xmlns:a16="http://schemas.microsoft.com/office/drawing/2014/main" id="{45D59BF7-9C90-C20A-754B-B3223CF62A77}"/>
                </a:ext>
              </a:extLst>
            </p:cNvPr>
            <p:cNvSpPr/>
            <p:nvPr/>
          </p:nvSpPr>
          <p:spPr>
            <a:xfrm>
              <a:off x="5649864"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8" y="0"/>
                    <a:pt x="72920" y="0"/>
                  </a:cubicBezTo>
                  <a:cubicBezTo>
                    <a:pt x="32632" y="0"/>
                    <a:pt x="0" y="32632"/>
                    <a:pt x="0" y="72920"/>
                  </a:cubicBezTo>
                  <a:cubicBezTo>
                    <a:pt x="0" y="113209"/>
                    <a:pt x="32632" y="145840"/>
                    <a:pt x="72920" y="145840"/>
                  </a:cubicBezTo>
                  <a:cubicBezTo>
                    <a:pt x="113208"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CB114DCE-C3F7-69D5-9963-FC58E286B176}"/>
                </a:ext>
              </a:extLst>
            </p:cNvPr>
            <p:cNvSpPr/>
            <p:nvPr/>
          </p:nvSpPr>
          <p:spPr>
            <a:xfrm>
              <a:off x="5695460" y="4164268"/>
              <a:ext cx="191583" cy="191583"/>
            </a:xfrm>
            <a:custGeom>
              <a:avLst/>
              <a:gdLst>
                <a:gd name="connsiteX0" fmla="*/ 98807 w 98806"/>
                <a:gd name="connsiteY0" fmla="*/ 49404 h 98806"/>
                <a:gd name="connsiteX1" fmla="*/ 49404 w 98806"/>
                <a:gd name="connsiteY1" fmla="*/ 0 h 98806"/>
                <a:gd name="connsiteX2" fmla="*/ 0 w 98806"/>
                <a:gd name="connsiteY2" fmla="*/ 49404 h 98806"/>
                <a:gd name="connsiteX3" fmla="*/ 49404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4" y="0"/>
                  </a:cubicBezTo>
                  <a:cubicBezTo>
                    <a:pt x="22104" y="0"/>
                    <a:pt x="0" y="22104"/>
                    <a:pt x="0" y="49404"/>
                  </a:cubicBezTo>
                  <a:cubicBezTo>
                    <a:pt x="0" y="76703"/>
                    <a:pt x="22104" y="98807"/>
                    <a:pt x="49404" y="98807"/>
                  </a:cubicBezTo>
                  <a:cubicBezTo>
                    <a:pt x="76703" y="98807"/>
                    <a:pt x="98807" y="76703"/>
                    <a:pt x="98807" y="49404"/>
                  </a:cubicBez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56" name="Freeform: Shape 55">
              <a:extLst>
                <a:ext uri="{FF2B5EF4-FFF2-40B4-BE49-F238E27FC236}">
                  <a16:creationId xmlns:a16="http://schemas.microsoft.com/office/drawing/2014/main" id="{E342017A-ED68-44CD-3A8E-38E569D2894D}"/>
                </a:ext>
              </a:extLst>
            </p:cNvPr>
            <p:cNvSpPr/>
            <p:nvPr/>
          </p:nvSpPr>
          <p:spPr>
            <a:xfrm>
              <a:off x="5744505"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48" name="Freeform: Shape 1347">
              <a:extLst>
                <a:ext uri="{FF2B5EF4-FFF2-40B4-BE49-F238E27FC236}">
                  <a16:creationId xmlns:a16="http://schemas.microsoft.com/office/drawing/2014/main" id="{CB947E01-4CD8-1038-2248-28A69C20F34F}"/>
                </a:ext>
              </a:extLst>
            </p:cNvPr>
            <p:cNvSpPr/>
            <p:nvPr/>
          </p:nvSpPr>
          <p:spPr>
            <a:xfrm>
              <a:off x="5784803"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4B2D7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50" name="Rectangle: Rounded Corners 1349">
              <a:extLst>
                <a:ext uri="{FF2B5EF4-FFF2-40B4-BE49-F238E27FC236}">
                  <a16:creationId xmlns:a16="http://schemas.microsoft.com/office/drawing/2014/main" id="{B788C501-7D22-1D87-35D6-3B9560678D48}"/>
                </a:ext>
              </a:extLst>
            </p:cNvPr>
            <p:cNvSpPr/>
            <p:nvPr/>
          </p:nvSpPr>
          <p:spPr>
            <a:xfrm>
              <a:off x="5539666" y="5058868"/>
              <a:ext cx="2374900" cy="713774"/>
            </a:xfrm>
            <a:prstGeom prst="roundRect">
              <a:avLst>
                <a:gd name="adj" fmla="val 14234"/>
              </a:avLst>
            </a:prstGeom>
            <a:solidFill>
              <a:srgbClr val="E5E1ED"/>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52" name="Graphic 1351">
              <a:extLst>
                <a:ext uri="{FF2B5EF4-FFF2-40B4-BE49-F238E27FC236}">
                  <a16:creationId xmlns:a16="http://schemas.microsoft.com/office/drawing/2014/main" id="{E4055937-A1C8-258E-898C-38608124A77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37162" y="5265086"/>
              <a:ext cx="301337" cy="301337"/>
            </a:xfrm>
            <a:prstGeom prst="rect">
              <a:avLst/>
            </a:prstGeom>
          </p:spPr>
        </p:pic>
        <p:cxnSp>
          <p:nvCxnSpPr>
            <p:cNvPr id="1354" name="Straight Connector 1353">
              <a:extLst>
                <a:ext uri="{FF2B5EF4-FFF2-40B4-BE49-F238E27FC236}">
                  <a16:creationId xmlns:a16="http://schemas.microsoft.com/office/drawing/2014/main" id="{4E7226F7-F9F1-AF35-0B75-1F824681FD09}"/>
                </a:ext>
              </a:extLst>
            </p:cNvPr>
            <p:cNvCxnSpPr>
              <a:cxnSpLocks/>
            </p:cNvCxnSpPr>
            <p:nvPr/>
          </p:nvCxnSpPr>
          <p:spPr>
            <a:xfrm>
              <a:off x="6026405" y="5185101"/>
              <a:ext cx="0" cy="461308"/>
            </a:xfrm>
            <a:prstGeom prst="line">
              <a:avLst/>
            </a:prstGeom>
            <a:ln w="12700">
              <a:solidFill>
                <a:srgbClr val="4B2D7F"/>
              </a:solidFill>
            </a:ln>
          </p:spPr>
          <p:style>
            <a:lnRef idx="1">
              <a:schemeClr val="accent1"/>
            </a:lnRef>
            <a:fillRef idx="0">
              <a:schemeClr val="accent1"/>
            </a:fillRef>
            <a:effectRef idx="0">
              <a:schemeClr val="accent1"/>
            </a:effectRef>
            <a:fontRef idx="minor">
              <a:schemeClr val="tx1"/>
            </a:fontRef>
          </p:style>
        </p:cxnSp>
        <p:sp>
          <p:nvSpPr>
            <p:cNvPr id="1363" name="TextBox 1362">
              <a:extLst>
                <a:ext uri="{FF2B5EF4-FFF2-40B4-BE49-F238E27FC236}">
                  <a16:creationId xmlns:a16="http://schemas.microsoft.com/office/drawing/2014/main" id="{8740309C-EB16-15B7-FFEA-AE143DE35467}"/>
                </a:ext>
              </a:extLst>
            </p:cNvPr>
            <p:cNvSpPr txBox="1"/>
            <p:nvPr/>
          </p:nvSpPr>
          <p:spPr>
            <a:xfrm>
              <a:off x="6160437"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sp>
        <p:nvSpPr>
          <p:cNvPr id="1364" name="Freeform: Shape 1363">
            <a:extLst>
              <a:ext uri="{FF2B5EF4-FFF2-40B4-BE49-F238E27FC236}">
                <a16:creationId xmlns:a16="http://schemas.microsoft.com/office/drawing/2014/main" id="{09B2F5B5-21E7-4BA6-64F7-FB8CAD1A21BB}"/>
              </a:ext>
            </a:extLst>
          </p:cNvPr>
          <p:cNvSpPr/>
          <p:nvPr/>
        </p:nvSpPr>
        <p:spPr>
          <a:xfrm>
            <a:off x="9209548"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2"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5" name="Freeform: Shape 1364">
            <a:extLst>
              <a:ext uri="{FF2B5EF4-FFF2-40B4-BE49-F238E27FC236}">
                <a16:creationId xmlns:a16="http://schemas.microsoft.com/office/drawing/2014/main" id="{12F7E414-CA58-3291-EEB9-D5F6ACA51AE9}"/>
              </a:ext>
            </a:extLst>
          </p:cNvPr>
          <p:cNvSpPr/>
          <p:nvPr/>
        </p:nvSpPr>
        <p:spPr>
          <a:xfrm>
            <a:off x="7025101" y="2984535"/>
            <a:ext cx="2443592" cy="1275346"/>
          </a:xfrm>
          <a:custGeom>
            <a:avLst/>
            <a:gdLst>
              <a:gd name="connsiteX0" fmla="*/ 1247072 w 1260242"/>
              <a:gd name="connsiteY0" fmla="*/ 360955 h 657739"/>
              <a:gd name="connsiteX1" fmla="*/ 1260243 w 1260242"/>
              <a:gd name="connsiteY1" fmla="*/ 328916 h 657739"/>
              <a:gd name="connsiteX2" fmla="*/ 1247072 w 1260242"/>
              <a:gd name="connsiteY2" fmla="*/ 296876 h 657739"/>
              <a:gd name="connsiteX3" fmla="*/ 1247072 w 1260242"/>
              <a:gd name="connsiteY3" fmla="*/ 296876 h 657739"/>
              <a:gd name="connsiteX4" fmla="*/ 1246980 w 1260242"/>
              <a:gd name="connsiteY4" fmla="*/ 296740 h 657739"/>
              <a:gd name="connsiteX5" fmla="*/ 1246844 w 1260242"/>
              <a:gd name="connsiteY5" fmla="*/ 296603 h 657739"/>
              <a:gd name="connsiteX6" fmla="*/ 965281 w 1260242"/>
              <a:gd name="connsiteY6" fmla="*/ 15040 h 657739"/>
              <a:gd name="connsiteX7" fmla="*/ 965144 w 1260242"/>
              <a:gd name="connsiteY7" fmla="*/ 15040 h 657739"/>
              <a:gd name="connsiteX8" fmla="*/ 931373 w 1260242"/>
              <a:gd name="connsiteY8" fmla="*/ 0 h 657739"/>
              <a:gd name="connsiteX9" fmla="*/ 44436 w 1260242"/>
              <a:gd name="connsiteY9" fmla="*/ 0 h 657739"/>
              <a:gd name="connsiteX10" fmla="*/ 0 w 1260242"/>
              <a:gd name="connsiteY10" fmla="*/ 45575 h 657739"/>
              <a:gd name="connsiteX11" fmla="*/ 12670 w 1260242"/>
              <a:gd name="connsiteY11" fmla="*/ 77068 h 657739"/>
              <a:gd name="connsiteX12" fmla="*/ 12624 w 1260242"/>
              <a:gd name="connsiteY12" fmla="*/ 77068 h 657739"/>
              <a:gd name="connsiteX13" fmla="*/ 13217 w 1260242"/>
              <a:gd name="connsiteY13" fmla="*/ 77660 h 657739"/>
              <a:gd name="connsiteX14" fmla="*/ 13445 w 1260242"/>
              <a:gd name="connsiteY14" fmla="*/ 77888 h 657739"/>
              <a:gd name="connsiteX15" fmla="*/ 232205 w 1260242"/>
              <a:gd name="connsiteY15" fmla="*/ 296648 h 657739"/>
              <a:gd name="connsiteX16" fmla="*/ 245559 w 1260242"/>
              <a:gd name="connsiteY16" fmla="*/ 328870 h 657739"/>
              <a:gd name="connsiteX17" fmla="*/ 232205 w 1260242"/>
              <a:gd name="connsiteY17" fmla="*/ 361092 h 657739"/>
              <a:gd name="connsiteX18" fmla="*/ 13946 w 1260242"/>
              <a:gd name="connsiteY18" fmla="*/ 579351 h 657739"/>
              <a:gd name="connsiteX19" fmla="*/ 13992 w 1260242"/>
              <a:gd name="connsiteY19" fmla="*/ 579351 h 657739"/>
              <a:gd name="connsiteX20" fmla="*/ 0 w 1260242"/>
              <a:gd name="connsiteY20" fmla="*/ 612165 h 657739"/>
              <a:gd name="connsiteX21" fmla="*/ 44436 w 1260242"/>
              <a:gd name="connsiteY21" fmla="*/ 657694 h 657739"/>
              <a:gd name="connsiteX22" fmla="*/ 44436 w 1260242"/>
              <a:gd name="connsiteY22" fmla="*/ 657694 h 657739"/>
              <a:gd name="connsiteX23" fmla="*/ 931373 w 1260242"/>
              <a:gd name="connsiteY23" fmla="*/ 657740 h 657739"/>
              <a:gd name="connsiteX24" fmla="*/ 931373 w 1260242"/>
              <a:gd name="connsiteY24" fmla="*/ 657740 h 657739"/>
              <a:gd name="connsiteX25" fmla="*/ 962729 w 1260242"/>
              <a:gd name="connsiteY25" fmla="*/ 645161 h 657739"/>
              <a:gd name="connsiteX26" fmla="*/ 962820 w 1260242"/>
              <a:gd name="connsiteY26" fmla="*/ 645161 h 657739"/>
              <a:gd name="connsiteX27" fmla="*/ 963594 w 1260242"/>
              <a:gd name="connsiteY27" fmla="*/ 644386 h 657739"/>
              <a:gd name="connsiteX28" fmla="*/ 963594 w 1260242"/>
              <a:gd name="connsiteY28" fmla="*/ 644386 h 657739"/>
              <a:gd name="connsiteX29" fmla="*/ 1246844 w 1260242"/>
              <a:gd name="connsiteY29" fmla="*/ 361137 h 657739"/>
              <a:gd name="connsiteX30" fmla="*/ 1246980 w 1260242"/>
              <a:gd name="connsiteY30" fmla="*/ 361000 h 657739"/>
              <a:gd name="connsiteX31" fmla="*/ 1247072 w 1260242"/>
              <a:gd name="connsiteY31" fmla="*/ 360909 h 657739"/>
              <a:gd name="connsiteX32" fmla="*/ 1247072 w 1260242"/>
              <a:gd name="connsiteY32" fmla="*/ 360909 h 657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260242" h="657739">
                <a:moveTo>
                  <a:pt x="1247072" y="360955"/>
                </a:moveTo>
                <a:cubicBezTo>
                  <a:pt x="1255230" y="352706"/>
                  <a:pt x="1260243" y="341403"/>
                  <a:pt x="1260243" y="328916"/>
                </a:cubicBezTo>
                <a:cubicBezTo>
                  <a:pt x="1260243" y="316428"/>
                  <a:pt x="1255184" y="305125"/>
                  <a:pt x="1247072" y="296876"/>
                </a:cubicBezTo>
                <a:lnTo>
                  <a:pt x="1247072" y="296876"/>
                </a:lnTo>
                <a:cubicBezTo>
                  <a:pt x="1247072" y="296876"/>
                  <a:pt x="1246980" y="296740"/>
                  <a:pt x="1246980" y="296740"/>
                </a:cubicBezTo>
                <a:cubicBezTo>
                  <a:pt x="1246980" y="296740"/>
                  <a:pt x="1246890" y="296648"/>
                  <a:pt x="1246844" y="296603"/>
                </a:cubicBezTo>
                <a:lnTo>
                  <a:pt x="965281" y="15040"/>
                </a:lnTo>
                <a:lnTo>
                  <a:pt x="965144" y="15040"/>
                </a:lnTo>
                <a:cubicBezTo>
                  <a:pt x="956804" y="5834"/>
                  <a:pt x="944772" y="0"/>
                  <a:pt x="931373" y="0"/>
                </a:cubicBezTo>
                <a:lnTo>
                  <a:pt x="44436" y="0"/>
                </a:lnTo>
                <a:cubicBezTo>
                  <a:pt x="19825" y="684"/>
                  <a:pt x="0" y="20782"/>
                  <a:pt x="0" y="45575"/>
                </a:cubicBezTo>
                <a:cubicBezTo>
                  <a:pt x="0" y="57789"/>
                  <a:pt x="4831" y="68864"/>
                  <a:pt x="12670" y="77068"/>
                </a:cubicBezTo>
                <a:lnTo>
                  <a:pt x="12624" y="77068"/>
                </a:lnTo>
                <a:lnTo>
                  <a:pt x="13217" y="77660"/>
                </a:lnTo>
                <a:cubicBezTo>
                  <a:pt x="13217" y="77660"/>
                  <a:pt x="13353" y="77842"/>
                  <a:pt x="13445" y="77888"/>
                </a:cubicBezTo>
                <a:lnTo>
                  <a:pt x="232205" y="296648"/>
                </a:lnTo>
                <a:cubicBezTo>
                  <a:pt x="240454" y="304897"/>
                  <a:pt x="245559" y="316291"/>
                  <a:pt x="245559" y="328870"/>
                </a:cubicBezTo>
                <a:cubicBezTo>
                  <a:pt x="245559" y="341449"/>
                  <a:pt x="240454" y="352842"/>
                  <a:pt x="232205" y="361092"/>
                </a:cubicBezTo>
                <a:lnTo>
                  <a:pt x="13946" y="579351"/>
                </a:lnTo>
                <a:lnTo>
                  <a:pt x="13992" y="579351"/>
                </a:lnTo>
                <a:cubicBezTo>
                  <a:pt x="5378" y="587645"/>
                  <a:pt x="0" y="599267"/>
                  <a:pt x="0" y="612165"/>
                </a:cubicBezTo>
                <a:cubicBezTo>
                  <a:pt x="0" y="636958"/>
                  <a:pt x="19780" y="657056"/>
                  <a:pt x="44436" y="657694"/>
                </a:cubicBezTo>
                <a:lnTo>
                  <a:pt x="44436" y="657694"/>
                </a:lnTo>
                <a:cubicBezTo>
                  <a:pt x="44436" y="657694"/>
                  <a:pt x="931373" y="657740"/>
                  <a:pt x="931373" y="657740"/>
                </a:cubicBezTo>
                <a:lnTo>
                  <a:pt x="931373" y="657740"/>
                </a:lnTo>
                <a:cubicBezTo>
                  <a:pt x="943541" y="657740"/>
                  <a:pt x="954571" y="652955"/>
                  <a:pt x="962729" y="645161"/>
                </a:cubicBezTo>
                <a:lnTo>
                  <a:pt x="962820" y="645161"/>
                </a:lnTo>
                <a:lnTo>
                  <a:pt x="963594" y="644386"/>
                </a:lnTo>
                <a:cubicBezTo>
                  <a:pt x="963594" y="644386"/>
                  <a:pt x="963594" y="644386"/>
                  <a:pt x="963594" y="644386"/>
                </a:cubicBezTo>
                <a:lnTo>
                  <a:pt x="1246844" y="361137"/>
                </a:lnTo>
                <a:cubicBezTo>
                  <a:pt x="1246844" y="361137"/>
                  <a:pt x="1246935" y="361046"/>
                  <a:pt x="1246980" y="361000"/>
                </a:cubicBezTo>
                <a:lnTo>
                  <a:pt x="1247072" y="360909"/>
                </a:lnTo>
                <a:lnTo>
                  <a:pt x="1247072" y="360909"/>
                </a:ln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0" name="TextBox 1379">
            <a:extLst>
              <a:ext uri="{FF2B5EF4-FFF2-40B4-BE49-F238E27FC236}">
                <a16:creationId xmlns:a16="http://schemas.microsoft.com/office/drawing/2014/main" id="{BFB0D850-88F0-FF36-61C6-080898B0BE4C}"/>
              </a:ext>
            </a:extLst>
          </p:cNvPr>
          <p:cNvSpPr txBox="1"/>
          <p:nvPr/>
        </p:nvSpPr>
        <p:spPr>
          <a:xfrm>
            <a:off x="7576829"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sp>
        <p:nvSpPr>
          <p:cNvPr id="1381" name="TextBox 1380">
            <a:extLst>
              <a:ext uri="{FF2B5EF4-FFF2-40B4-BE49-F238E27FC236}">
                <a16:creationId xmlns:a16="http://schemas.microsoft.com/office/drawing/2014/main" id="{1EA39F0E-3A13-A506-71EF-F33CF6B4ED2B}"/>
              </a:ext>
            </a:extLst>
          </p:cNvPr>
          <p:cNvSpPr txBox="1"/>
          <p:nvPr/>
        </p:nvSpPr>
        <p:spPr>
          <a:xfrm>
            <a:off x="9757346" y="3043758"/>
            <a:ext cx="1539397" cy="1156900"/>
          </a:xfrm>
          <a:prstGeom prst="rect">
            <a:avLst/>
          </a:prstGeom>
          <a:noFill/>
          <a:ln>
            <a:noFill/>
          </a:ln>
        </p:spPr>
        <p:txBody>
          <a:bodyPr wrap="square" lIns="0" tIns="0" rIns="0" bIns="0" rtlCol="0" anchor="t">
            <a:noAutofit/>
          </a:bodyPr>
          <a:lstStyle/>
          <a:p>
            <a:pPr lvl="0">
              <a:lnSpc>
                <a:spcPct val="150000"/>
              </a:lnSpc>
              <a:defRPr/>
            </a:pPr>
            <a:r>
              <a:rPr lang="en-IN" sz="1000" dirty="0">
                <a:solidFill>
                  <a:schemeClr val="bg1"/>
                </a:solidFill>
                <a:latin typeface="Arial" panose="020B0604020202020204" pitchFamily="34" charset="0"/>
              </a:rPr>
              <a:t>Lorem ipsum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sit </a:t>
            </a:r>
            <a:r>
              <a:rPr lang="en-IN" sz="1000" dirty="0" err="1">
                <a:solidFill>
                  <a:schemeClr val="bg1"/>
                </a:solidFill>
                <a:latin typeface="Arial" panose="020B0604020202020204" pitchFamily="34" charset="0"/>
              </a:rPr>
              <a:t>amet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consectetuer</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adipiscing</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elit</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commodo</a:t>
            </a:r>
            <a:r>
              <a:rPr lang="en-IN" sz="1000" dirty="0">
                <a:solidFill>
                  <a:schemeClr val="bg1"/>
                </a:solidFill>
                <a:latin typeface="Arial" panose="020B0604020202020204" pitchFamily="34" charset="0"/>
              </a:rPr>
              <a:t> ligula </a:t>
            </a:r>
            <a:r>
              <a:rPr lang="en-IN" sz="1000" dirty="0" err="1">
                <a:solidFill>
                  <a:schemeClr val="bg1"/>
                </a:solidFill>
                <a:latin typeface="Arial" panose="020B0604020202020204" pitchFamily="34" charset="0"/>
              </a:rPr>
              <a:t>eget</a:t>
            </a:r>
            <a:r>
              <a:rPr lang="en-IN" sz="1000" dirty="0">
                <a:solidFill>
                  <a:schemeClr val="bg1"/>
                </a:solidFill>
                <a:latin typeface="Arial" panose="020B0604020202020204" pitchFamily="34" charset="0"/>
              </a:rPr>
              <a:t> </a:t>
            </a:r>
            <a:r>
              <a:rPr lang="en-IN" sz="1000" dirty="0" err="1">
                <a:solidFill>
                  <a:schemeClr val="bg1"/>
                </a:solidFill>
                <a:latin typeface="Arial" panose="020B0604020202020204" pitchFamily="34" charset="0"/>
              </a:rPr>
              <a:t>dolor</a:t>
            </a:r>
            <a:r>
              <a:rPr lang="en-IN" sz="1000" dirty="0">
                <a:solidFill>
                  <a:schemeClr val="bg1"/>
                </a:solidFill>
                <a:latin typeface="Arial" panose="020B0604020202020204" pitchFamily="34" charset="0"/>
              </a:rPr>
              <a:t>. Aenean </a:t>
            </a:r>
            <a:r>
              <a:rPr lang="en-IN" sz="1000" dirty="0" err="1">
                <a:solidFill>
                  <a:schemeClr val="bg1"/>
                </a:solidFill>
                <a:latin typeface="Arial" panose="020B0604020202020204" pitchFamily="34" charset="0"/>
              </a:rPr>
              <a:t>massa</a:t>
            </a:r>
            <a:r>
              <a:rPr lang="en-IN" sz="1000" dirty="0">
                <a:solidFill>
                  <a:schemeClr val="bg1"/>
                </a:solidFill>
                <a:latin typeface="Arial" panose="020B0604020202020204" pitchFamily="34" charset="0"/>
              </a:rPr>
              <a:t>. </a:t>
            </a:r>
          </a:p>
        </p:txBody>
      </p:sp>
      <p:grpSp>
        <p:nvGrpSpPr>
          <p:cNvPr id="1434" name="Group 1433">
            <a:extLst>
              <a:ext uri="{FF2B5EF4-FFF2-40B4-BE49-F238E27FC236}">
                <a16:creationId xmlns:a16="http://schemas.microsoft.com/office/drawing/2014/main" id="{AED5F1DF-AE6E-A29A-8091-FB1E615948CE}"/>
              </a:ext>
            </a:extLst>
          </p:cNvPr>
          <p:cNvGrpSpPr/>
          <p:nvPr/>
        </p:nvGrpSpPr>
        <p:grpSpPr>
          <a:xfrm>
            <a:off x="7115270" y="1474282"/>
            <a:ext cx="2377845" cy="1651731"/>
            <a:chOff x="7714512" y="1474282"/>
            <a:chExt cx="2377845" cy="1651731"/>
          </a:xfrm>
        </p:grpSpPr>
        <p:sp>
          <p:nvSpPr>
            <p:cNvPr id="1369" name="Freeform: Shape 1368">
              <a:extLst>
                <a:ext uri="{FF2B5EF4-FFF2-40B4-BE49-F238E27FC236}">
                  <a16:creationId xmlns:a16="http://schemas.microsoft.com/office/drawing/2014/main" id="{C2495FE3-505A-B01E-95D6-1D8BB005EE18}"/>
                </a:ext>
              </a:extLst>
            </p:cNvPr>
            <p:cNvSpPr/>
            <p:nvPr/>
          </p:nvSpPr>
          <p:spPr>
            <a:xfrm>
              <a:off x="7825240" y="2843231"/>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9" y="0"/>
                    <a:pt x="72920" y="0"/>
                  </a:cubicBezTo>
                  <a:cubicBezTo>
                    <a:pt x="32632" y="0"/>
                    <a:pt x="0" y="32632"/>
                    <a:pt x="0" y="72920"/>
                  </a:cubicBezTo>
                  <a:cubicBezTo>
                    <a:pt x="0" y="113209"/>
                    <a:pt x="32632" y="145840"/>
                    <a:pt x="72920" y="145840"/>
                  </a:cubicBezTo>
                  <a:cubicBezTo>
                    <a:pt x="113209"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1370" name="Freeform: Shape 1369">
              <a:extLst>
                <a:ext uri="{FF2B5EF4-FFF2-40B4-BE49-F238E27FC236}">
                  <a16:creationId xmlns:a16="http://schemas.microsoft.com/office/drawing/2014/main" id="{5D044C2C-EB1B-153A-CFE4-9CF9D6D25CE2}"/>
                </a:ext>
              </a:extLst>
            </p:cNvPr>
            <p:cNvSpPr/>
            <p:nvPr/>
          </p:nvSpPr>
          <p:spPr>
            <a:xfrm>
              <a:off x="7870838" y="2888830"/>
              <a:ext cx="191583" cy="191583"/>
            </a:xfrm>
            <a:custGeom>
              <a:avLst/>
              <a:gdLst>
                <a:gd name="connsiteX0" fmla="*/ 98807 w 98806"/>
                <a:gd name="connsiteY0" fmla="*/ 49403 h 98806"/>
                <a:gd name="connsiteX1" fmla="*/ 49403 w 98806"/>
                <a:gd name="connsiteY1" fmla="*/ 0 h 98806"/>
                <a:gd name="connsiteX2" fmla="*/ 0 w 98806"/>
                <a:gd name="connsiteY2" fmla="*/ 49403 h 98806"/>
                <a:gd name="connsiteX3" fmla="*/ 49403 w 98806"/>
                <a:gd name="connsiteY3" fmla="*/ 98807 h 98806"/>
                <a:gd name="connsiteX4" fmla="*/ 98807 w 98806"/>
                <a:gd name="connsiteY4" fmla="*/ 49403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3"/>
                  </a:moveTo>
                  <a:cubicBezTo>
                    <a:pt x="98807" y="22150"/>
                    <a:pt x="76703" y="0"/>
                    <a:pt x="49403" y="0"/>
                  </a:cubicBezTo>
                  <a:cubicBezTo>
                    <a:pt x="22104" y="0"/>
                    <a:pt x="0" y="22104"/>
                    <a:pt x="0" y="49403"/>
                  </a:cubicBezTo>
                  <a:cubicBezTo>
                    <a:pt x="0" y="76703"/>
                    <a:pt x="22104" y="98807"/>
                    <a:pt x="49403" y="98807"/>
                  </a:cubicBezTo>
                  <a:cubicBezTo>
                    <a:pt x="76703" y="98807"/>
                    <a:pt x="98807" y="76703"/>
                    <a:pt x="98807" y="49403"/>
                  </a:cubicBez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1" name="Freeform: Shape 1370">
              <a:extLst>
                <a:ext uri="{FF2B5EF4-FFF2-40B4-BE49-F238E27FC236}">
                  <a16:creationId xmlns:a16="http://schemas.microsoft.com/office/drawing/2014/main" id="{35D6A7EF-BD1D-4025-4489-1E6A479EDE2C}"/>
                </a:ext>
              </a:extLst>
            </p:cNvPr>
            <p:cNvSpPr/>
            <p:nvPr/>
          </p:nvSpPr>
          <p:spPr>
            <a:xfrm>
              <a:off x="7919883" y="2937964"/>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72" name="Freeform: Shape 1371">
              <a:extLst>
                <a:ext uri="{FF2B5EF4-FFF2-40B4-BE49-F238E27FC236}">
                  <a16:creationId xmlns:a16="http://schemas.microsoft.com/office/drawing/2014/main" id="{0075E484-9EA6-28E1-A6ED-B0FC3684B748}"/>
                </a:ext>
              </a:extLst>
            </p:cNvPr>
            <p:cNvSpPr/>
            <p:nvPr/>
          </p:nvSpPr>
          <p:spPr>
            <a:xfrm>
              <a:off x="7959651" y="2038454"/>
              <a:ext cx="10256" cy="853559"/>
            </a:xfrm>
            <a:custGeom>
              <a:avLst/>
              <a:gdLst>
                <a:gd name="connsiteX0" fmla="*/ 0 w 6836"/>
                <a:gd name="connsiteY0" fmla="*/ 0 h 587007"/>
                <a:gd name="connsiteX1" fmla="*/ 6836 w 6836"/>
                <a:gd name="connsiteY1" fmla="*/ 0 h 587007"/>
                <a:gd name="connsiteX2" fmla="*/ 6836 w 6836"/>
                <a:gd name="connsiteY2" fmla="*/ 587007 h 587007"/>
                <a:gd name="connsiteX3" fmla="*/ 0 w 6836"/>
                <a:gd name="connsiteY3" fmla="*/ 587007 h 587007"/>
              </a:gdLst>
              <a:ahLst/>
              <a:cxnLst>
                <a:cxn ang="0">
                  <a:pos x="connsiteX0" y="connsiteY0"/>
                </a:cxn>
                <a:cxn ang="0">
                  <a:pos x="connsiteX1" y="connsiteY1"/>
                </a:cxn>
                <a:cxn ang="0">
                  <a:pos x="connsiteX2" y="connsiteY2"/>
                </a:cxn>
                <a:cxn ang="0">
                  <a:pos x="connsiteX3" y="connsiteY3"/>
                </a:cxn>
              </a:cxnLst>
              <a:rect l="l" t="t" r="r" b="b"/>
              <a:pathLst>
                <a:path w="6836" h="587007">
                  <a:moveTo>
                    <a:pt x="0" y="0"/>
                  </a:moveTo>
                  <a:lnTo>
                    <a:pt x="6836" y="0"/>
                  </a:lnTo>
                  <a:lnTo>
                    <a:pt x="6836" y="587007"/>
                  </a:lnTo>
                  <a:lnTo>
                    <a:pt x="0" y="587007"/>
                  </a:lnTo>
                  <a:close/>
                </a:path>
              </a:pathLst>
            </a:custGeom>
            <a:solidFill>
              <a:srgbClr val="227FC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7" name="Rectangle: Rounded Corners 1376">
              <a:extLst>
                <a:ext uri="{FF2B5EF4-FFF2-40B4-BE49-F238E27FC236}">
                  <a16:creationId xmlns:a16="http://schemas.microsoft.com/office/drawing/2014/main" id="{C64085F7-402A-6A98-0D4E-66AD0213D3EC}"/>
                </a:ext>
              </a:extLst>
            </p:cNvPr>
            <p:cNvSpPr/>
            <p:nvPr/>
          </p:nvSpPr>
          <p:spPr>
            <a:xfrm>
              <a:off x="7714512" y="1474282"/>
              <a:ext cx="2377845" cy="713774"/>
            </a:xfrm>
            <a:prstGeom prst="roundRect">
              <a:avLst>
                <a:gd name="adj" fmla="val 14234"/>
              </a:avLst>
            </a:prstGeom>
            <a:solidFill>
              <a:srgbClr val="DFEDF7"/>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78" name="Graphic 1377">
              <a:extLst>
                <a:ext uri="{FF2B5EF4-FFF2-40B4-BE49-F238E27FC236}">
                  <a16:creationId xmlns:a16="http://schemas.microsoft.com/office/drawing/2014/main" id="{468F7ACF-7394-87A7-40E9-9E31BDA6C31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15611" y="1680499"/>
              <a:ext cx="301337" cy="301337"/>
            </a:xfrm>
            <a:prstGeom prst="rect">
              <a:avLst/>
            </a:prstGeom>
          </p:spPr>
        </p:pic>
        <p:cxnSp>
          <p:nvCxnSpPr>
            <p:cNvPr id="1379" name="Straight Connector 1378">
              <a:extLst>
                <a:ext uri="{FF2B5EF4-FFF2-40B4-BE49-F238E27FC236}">
                  <a16:creationId xmlns:a16="http://schemas.microsoft.com/office/drawing/2014/main" id="{67BF5E7F-C6CD-B03B-03E9-26898EF37AFD}"/>
                </a:ext>
              </a:extLst>
            </p:cNvPr>
            <p:cNvCxnSpPr>
              <a:cxnSpLocks/>
            </p:cNvCxnSpPr>
            <p:nvPr/>
          </p:nvCxnSpPr>
          <p:spPr>
            <a:xfrm>
              <a:off x="8201253" y="1600515"/>
              <a:ext cx="0" cy="461308"/>
            </a:xfrm>
            <a:prstGeom prst="line">
              <a:avLst/>
            </a:prstGeom>
            <a:ln w="12700">
              <a:solidFill>
                <a:srgbClr val="2F5597"/>
              </a:solidFill>
            </a:ln>
          </p:spPr>
          <p:style>
            <a:lnRef idx="1">
              <a:schemeClr val="accent1"/>
            </a:lnRef>
            <a:fillRef idx="0">
              <a:schemeClr val="accent1"/>
            </a:fillRef>
            <a:effectRef idx="0">
              <a:schemeClr val="accent1"/>
            </a:effectRef>
            <a:fontRef idx="minor">
              <a:schemeClr val="tx1"/>
            </a:fontRef>
          </p:style>
        </p:cxnSp>
        <p:sp>
          <p:nvSpPr>
            <p:cNvPr id="1382" name="TextBox 1381">
              <a:extLst>
                <a:ext uri="{FF2B5EF4-FFF2-40B4-BE49-F238E27FC236}">
                  <a16:creationId xmlns:a16="http://schemas.microsoft.com/office/drawing/2014/main" id="{A03CC28F-8DF0-A2E3-8BAA-163CC643EE51}"/>
                </a:ext>
              </a:extLst>
            </p:cNvPr>
            <p:cNvSpPr txBox="1"/>
            <p:nvPr/>
          </p:nvSpPr>
          <p:spPr>
            <a:xfrm>
              <a:off x="8322270" y="1592597"/>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grpSp>
        <p:nvGrpSpPr>
          <p:cNvPr id="1438" name="Group 1437">
            <a:extLst>
              <a:ext uri="{FF2B5EF4-FFF2-40B4-BE49-F238E27FC236}">
                <a16:creationId xmlns:a16="http://schemas.microsoft.com/office/drawing/2014/main" id="{32208035-A006-49C8-7425-586F6C064B31}"/>
              </a:ext>
            </a:extLst>
          </p:cNvPr>
          <p:cNvGrpSpPr/>
          <p:nvPr/>
        </p:nvGrpSpPr>
        <p:grpSpPr>
          <a:xfrm>
            <a:off x="9289900" y="4118669"/>
            <a:ext cx="2377844" cy="1653974"/>
            <a:chOff x="9916416" y="4118669"/>
            <a:chExt cx="2377844" cy="1653974"/>
          </a:xfrm>
        </p:grpSpPr>
        <p:sp>
          <p:nvSpPr>
            <p:cNvPr id="1366" name="Freeform: Shape 1365">
              <a:extLst>
                <a:ext uri="{FF2B5EF4-FFF2-40B4-BE49-F238E27FC236}">
                  <a16:creationId xmlns:a16="http://schemas.microsoft.com/office/drawing/2014/main" id="{557E48F2-F3D8-E02A-4757-BAA89BE3E29D}"/>
                </a:ext>
              </a:extLst>
            </p:cNvPr>
            <p:cNvSpPr/>
            <p:nvPr/>
          </p:nvSpPr>
          <p:spPr>
            <a:xfrm>
              <a:off x="10026614" y="4118669"/>
              <a:ext cx="282782" cy="282782"/>
            </a:xfrm>
            <a:custGeom>
              <a:avLst/>
              <a:gdLst>
                <a:gd name="connsiteX0" fmla="*/ 145840 w 145840"/>
                <a:gd name="connsiteY0" fmla="*/ 72920 h 145840"/>
                <a:gd name="connsiteX1" fmla="*/ 72920 w 145840"/>
                <a:gd name="connsiteY1" fmla="*/ 0 h 145840"/>
                <a:gd name="connsiteX2" fmla="*/ 0 w 145840"/>
                <a:gd name="connsiteY2" fmla="*/ 72920 h 145840"/>
                <a:gd name="connsiteX3" fmla="*/ 72920 w 145840"/>
                <a:gd name="connsiteY3" fmla="*/ 145840 h 145840"/>
                <a:gd name="connsiteX4" fmla="*/ 145840 w 145840"/>
                <a:gd name="connsiteY4" fmla="*/ 72920 h 1458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840" h="145840">
                  <a:moveTo>
                    <a:pt x="145840" y="72920"/>
                  </a:moveTo>
                  <a:cubicBezTo>
                    <a:pt x="145840" y="32632"/>
                    <a:pt x="113208" y="0"/>
                    <a:pt x="72920" y="0"/>
                  </a:cubicBezTo>
                  <a:cubicBezTo>
                    <a:pt x="32632" y="0"/>
                    <a:pt x="0" y="32632"/>
                    <a:pt x="0" y="72920"/>
                  </a:cubicBezTo>
                  <a:cubicBezTo>
                    <a:pt x="0" y="113209"/>
                    <a:pt x="32632" y="145840"/>
                    <a:pt x="72920" y="145840"/>
                  </a:cubicBezTo>
                  <a:cubicBezTo>
                    <a:pt x="113208" y="145840"/>
                    <a:pt x="145840" y="113209"/>
                    <a:pt x="145840" y="72920"/>
                  </a:cubicBezTo>
                  <a:close/>
                </a:path>
              </a:pathLst>
            </a:custGeom>
            <a:solidFill>
              <a:srgbClr val="FFFFFF"/>
            </a:solidFill>
            <a:ln w="0" cap="flat">
              <a:noFill/>
              <a:prstDash val="solid"/>
              <a:miter/>
            </a:ln>
          </p:spPr>
          <p:txBody>
            <a:bodyPr rtlCol="0" anchor="ctr"/>
            <a:lstStyle/>
            <a:p>
              <a:endParaRPr lang="en-US"/>
            </a:p>
          </p:txBody>
        </p:sp>
        <p:sp>
          <p:nvSpPr>
            <p:cNvPr id="1367" name="Freeform: Shape 1366">
              <a:extLst>
                <a:ext uri="{FF2B5EF4-FFF2-40B4-BE49-F238E27FC236}">
                  <a16:creationId xmlns:a16="http://schemas.microsoft.com/office/drawing/2014/main" id="{86B5AA75-C427-13B8-DCAA-E71D966F9AB6}"/>
                </a:ext>
              </a:extLst>
            </p:cNvPr>
            <p:cNvSpPr/>
            <p:nvPr/>
          </p:nvSpPr>
          <p:spPr>
            <a:xfrm>
              <a:off x="10072211" y="4164268"/>
              <a:ext cx="191583" cy="191583"/>
            </a:xfrm>
            <a:custGeom>
              <a:avLst/>
              <a:gdLst>
                <a:gd name="connsiteX0" fmla="*/ 98807 w 98806"/>
                <a:gd name="connsiteY0" fmla="*/ 49404 h 98806"/>
                <a:gd name="connsiteX1" fmla="*/ 49404 w 98806"/>
                <a:gd name="connsiteY1" fmla="*/ 0 h 98806"/>
                <a:gd name="connsiteX2" fmla="*/ 0 w 98806"/>
                <a:gd name="connsiteY2" fmla="*/ 49404 h 98806"/>
                <a:gd name="connsiteX3" fmla="*/ 49404 w 98806"/>
                <a:gd name="connsiteY3" fmla="*/ 98807 h 98806"/>
                <a:gd name="connsiteX4" fmla="*/ 98807 w 98806"/>
                <a:gd name="connsiteY4" fmla="*/ 49404 h 9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806" h="98806">
                  <a:moveTo>
                    <a:pt x="98807" y="49404"/>
                  </a:moveTo>
                  <a:cubicBezTo>
                    <a:pt x="98807" y="22150"/>
                    <a:pt x="76703" y="0"/>
                    <a:pt x="49404" y="0"/>
                  </a:cubicBezTo>
                  <a:cubicBezTo>
                    <a:pt x="22104" y="0"/>
                    <a:pt x="0" y="22104"/>
                    <a:pt x="0" y="49404"/>
                  </a:cubicBezTo>
                  <a:cubicBezTo>
                    <a:pt x="0" y="76703"/>
                    <a:pt x="22104" y="98807"/>
                    <a:pt x="49404" y="98807"/>
                  </a:cubicBezTo>
                  <a:cubicBezTo>
                    <a:pt x="76703" y="98807"/>
                    <a:pt x="98807" y="76703"/>
                    <a:pt x="98807" y="49404"/>
                  </a:cubicBez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68" name="Freeform: Shape 1367">
              <a:extLst>
                <a:ext uri="{FF2B5EF4-FFF2-40B4-BE49-F238E27FC236}">
                  <a16:creationId xmlns:a16="http://schemas.microsoft.com/office/drawing/2014/main" id="{126A49C9-FF92-6B87-9EB7-D30A80E7358D}"/>
                </a:ext>
              </a:extLst>
            </p:cNvPr>
            <p:cNvSpPr/>
            <p:nvPr/>
          </p:nvSpPr>
          <p:spPr>
            <a:xfrm>
              <a:off x="10121256" y="4213400"/>
              <a:ext cx="93318" cy="93318"/>
            </a:xfrm>
            <a:custGeom>
              <a:avLst/>
              <a:gdLst>
                <a:gd name="connsiteX0" fmla="*/ 48127 w 48127"/>
                <a:gd name="connsiteY0" fmla="*/ 24064 h 48127"/>
                <a:gd name="connsiteX1" fmla="*/ 24064 w 48127"/>
                <a:gd name="connsiteY1" fmla="*/ 0 h 48127"/>
                <a:gd name="connsiteX2" fmla="*/ 0 w 48127"/>
                <a:gd name="connsiteY2" fmla="*/ 24064 h 48127"/>
                <a:gd name="connsiteX3" fmla="*/ 24064 w 48127"/>
                <a:gd name="connsiteY3" fmla="*/ 48127 h 48127"/>
                <a:gd name="connsiteX4" fmla="*/ 48127 w 48127"/>
                <a:gd name="connsiteY4" fmla="*/ 24064 h 481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127" h="48127">
                  <a:moveTo>
                    <a:pt x="48127" y="24064"/>
                  </a:moveTo>
                  <a:cubicBezTo>
                    <a:pt x="48127" y="10801"/>
                    <a:pt x="37372" y="0"/>
                    <a:pt x="24064" y="0"/>
                  </a:cubicBezTo>
                  <a:cubicBezTo>
                    <a:pt x="10756" y="0"/>
                    <a:pt x="0" y="10756"/>
                    <a:pt x="0" y="24064"/>
                  </a:cubicBezTo>
                  <a:cubicBezTo>
                    <a:pt x="0" y="37372"/>
                    <a:pt x="10756" y="48127"/>
                    <a:pt x="24064" y="48127"/>
                  </a:cubicBezTo>
                  <a:cubicBezTo>
                    <a:pt x="37372" y="48127"/>
                    <a:pt x="48127" y="37372"/>
                    <a:pt x="48127" y="24064"/>
                  </a:cubicBezTo>
                  <a:close/>
                </a:path>
              </a:pathLst>
            </a:custGeom>
            <a:solidFill>
              <a:schemeClr val="bg1"/>
            </a:solidFill>
            <a:ln w="0" cap="flat">
              <a:noFill/>
              <a:prstDash val="solid"/>
              <a:miter/>
            </a:ln>
          </p:spPr>
          <p:txBody>
            <a:bodyPr rtlCol="0" anchor="ctr"/>
            <a:lstStyle/>
            <a:p>
              <a:endParaRPr lang="en-US"/>
            </a:p>
          </p:txBody>
        </p:sp>
        <p:sp>
          <p:nvSpPr>
            <p:cNvPr id="1373" name="Freeform: Shape 1372">
              <a:extLst>
                <a:ext uri="{FF2B5EF4-FFF2-40B4-BE49-F238E27FC236}">
                  <a16:creationId xmlns:a16="http://schemas.microsoft.com/office/drawing/2014/main" id="{09573F1B-0CD6-0970-9D3C-0B76D9B0FEC1}"/>
                </a:ext>
              </a:extLst>
            </p:cNvPr>
            <p:cNvSpPr/>
            <p:nvPr/>
          </p:nvSpPr>
          <p:spPr>
            <a:xfrm>
              <a:off x="10161553" y="4332435"/>
              <a:ext cx="13255" cy="853559"/>
            </a:xfrm>
            <a:custGeom>
              <a:avLst/>
              <a:gdLst>
                <a:gd name="connsiteX0" fmla="*/ 0 w 6836"/>
                <a:gd name="connsiteY0" fmla="*/ 0 h 440209"/>
                <a:gd name="connsiteX1" fmla="*/ 6836 w 6836"/>
                <a:gd name="connsiteY1" fmla="*/ 0 h 440209"/>
                <a:gd name="connsiteX2" fmla="*/ 6836 w 6836"/>
                <a:gd name="connsiteY2" fmla="*/ 440210 h 440209"/>
                <a:gd name="connsiteX3" fmla="*/ 0 w 6836"/>
                <a:gd name="connsiteY3" fmla="*/ 440210 h 440209"/>
              </a:gdLst>
              <a:ahLst/>
              <a:cxnLst>
                <a:cxn ang="0">
                  <a:pos x="connsiteX0" y="connsiteY0"/>
                </a:cxn>
                <a:cxn ang="0">
                  <a:pos x="connsiteX1" y="connsiteY1"/>
                </a:cxn>
                <a:cxn ang="0">
                  <a:pos x="connsiteX2" y="connsiteY2"/>
                </a:cxn>
                <a:cxn ang="0">
                  <a:pos x="connsiteX3" y="connsiteY3"/>
                </a:cxn>
              </a:cxnLst>
              <a:rect l="l" t="t" r="r" b="b"/>
              <a:pathLst>
                <a:path w="6836" h="440209">
                  <a:moveTo>
                    <a:pt x="0" y="0"/>
                  </a:moveTo>
                  <a:lnTo>
                    <a:pt x="6836" y="0"/>
                  </a:lnTo>
                  <a:lnTo>
                    <a:pt x="6836" y="440210"/>
                  </a:lnTo>
                  <a:lnTo>
                    <a:pt x="0" y="440210"/>
                  </a:lnTo>
                  <a:close/>
                </a:path>
              </a:pathLst>
            </a:custGeom>
            <a:solidFill>
              <a:srgbClr val="6654AB"/>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1374" name="Rectangle: Rounded Corners 1373">
              <a:extLst>
                <a:ext uri="{FF2B5EF4-FFF2-40B4-BE49-F238E27FC236}">
                  <a16:creationId xmlns:a16="http://schemas.microsoft.com/office/drawing/2014/main" id="{B0870455-59D1-1552-4C56-53D2DA98FBAD}"/>
                </a:ext>
              </a:extLst>
            </p:cNvPr>
            <p:cNvSpPr/>
            <p:nvPr/>
          </p:nvSpPr>
          <p:spPr>
            <a:xfrm>
              <a:off x="9916416" y="5058869"/>
              <a:ext cx="2377844" cy="713774"/>
            </a:xfrm>
            <a:prstGeom prst="roundRect">
              <a:avLst>
                <a:gd name="adj" fmla="val 14234"/>
              </a:avLst>
            </a:prstGeom>
            <a:solidFill>
              <a:srgbClr val="E6E3F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375" name="Graphic 1374">
              <a:extLst>
                <a:ext uri="{FF2B5EF4-FFF2-40B4-BE49-F238E27FC236}">
                  <a16:creationId xmlns:a16="http://schemas.microsoft.com/office/drawing/2014/main" id="{5563C59D-4E4D-13C0-FAFC-B2ADE3D9457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13912" y="5265086"/>
              <a:ext cx="301337" cy="301337"/>
            </a:xfrm>
            <a:prstGeom prst="rect">
              <a:avLst/>
            </a:prstGeom>
          </p:spPr>
        </p:pic>
        <p:cxnSp>
          <p:nvCxnSpPr>
            <p:cNvPr id="1376" name="Straight Connector 1375">
              <a:extLst>
                <a:ext uri="{FF2B5EF4-FFF2-40B4-BE49-F238E27FC236}">
                  <a16:creationId xmlns:a16="http://schemas.microsoft.com/office/drawing/2014/main" id="{65195684-804A-FA1D-D1EA-97AA944C4DA3}"/>
                </a:ext>
              </a:extLst>
            </p:cNvPr>
            <p:cNvCxnSpPr>
              <a:cxnSpLocks/>
            </p:cNvCxnSpPr>
            <p:nvPr/>
          </p:nvCxnSpPr>
          <p:spPr>
            <a:xfrm>
              <a:off x="10403155" y="5185101"/>
              <a:ext cx="0" cy="461308"/>
            </a:xfrm>
            <a:prstGeom prst="line">
              <a:avLst/>
            </a:prstGeom>
            <a:ln w="12700">
              <a:solidFill>
                <a:srgbClr val="6654AB"/>
              </a:solidFill>
            </a:ln>
          </p:spPr>
          <p:style>
            <a:lnRef idx="1">
              <a:schemeClr val="accent1"/>
            </a:lnRef>
            <a:fillRef idx="0">
              <a:schemeClr val="accent1"/>
            </a:fillRef>
            <a:effectRef idx="0">
              <a:schemeClr val="accent1"/>
            </a:effectRef>
            <a:fontRef idx="minor">
              <a:schemeClr val="tx1"/>
            </a:fontRef>
          </p:style>
        </p:cxnSp>
        <p:sp>
          <p:nvSpPr>
            <p:cNvPr id="1383" name="TextBox 1382">
              <a:extLst>
                <a:ext uri="{FF2B5EF4-FFF2-40B4-BE49-F238E27FC236}">
                  <a16:creationId xmlns:a16="http://schemas.microsoft.com/office/drawing/2014/main" id="{AF4D32F6-955E-242B-E063-D361570FEC6B}"/>
                </a:ext>
              </a:extLst>
            </p:cNvPr>
            <p:cNvSpPr txBox="1"/>
            <p:nvPr/>
          </p:nvSpPr>
          <p:spPr>
            <a:xfrm>
              <a:off x="10537187" y="5177184"/>
              <a:ext cx="1612615" cy="481159"/>
            </a:xfrm>
            <a:prstGeom prst="rect">
              <a:avLst/>
            </a:prstGeom>
            <a:noFill/>
            <a:ln>
              <a:noFill/>
            </a:ln>
          </p:spPr>
          <p:txBody>
            <a:bodyPr wrap="square" lIns="0" tIns="0" rIns="0" bIns="0" rtlCol="0" anchor="t">
              <a:noAutofit/>
            </a:bodyPr>
            <a:lstStyle/>
            <a:p>
              <a:pPr lvl="0">
                <a:defRPr/>
              </a:pPr>
              <a:r>
                <a:rPr lang="en-IN" sz="1000" b="1" dirty="0">
                  <a:solidFill>
                    <a:schemeClr val="tx1">
                      <a:lumMod val="85000"/>
                      <a:lumOff val="15000"/>
                    </a:schemeClr>
                  </a:solidFill>
                  <a:latin typeface="Arial" panose="020B0604020202020204" pitchFamily="34" charset="0"/>
                </a:rPr>
                <a:t>Lorem ipsum </a:t>
              </a:r>
              <a:r>
                <a:rPr lang="en-IN" sz="1000" b="1" dirty="0" err="1">
                  <a:solidFill>
                    <a:schemeClr val="tx1">
                      <a:lumMod val="85000"/>
                      <a:lumOff val="15000"/>
                    </a:schemeClr>
                  </a:solidFill>
                  <a:latin typeface="Arial" panose="020B0604020202020204" pitchFamily="34" charset="0"/>
                </a:rPr>
                <a:t>dolor</a:t>
              </a:r>
              <a:r>
                <a:rPr lang="en-IN" sz="1000" b="1" dirty="0">
                  <a:solidFill>
                    <a:schemeClr val="tx1">
                      <a:lumMod val="85000"/>
                      <a:lumOff val="15000"/>
                    </a:schemeClr>
                  </a:solidFill>
                  <a:latin typeface="Arial" panose="020B0604020202020204" pitchFamily="34" charset="0"/>
                </a:rPr>
                <a:t> sit </a:t>
              </a:r>
              <a:r>
                <a:rPr lang="en-IN" sz="1000" b="1" dirty="0" err="1">
                  <a:solidFill>
                    <a:schemeClr val="tx1">
                      <a:lumMod val="85000"/>
                      <a:lumOff val="15000"/>
                    </a:schemeClr>
                  </a:solidFill>
                  <a:latin typeface="Arial" panose="020B0604020202020204" pitchFamily="34" charset="0"/>
                </a:rPr>
                <a:t>amet</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consectetuer</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adipiscing</a:t>
              </a:r>
              <a:r>
                <a:rPr lang="en-IN" sz="1000" b="1" dirty="0">
                  <a:solidFill>
                    <a:schemeClr val="tx1">
                      <a:lumMod val="85000"/>
                      <a:lumOff val="15000"/>
                    </a:schemeClr>
                  </a:solidFill>
                  <a:latin typeface="Arial" panose="020B0604020202020204" pitchFamily="34" charset="0"/>
                </a:rPr>
                <a:t> </a:t>
              </a:r>
              <a:r>
                <a:rPr lang="en-IN" sz="1000" b="1" dirty="0" err="1">
                  <a:solidFill>
                    <a:schemeClr val="tx1">
                      <a:lumMod val="85000"/>
                      <a:lumOff val="15000"/>
                    </a:schemeClr>
                  </a:solidFill>
                  <a:latin typeface="Arial" panose="020B0604020202020204" pitchFamily="34" charset="0"/>
                </a:rPr>
                <a:t>elit</a:t>
              </a:r>
              <a:r>
                <a:rPr lang="en-IN" sz="1000" b="1" dirty="0">
                  <a:solidFill>
                    <a:schemeClr val="tx1">
                      <a:lumMod val="85000"/>
                      <a:lumOff val="15000"/>
                    </a:schemeClr>
                  </a:solidFill>
                  <a:latin typeface="Arial" panose="020B0604020202020204" pitchFamily="34" charset="0"/>
                </a:rPr>
                <a:t>. </a:t>
              </a:r>
            </a:p>
          </p:txBody>
        </p:sp>
      </p:grpSp>
    </p:spTree>
    <p:extLst>
      <p:ext uri="{BB962C8B-B14F-4D97-AF65-F5344CB8AC3E}">
        <p14:creationId xmlns:p14="http://schemas.microsoft.com/office/powerpoint/2010/main" val="1247192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18CB-EA78-0E1F-661C-C1352EF7813D}"/>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73FC5D8-14B8-A612-0FE6-59A39D361971}"/>
              </a:ext>
            </a:extLst>
          </p:cNvPr>
          <p:cNvSpPr/>
          <p:nvPr/>
        </p:nvSpPr>
        <p:spPr>
          <a:xfrm>
            <a:off x="207232" y="838200"/>
            <a:ext cx="11800016" cy="5588000"/>
          </a:xfrm>
          <a:prstGeom prst="roundRect">
            <a:avLst>
              <a:gd name="adj" fmla="val 2273"/>
            </a:avLst>
          </a:prstGeom>
          <a:solidFill>
            <a:schemeClr val="bg1"/>
          </a:solidFill>
          <a:ln>
            <a:solidFill>
              <a:srgbClr val="6754A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Helvetica"/>
              <a:ea typeface="+mn-ea"/>
              <a:cs typeface="+mn-cs"/>
            </a:endParaRPr>
          </a:p>
        </p:txBody>
      </p:sp>
      <p:sp>
        <p:nvSpPr>
          <p:cNvPr id="2" name="Título 1">
            <a:extLst>
              <a:ext uri="{FF2B5EF4-FFF2-40B4-BE49-F238E27FC236}">
                <a16:creationId xmlns:a16="http://schemas.microsoft.com/office/drawing/2014/main" id="{297DA475-1715-3FEE-5B13-9FCD66922660}"/>
              </a:ext>
            </a:extLst>
          </p:cNvPr>
          <p:cNvSpPr>
            <a:spLocks noGrp="1"/>
          </p:cNvSpPr>
          <p:nvPr>
            <p:ph type="title"/>
          </p:nvPr>
        </p:nvSpPr>
        <p:spPr/>
        <p:txBody>
          <a:bodyPr/>
          <a:lstStyle/>
          <a:p>
            <a:r>
              <a:rPr lang="en-US" sz="1800" dirty="0"/>
              <a:t>Title</a:t>
            </a:r>
            <a:endParaRPr lang="es-MX" sz="1800" dirty="0"/>
          </a:p>
        </p:txBody>
      </p:sp>
      <p:sp>
        <p:nvSpPr>
          <p:cNvPr id="1989" name="Rectangle: Rounded Corners 1988">
            <a:extLst>
              <a:ext uri="{FF2B5EF4-FFF2-40B4-BE49-F238E27FC236}">
                <a16:creationId xmlns:a16="http://schemas.microsoft.com/office/drawing/2014/main" id="{B7B28AFB-A56C-18C2-84E9-7DB6D4C98C42}"/>
              </a:ext>
            </a:extLst>
          </p:cNvPr>
          <p:cNvSpPr/>
          <p:nvPr/>
        </p:nvSpPr>
        <p:spPr>
          <a:xfrm>
            <a:off x="3533824" y="2494568"/>
            <a:ext cx="7604326" cy="806706"/>
          </a:xfrm>
          <a:prstGeom prst="roundRect">
            <a:avLst>
              <a:gd name="adj" fmla="val 7872"/>
            </a:avLst>
          </a:prstGeom>
          <a:solidFill>
            <a:srgbClr val="E6E3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8" name="Rectangle: Rounded Corners 1987">
            <a:extLst>
              <a:ext uri="{FF2B5EF4-FFF2-40B4-BE49-F238E27FC236}">
                <a16:creationId xmlns:a16="http://schemas.microsoft.com/office/drawing/2014/main" id="{220407D1-DAF5-18F7-5BD0-E46FD4B541C8}"/>
              </a:ext>
            </a:extLst>
          </p:cNvPr>
          <p:cNvSpPr/>
          <p:nvPr/>
        </p:nvSpPr>
        <p:spPr>
          <a:xfrm>
            <a:off x="3533824" y="3482838"/>
            <a:ext cx="7604326" cy="806706"/>
          </a:xfrm>
          <a:prstGeom prst="roundRect">
            <a:avLst>
              <a:gd name="adj" fmla="val 7872"/>
            </a:avLst>
          </a:prstGeom>
          <a:solidFill>
            <a:srgbClr val="EDE5F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7" name="Rectangle: Rounded Corners 1986">
            <a:extLst>
              <a:ext uri="{FF2B5EF4-FFF2-40B4-BE49-F238E27FC236}">
                <a16:creationId xmlns:a16="http://schemas.microsoft.com/office/drawing/2014/main" id="{F90A3FD6-D883-1546-78BD-66C024A03A1C}"/>
              </a:ext>
            </a:extLst>
          </p:cNvPr>
          <p:cNvSpPr/>
          <p:nvPr/>
        </p:nvSpPr>
        <p:spPr>
          <a:xfrm>
            <a:off x="3533824" y="4457349"/>
            <a:ext cx="7604326" cy="806706"/>
          </a:xfrm>
          <a:prstGeom prst="roundRect">
            <a:avLst>
              <a:gd name="adj" fmla="val 7872"/>
            </a:avLst>
          </a:prstGeom>
          <a:solidFill>
            <a:srgbClr val="DFED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6" name="Rectangle: Rounded Corners 1985">
            <a:extLst>
              <a:ext uri="{FF2B5EF4-FFF2-40B4-BE49-F238E27FC236}">
                <a16:creationId xmlns:a16="http://schemas.microsoft.com/office/drawing/2014/main" id="{486B1F9A-8894-7AEB-1B0B-015DAF16BE3B}"/>
              </a:ext>
            </a:extLst>
          </p:cNvPr>
          <p:cNvSpPr/>
          <p:nvPr/>
        </p:nvSpPr>
        <p:spPr>
          <a:xfrm>
            <a:off x="3533824" y="5440235"/>
            <a:ext cx="7604326" cy="806706"/>
          </a:xfrm>
          <a:prstGeom prst="roundRect">
            <a:avLst>
              <a:gd name="adj" fmla="val 7872"/>
            </a:avLst>
          </a:prstGeom>
          <a:solidFill>
            <a:srgbClr val="E1E8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84" name="Rectangle: Rounded Corners 1983">
            <a:extLst>
              <a:ext uri="{FF2B5EF4-FFF2-40B4-BE49-F238E27FC236}">
                <a16:creationId xmlns:a16="http://schemas.microsoft.com/office/drawing/2014/main" id="{1C414176-F952-F6FE-3237-EC142D7A638B}"/>
              </a:ext>
            </a:extLst>
          </p:cNvPr>
          <p:cNvSpPr/>
          <p:nvPr/>
        </p:nvSpPr>
        <p:spPr>
          <a:xfrm>
            <a:off x="3533824" y="1333303"/>
            <a:ext cx="7604326" cy="853162"/>
          </a:xfrm>
          <a:prstGeom prst="roundRect">
            <a:avLst>
              <a:gd name="adj" fmla="val 7443"/>
            </a:avLst>
          </a:prstGeom>
          <a:solidFill>
            <a:srgbClr val="E5E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998" name="Group 1997">
            <a:extLst>
              <a:ext uri="{FF2B5EF4-FFF2-40B4-BE49-F238E27FC236}">
                <a16:creationId xmlns:a16="http://schemas.microsoft.com/office/drawing/2014/main" id="{EB8E6152-80D9-11A8-7917-FD26535CD7D9}"/>
              </a:ext>
            </a:extLst>
          </p:cNvPr>
          <p:cNvGrpSpPr/>
          <p:nvPr/>
        </p:nvGrpSpPr>
        <p:grpSpPr>
          <a:xfrm>
            <a:off x="1053850" y="1073464"/>
            <a:ext cx="4987152" cy="5181424"/>
            <a:chOff x="1381986" y="1073464"/>
            <a:chExt cx="4987152" cy="5181424"/>
          </a:xfrm>
        </p:grpSpPr>
        <p:sp>
          <p:nvSpPr>
            <p:cNvPr id="1655" name="Freeform: Shape 1654">
              <a:extLst>
                <a:ext uri="{FF2B5EF4-FFF2-40B4-BE49-F238E27FC236}">
                  <a16:creationId xmlns:a16="http://schemas.microsoft.com/office/drawing/2014/main" id="{6763D66B-2B20-7A84-8F79-636EF40F0B7C}"/>
                </a:ext>
              </a:extLst>
            </p:cNvPr>
            <p:cNvSpPr/>
            <p:nvPr/>
          </p:nvSpPr>
          <p:spPr>
            <a:xfrm>
              <a:off x="5473061" y="2384927"/>
              <a:ext cx="268179" cy="110183"/>
            </a:xfrm>
            <a:custGeom>
              <a:avLst/>
              <a:gdLst>
                <a:gd name="connsiteX0" fmla="*/ 0 w 268179"/>
                <a:gd name="connsiteY0" fmla="*/ 110184 h 110183"/>
                <a:gd name="connsiteX1" fmla="*/ 63569 w 268179"/>
                <a:gd name="connsiteY1" fmla="*/ 0 h 110183"/>
                <a:gd name="connsiteX2" fmla="*/ 268179 w 268179"/>
                <a:gd name="connsiteY2" fmla="*/ 110184 h 110183"/>
                <a:gd name="connsiteX3" fmla="*/ 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0" y="110184"/>
                  </a:moveTo>
                  <a:lnTo>
                    <a:pt x="63569" y="0"/>
                  </a:lnTo>
                  <a:lnTo>
                    <a:pt x="268179" y="110184"/>
                  </a:lnTo>
                  <a:lnTo>
                    <a:pt x="0" y="110184"/>
                  </a:lnTo>
                  <a:close/>
                </a:path>
              </a:pathLst>
            </a:custGeom>
            <a:solidFill>
              <a:srgbClr val="6654AB"/>
            </a:solidFill>
            <a:ln w="2256" cap="flat">
              <a:noFill/>
              <a:prstDash val="solid"/>
              <a:miter/>
            </a:ln>
          </p:spPr>
          <p:txBody>
            <a:bodyPr rtlCol="0" anchor="ctr"/>
            <a:lstStyle/>
            <a:p>
              <a:endParaRPr lang="en-IN"/>
            </a:p>
          </p:txBody>
        </p:sp>
        <p:sp>
          <p:nvSpPr>
            <p:cNvPr id="1656" name="Freeform: Shape 1655">
              <a:extLst>
                <a:ext uri="{FF2B5EF4-FFF2-40B4-BE49-F238E27FC236}">
                  <a16:creationId xmlns:a16="http://schemas.microsoft.com/office/drawing/2014/main" id="{648FB882-F904-51C9-93F9-0C13B27E7BA3}"/>
                </a:ext>
              </a:extLst>
            </p:cNvPr>
            <p:cNvSpPr/>
            <p:nvPr/>
          </p:nvSpPr>
          <p:spPr>
            <a:xfrm>
              <a:off x="2009907" y="2385536"/>
              <a:ext cx="268157" cy="110183"/>
            </a:xfrm>
            <a:custGeom>
              <a:avLst/>
              <a:gdLst>
                <a:gd name="connsiteX0" fmla="*/ 268157 w 268157"/>
                <a:gd name="connsiteY0" fmla="*/ 110184 h 110183"/>
                <a:gd name="connsiteX1" fmla="*/ 204612 w 268157"/>
                <a:gd name="connsiteY1" fmla="*/ 0 h 110183"/>
                <a:gd name="connsiteX2" fmla="*/ 0 w 268157"/>
                <a:gd name="connsiteY2" fmla="*/ 110184 h 110183"/>
                <a:gd name="connsiteX3" fmla="*/ 268157 w 268157"/>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57" h="110183">
                  <a:moveTo>
                    <a:pt x="268157" y="110184"/>
                  </a:moveTo>
                  <a:lnTo>
                    <a:pt x="204612" y="0"/>
                  </a:lnTo>
                  <a:lnTo>
                    <a:pt x="0" y="110184"/>
                  </a:lnTo>
                  <a:lnTo>
                    <a:pt x="268157" y="110184"/>
                  </a:lnTo>
                  <a:close/>
                </a:path>
              </a:pathLst>
            </a:custGeom>
            <a:solidFill>
              <a:srgbClr val="6654AB"/>
            </a:solidFill>
            <a:ln w="2256" cap="flat">
              <a:noFill/>
              <a:prstDash val="solid"/>
              <a:miter/>
            </a:ln>
          </p:spPr>
          <p:txBody>
            <a:bodyPr rtlCol="0" anchor="ctr"/>
            <a:lstStyle/>
            <a:p>
              <a:endParaRPr lang="en-IN"/>
            </a:p>
          </p:txBody>
        </p:sp>
        <p:sp>
          <p:nvSpPr>
            <p:cNvPr id="1658" name="Freeform: Shape 1657">
              <a:extLst>
                <a:ext uri="{FF2B5EF4-FFF2-40B4-BE49-F238E27FC236}">
                  <a16:creationId xmlns:a16="http://schemas.microsoft.com/office/drawing/2014/main" id="{DE097964-3BB5-DE9C-020C-C31C4B9C6E1E}"/>
                </a:ext>
              </a:extLst>
            </p:cNvPr>
            <p:cNvSpPr/>
            <p:nvPr/>
          </p:nvSpPr>
          <p:spPr>
            <a:xfrm>
              <a:off x="5006636" y="3372790"/>
              <a:ext cx="268180" cy="110183"/>
            </a:xfrm>
            <a:custGeom>
              <a:avLst/>
              <a:gdLst>
                <a:gd name="connsiteX0" fmla="*/ 0 w 268180"/>
                <a:gd name="connsiteY0" fmla="*/ 110184 h 110183"/>
                <a:gd name="connsiteX1" fmla="*/ 63569 w 268180"/>
                <a:gd name="connsiteY1" fmla="*/ 0 h 110183"/>
                <a:gd name="connsiteX2" fmla="*/ 268181 w 268180"/>
                <a:gd name="connsiteY2" fmla="*/ 110184 h 110183"/>
                <a:gd name="connsiteX3" fmla="*/ 0 w 268180"/>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80" h="110183">
                  <a:moveTo>
                    <a:pt x="0" y="110184"/>
                  </a:moveTo>
                  <a:lnTo>
                    <a:pt x="63569" y="0"/>
                  </a:lnTo>
                  <a:lnTo>
                    <a:pt x="268181" y="110184"/>
                  </a:lnTo>
                  <a:lnTo>
                    <a:pt x="0" y="110184"/>
                  </a:lnTo>
                  <a:close/>
                </a:path>
              </a:pathLst>
            </a:custGeom>
            <a:solidFill>
              <a:srgbClr val="9363B7"/>
            </a:solidFill>
            <a:ln w="2256" cap="flat">
              <a:noFill/>
              <a:prstDash val="solid"/>
              <a:miter/>
            </a:ln>
          </p:spPr>
          <p:txBody>
            <a:bodyPr rtlCol="0" anchor="ctr"/>
            <a:lstStyle/>
            <a:p>
              <a:endParaRPr lang="en-IN"/>
            </a:p>
          </p:txBody>
        </p:sp>
        <p:sp>
          <p:nvSpPr>
            <p:cNvPr id="1659" name="Freeform: Shape 1658">
              <a:extLst>
                <a:ext uri="{FF2B5EF4-FFF2-40B4-BE49-F238E27FC236}">
                  <a16:creationId xmlns:a16="http://schemas.microsoft.com/office/drawing/2014/main" id="{FA3E997C-EF3C-57E4-5B79-4D92A8F793FF}"/>
                </a:ext>
              </a:extLst>
            </p:cNvPr>
            <p:cNvSpPr/>
            <p:nvPr/>
          </p:nvSpPr>
          <p:spPr>
            <a:xfrm>
              <a:off x="2476310" y="3373671"/>
              <a:ext cx="268179" cy="110183"/>
            </a:xfrm>
            <a:custGeom>
              <a:avLst/>
              <a:gdLst>
                <a:gd name="connsiteX0" fmla="*/ 268180 w 268179"/>
                <a:gd name="connsiteY0" fmla="*/ 110184 h 110183"/>
                <a:gd name="connsiteX1" fmla="*/ 204611 w 268179"/>
                <a:gd name="connsiteY1" fmla="*/ 0 h 110183"/>
                <a:gd name="connsiteX2" fmla="*/ 0 w 268179"/>
                <a:gd name="connsiteY2" fmla="*/ 110184 h 110183"/>
                <a:gd name="connsiteX3" fmla="*/ 26818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268180" y="110184"/>
                  </a:moveTo>
                  <a:lnTo>
                    <a:pt x="204611" y="0"/>
                  </a:lnTo>
                  <a:lnTo>
                    <a:pt x="0" y="110184"/>
                  </a:lnTo>
                  <a:lnTo>
                    <a:pt x="268180" y="110184"/>
                  </a:lnTo>
                  <a:close/>
                </a:path>
              </a:pathLst>
            </a:custGeom>
            <a:solidFill>
              <a:srgbClr val="9363B7"/>
            </a:solidFill>
            <a:ln w="2256" cap="flat">
              <a:noFill/>
              <a:prstDash val="solid"/>
              <a:miter/>
            </a:ln>
          </p:spPr>
          <p:txBody>
            <a:bodyPr rtlCol="0" anchor="ctr"/>
            <a:lstStyle/>
            <a:p>
              <a:endParaRPr lang="en-IN"/>
            </a:p>
          </p:txBody>
        </p:sp>
        <p:sp>
          <p:nvSpPr>
            <p:cNvPr id="1661" name="Freeform: Shape 1660">
              <a:extLst>
                <a:ext uri="{FF2B5EF4-FFF2-40B4-BE49-F238E27FC236}">
                  <a16:creationId xmlns:a16="http://schemas.microsoft.com/office/drawing/2014/main" id="{E15D7CF0-DD95-1BA3-795B-F8477E8AACD9}"/>
                </a:ext>
              </a:extLst>
            </p:cNvPr>
            <p:cNvSpPr/>
            <p:nvPr/>
          </p:nvSpPr>
          <p:spPr>
            <a:xfrm>
              <a:off x="2942734" y="4345462"/>
              <a:ext cx="268179" cy="110183"/>
            </a:xfrm>
            <a:custGeom>
              <a:avLst/>
              <a:gdLst>
                <a:gd name="connsiteX0" fmla="*/ 268180 w 268179"/>
                <a:gd name="connsiteY0" fmla="*/ 110184 h 110183"/>
                <a:gd name="connsiteX1" fmla="*/ 204612 w 268179"/>
                <a:gd name="connsiteY1" fmla="*/ 0 h 110183"/>
                <a:gd name="connsiteX2" fmla="*/ 0 w 268179"/>
                <a:gd name="connsiteY2" fmla="*/ 110184 h 110183"/>
                <a:gd name="connsiteX3" fmla="*/ 26818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268180" y="110184"/>
                  </a:moveTo>
                  <a:lnTo>
                    <a:pt x="204612" y="0"/>
                  </a:lnTo>
                  <a:lnTo>
                    <a:pt x="0" y="110184"/>
                  </a:lnTo>
                  <a:lnTo>
                    <a:pt x="268180" y="110184"/>
                  </a:lnTo>
                  <a:close/>
                </a:path>
              </a:pathLst>
            </a:custGeom>
            <a:solidFill>
              <a:srgbClr val="227FC3"/>
            </a:solidFill>
            <a:ln w="2256" cap="flat">
              <a:noFill/>
              <a:prstDash val="solid"/>
              <a:miter/>
            </a:ln>
          </p:spPr>
          <p:txBody>
            <a:bodyPr rtlCol="0" anchor="ctr"/>
            <a:lstStyle/>
            <a:p>
              <a:endParaRPr lang="en-IN"/>
            </a:p>
          </p:txBody>
        </p:sp>
        <p:sp>
          <p:nvSpPr>
            <p:cNvPr id="1662" name="Freeform: Shape 1661">
              <a:extLst>
                <a:ext uri="{FF2B5EF4-FFF2-40B4-BE49-F238E27FC236}">
                  <a16:creationId xmlns:a16="http://schemas.microsoft.com/office/drawing/2014/main" id="{F8C15351-64EB-ED2E-E46B-98ADB8F40BD2}"/>
                </a:ext>
              </a:extLst>
            </p:cNvPr>
            <p:cNvSpPr/>
            <p:nvPr/>
          </p:nvSpPr>
          <p:spPr>
            <a:xfrm>
              <a:off x="4540233" y="4344920"/>
              <a:ext cx="268179" cy="110183"/>
            </a:xfrm>
            <a:custGeom>
              <a:avLst/>
              <a:gdLst>
                <a:gd name="connsiteX0" fmla="*/ 0 w 268179"/>
                <a:gd name="connsiteY0" fmla="*/ 110184 h 110183"/>
                <a:gd name="connsiteX1" fmla="*/ 63546 w 268179"/>
                <a:gd name="connsiteY1" fmla="*/ 0 h 110183"/>
                <a:gd name="connsiteX2" fmla="*/ 268179 w 268179"/>
                <a:gd name="connsiteY2" fmla="*/ 110184 h 110183"/>
                <a:gd name="connsiteX3" fmla="*/ 0 w 268179"/>
                <a:gd name="connsiteY3" fmla="*/ 110184 h 110183"/>
              </a:gdLst>
              <a:ahLst/>
              <a:cxnLst>
                <a:cxn ang="0">
                  <a:pos x="connsiteX0" y="connsiteY0"/>
                </a:cxn>
                <a:cxn ang="0">
                  <a:pos x="connsiteX1" y="connsiteY1"/>
                </a:cxn>
                <a:cxn ang="0">
                  <a:pos x="connsiteX2" y="connsiteY2"/>
                </a:cxn>
                <a:cxn ang="0">
                  <a:pos x="connsiteX3" y="connsiteY3"/>
                </a:cxn>
              </a:cxnLst>
              <a:rect l="l" t="t" r="r" b="b"/>
              <a:pathLst>
                <a:path w="268179" h="110183">
                  <a:moveTo>
                    <a:pt x="0" y="110184"/>
                  </a:moveTo>
                  <a:lnTo>
                    <a:pt x="63546" y="0"/>
                  </a:lnTo>
                  <a:lnTo>
                    <a:pt x="268179" y="110184"/>
                  </a:lnTo>
                  <a:lnTo>
                    <a:pt x="0" y="110184"/>
                  </a:lnTo>
                  <a:close/>
                </a:path>
              </a:pathLst>
            </a:custGeom>
            <a:solidFill>
              <a:srgbClr val="227FC3"/>
            </a:solidFill>
            <a:ln w="2256" cap="flat">
              <a:noFill/>
              <a:prstDash val="solid"/>
              <a:miter/>
            </a:ln>
          </p:spPr>
          <p:txBody>
            <a:bodyPr rtlCol="0" anchor="ctr"/>
            <a:lstStyle/>
            <a:p>
              <a:endParaRPr lang="en-IN"/>
            </a:p>
          </p:txBody>
        </p:sp>
        <p:sp>
          <p:nvSpPr>
            <p:cNvPr id="1664" name="Freeform: Shape 1663">
              <a:extLst>
                <a:ext uri="{FF2B5EF4-FFF2-40B4-BE49-F238E27FC236}">
                  <a16:creationId xmlns:a16="http://schemas.microsoft.com/office/drawing/2014/main" id="{6468F195-DB93-4229-8F68-C4F2F523AE84}"/>
                </a:ext>
              </a:extLst>
            </p:cNvPr>
            <p:cNvSpPr/>
            <p:nvPr/>
          </p:nvSpPr>
          <p:spPr>
            <a:xfrm>
              <a:off x="4073831" y="5333460"/>
              <a:ext cx="268157" cy="110161"/>
            </a:xfrm>
            <a:custGeom>
              <a:avLst/>
              <a:gdLst>
                <a:gd name="connsiteX0" fmla="*/ 0 w 268157"/>
                <a:gd name="connsiteY0" fmla="*/ 110162 h 110161"/>
                <a:gd name="connsiteX1" fmla="*/ 63546 w 268157"/>
                <a:gd name="connsiteY1" fmla="*/ 0 h 110161"/>
                <a:gd name="connsiteX2" fmla="*/ 268157 w 268157"/>
                <a:gd name="connsiteY2" fmla="*/ 110162 h 110161"/>
                <a:gd name="connsiteX3" fmla="*/ 0 w 268157"/>
                <a:gd name="connsiteY3" fmla="*/ 110162 h 110161"/>
              </a:gdLst>
              <a:ahLst/>
              <a:cxnLst>
                <a:cxn ang="0">
                  <a:pos x="connsiteX0" y="connsiteY0"/>
                </a:cxn>
                <a:cxn ang="0">
                  <a:pos x="connsiteX1" y="connsiteY1"/>
                </a:cxn>
                <a:cxn ang="0">
                  <a:pos x="connsiteX2" y="connsiteY2"/>
                </a:cxn>
                <a:cxn ang="0">
                  <a:pos x="connsiteX3" y="connsiteY3"/>
                </a:cxn>
              </a:cxnLst>
              <a:rect l="l" t="t" r="r" b="b"/>
              <a:pathLst>
                <a:path w="268157" h="110161">
                  <a:moveTo>
                    <a:pt x="0" y="110162"/>
                  </a:moveTo>
                  <a:lnTo>
                    <a:pt x="63546" y="0"/>
                  </a:lnTo>
                  <a:lnTo>
                    <a:pt x="268157" y="110162"/>
                  </a:lnTo>
                  <a:lnTo>
                    <a:pt x="0" y="110162"/>
                  </a:lnTo>
                  <a:close/>
                </a:path>
              </a:pathLst>
            </a:custGeom>
            <a:solidFill>
              <a:srgbClr val="4969A2"/>
            </a:solidFill>
            <a:ln w="2256" cap="flat">
              <a:noFill/>
              <a:prstDash val="solid"/>
              <a:miter/>
            </a:ln>
          </p:spPr>
          <p:txBody>
            <a:bodyPr rtlCol="0" anchor="ctr"/>
            <a:lstStyle/>
            <a:p>
              <a:endParaRPr lang="en-IN"/>
            </a:p>
          </p:txBody>
        </p:sp>
        <p:sp>
          <p:nvSpPr>
            <p:cNvPr id="1665" name="Freeform: Shape 1664">
              <a:extLst>
                <a:ext uri="{FF2B5EF4-FFF2-40B4-BE49-F238E27FC236}">
                  <a16:creationId xmlns:a16="http://schemas.microsoft.com/office/drawing/2014/main" id="{54B69BD5-0B75-5D8B-BA0E-5C64E4B5631A}"/>
                </a:ext>
              </a:extLst>
            </p:cNvPr>
            <p:cNvSpPr/>
            <p:nvPr/>
          </p:nvSpPr>
          <p:spPr>
            <a:xfrm>
              <a:off x="3409002" y="5333596"/>
              <a:ext cx="268179" cy="110184"/>
            </a:xfrm>
            <a:custGeom>
              <a:avLst/>
              <a:gdLst>
                <a:gd name="connsiteX0" fmla="*/ 268180 w 268179"/>
                <a:gd name="connsiteY0" fmla="*/ 110184 h 110184"/>
                <a:gd name="connsiteX1" fmla="*/ 204634 w 268179"/>
                <a:gd name="connsiteY1" fmla="*/ 0 h 110184"/>
                <a:gd name="connsiteX2" fmla="*/ 0 w 268179"/>
                <a:gd name="connsiteY2" fmla="*/ 110184 h 110184"/>
                <a:gd name="connsiteX3" fmla="*/ 268180 w 268179"/>
                <a:gd name="connsiteY3" fmla="*/ 110184 h 110184"/>
              </a:gdLst>
              <a:ahLst/>
              <a:cxnLst>
                <a:cxn ang="0">
                  <a:pos x="connsiteX0" y="connsiteY0"/>
                </a:cxn>
                <a:cxn ang="0">
                  <a:pos x="connsiteX1" y="connsiteY1"/>
                </a:cxn>
                <a:cxn ang="0">
                  <a:pos x="connsiteX2" y="connsiteY2"/>
                </a:cxn>
                <a:cxn ang="0">
                  <a:pos x="connsiteX3" y="connsiteY3"/>
                </a:cxn>
              </a:cxnLst>
              <a:rect l="l" t="t" r="r" b="b"/>
              <a:pathLst>
                <a:path w="268179" h="110184">
                  <a:moveTo>
                    <a:pt x="268180" y="110184"/>
                  </a:moveTo>
                  <a:lnTo>
                    <a:pt x="204634" y="0"/>
                  </a:lnTo>
                  <a:lnTo>
                    <a:pt x="0" y="110184"/>
                  </a:lnTo>
                  <a:lnTo>
                    <a:pt x="268180" y="110184"/>
                  </a:lnTo>
                  <a:close/>
                </a:path>
              </a:pathLst>
            </a:custGeom>
            <a:solidFill>
              <a:srgbClr val="4969A2"/>
            </a:solidFill>
            <a:ln w="2256" cap="flat">
              <a:noFill/>
              <a:prstDash val="solid"/>
              <a:miter/>
            </a:ln>
          </p:spPr>
          <p:txBody>
            <a:bodyPr rtlCol="0" anchor="ctr"/>
            <a:lstStyle/>
            <a:p>
              <a:endParaRPr lang="en-IN"/>
            </a:p>
          </p:txBody>
        </p:sp>
        <p:sp>
          <p:nvSpPr>
            <p:cNvPr id="1979" name="Freeform: Shape 1978">
              <a:extLst>
                <a:ext uri="{FF2B5EF4-FFF2-40B4-BE49-F238E27FC236}">
                  <a16:creationId xmlns:a16="http://schemas.microsoft.com/office/drawing/2014/main" id="{2DEEC34C-7453-1772-4FD1-45B4A37B6374}"/>
                </a:ext>
              </a:extLst>
            </p:cNvPr>
            <p:cNvSpPr/>
            <p:nvPr/>
          </p:nvSpPr>
          <p:spPr>
            <a:xfrm>
              <a:off x="2009884" y="2494568"/>
              <a:ext cx="3731357" cy="807858"/>
            </a:xfrm>
            <a:custGeom>
              <a:avLst/>
              <a:gdLst>
                <a:gd name="connsiteX0" fmla="*/ 0 w 3731357"/>
                <a:gd name="connsiteY0" fmla="*/ 0 h 807858"/>
                <a:gd name="connsiteX1" fmla="*/ 3731357 w 3731357"/>
                <a:gd name="connsiteY1" fmla="*/ 0 h 807858"/>
                <a:gd name="connsiteX2" fmla="*/ 3730680 w 3731357"/>
                <a:gd name="connsiteY2" fmla="*/ 1151 h 807858"/>
                <a:gd name="connsiteX3" fmla="*/ 3264932 w 3731357"/>
                <a:gd name="connsiteY3" fmla="*/ 807858 h 807858"/>
                <a:gd name="connsiteX4" fmla="*/ 1865791 w 3731357"/>
                <a:gd name="connsiteY4" fmla="*/ 807858 h 807858"/>
                <a:gd name="connsiteX5" fmla="*/ 466426 w 3731357"/>
                <a:gd name="connsiteY5" fmla="*/ 807858 h 807858"/>
                <a:gd name="connsiteX6" fmla="*/ 466425 w 3731357"/>
                <a:gd name="connsiteY6" fmla="*/ 807858 h 807858"/>
                <a:gd name="connsiteX7" fmla="*/ 677 w 3731357"/>
                <a:gd name="connsiteY7" fmla="*/ 1151 h 80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1357" h="807858">
                  <a:moveTo>
                    <a:pt x="0" y="0"/>
                  </a:moveTo>
                  <a:lnTo>
                    <a:pt x="3731357" y="0"/>
                  </a:lnTo>
                  <a:lnTo>
                    <a:pt x="3730680" y="1151"/>
                  </a:lnTo>
                  <a:lnTo>
                    <a:pt x="3264932" y="807858"/>
                  </a:lnTo>
                  <a:lnTo>
                    <a:pt x="1865791" y="807858"/>
                  </a:lnTo>
                  <a:lnTo>
                    <a:pt x="466426" y="807858"/>
                  </a:lnTo>
                  <a:lnTo>
                    <a:pt x="466425" y="807858"/>
                  </a:lnTo>
                  <a:lnTo>
                    <a:pt x="677" y="1151"/>
                  </a:lnTo>
                  <a:close/>
                </a:path>
              </a:pathLst>
            </a:custGeom>
            <a:solidFill>
              <a:srgbClr val="9A8DC8"/>
            </a:solidFill>
            <a:ln w="2256" cap="flat">
              <a:noFill/>
              <a:prstDash val="solid"/>
              <a:miter/>
            </a:ln>
          </p:spPr>
          <p:txBody>
            <a:bodyPr rtlCol="0" anchor="ctr"/>
            <a:lstStyle/>
            <a:p>
              <a:endParaRPr lang="en-IN"/>
            </a:p>
          </p:txBody>
        </p:sp>
        <p:sp>
          <p:nvSpPr>
            <p:cNvPr id="1981" name="Freeform: Shape 1980">
              <a:extLst>
                <a:ext uri="{FF2B5EF4-FFF2-40B4-BE49-F238E27FC236}">
                  <a16:creationId xmlns:a16="http://schemas.microsoft.com/office/drawing/2014/main" id="{00509F19-93EC-6C14-5BAE-FFE093B23C4A}"/>
                </a:ext>
              </a:extLst>
            </p:cNvPr>
            <p:cNvSpPr/>
            <p:nvPr/>
          </p:nvSpPr>
          <p:spPr>
            <a:xfrm>
              <a:off x="2942734" y="4455374"/>
              <a:ext cx="1865678" cy="807836"/>
            </a:xfrm>
            <a:custGeom>
              <a:avLst/>
              <a:gdLst>
                <a:gd name="connsiteX0" fmla="*/ 0 w 1865678"/>
                <a:gd name="connsiteY0" fmla="*/ 0 h 807836"/>
                <a:gd name="connsiteX1" fmla="*/ 932941 w 1865678"/>
                <a:gd name="connsiteY1" fmla="*/ 0 h 807836"/>
                <a:gd name="connsiteX2" fmla="*/ 1865678 w 1865678"/>
                <a:gd name="connsiteY2" fmla="*/ 0 h 807836"/>
                <a:gd name="connsiteX3" fmla="*/ 1399637 w 1865678"/>
                <a:gd name="connsiteY3" fmla="*/ 807181 h 807836"/>
                <a:gd name="connsiteX4" fmla="*/ 1399253 w 1865678"/>
                <a:gd name="connsiteY4" fmla="*/ 807836 h 807836"/>
                <a:gd name="connsiteX5" fmla="*/ 466426 w 1865678"/>
                <a:gd name="connsiteY5" fmla="*/ 807836 h 807836"/>
                <a:gd name="connsiteX6" fmla="*/ 466042 w 1865678"/>
                <a:gd name="connsiteY6" fmla="*/ 807181 h 807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65678" h="807836">
                  <a:moveTo>
                    <a:pt x="0" y="0"/>
                  </a:moveTo>
                  <a:lnTo>
                    <a:pt x="932941" y="0"/>
                  </a:lnTo>
                  <a:lnTo>
                    <a:pt x="1865678" y="0"/>
                  </a:lnTo>
                  <a:lnTo>
                    <a:pt x="1399637" y="807181"/>
                  </a:lnTo>
                  <a:lnTo>
                    <a:pt x="1399253" y="807836"/>
                  </a:lnTo>
                  <a:lnTo>
                    <a:pt x="466426" y="807836"/>
                  </a:lnTo>
                  <a:lnTo>
                    <a:pt x="466042" y="807181"/>
                  </a:lnTo>
                  <a:close/>
                </a:path>
              </a:pathLst>
            </a:custGeom>
            <a:solidFill>
              <a:srgbClr val="60A6D8"/>
            </a:solidFill>
            <a:ln w="2256" cap="flat">
              <a:noFill/>
              <a:prstDash val="solid"/>
              <a:miter/>
            </a:ln>
          </p:spPr>
          <p:txBody>
            <a:bodyPr rtlCol="0" anchor="ctr"/>
            <a:lstStyle/>
            <a:p>
              <a:endParaRPr lang="en-IN"/>
            </a:p>
          </p:txBody>
        </p:sp>
        <p:sp>
          <p:nvSpPr>
            <p:cNvPr id="1980" name="Freeform: Shape 1979">
              <a:extLst>
                <a:ext uri="{FF2B5EF4-FFF2-40B4-BE49-F238E27FC236}">
                  <a16:creationId xmlns:a16="http://schemas.microsoft.com/office/drawing/2014/main" id="{253DC100-7200-5297-DC49-CD9CE4C44190}"/>
                </a:ext>
              </a:extLst>
            </p:cNvPr>
            <p:cNvSpPr/>
            <p:nvPr/>
          </p:nvSpPr>
          <p:spPr>
            <a:xfrm>
              <a:off x="2476310" y="3482838"/>
              <a:ext cx="2798507" cy="807858"/>
            </a:xfrm>
            <a:custGeom>
              <a:avLst/>
              <a:gdLst>
                <a:gd name="connsiteX0" fmla="*/ 0 w 2798507"/>
                <a:gd name="connsiteY0" fmla="*/ 0 h 807858"/>
                <a:gd name="connsiteX1" fmla="*/ 2798507 w 2798507"/>
                <a:gd name="connsiteY1" fmla="*/ 0 h 807858"/>
                <a:gd name="connsiteX2" fmla="*/ 2798439 w 2798507"/>
                <a:gd name="connsiteY2" fmla="*/ 135 h 807858"/>
                <a:gd name="connsiteX3" fmla="*/ 2332103 w 2798507"/>
                <a:gd name="connsiteY3" fmla="*/ 807858 h 807858"/>
                <a:gd name="connsiteX4" fmla="*/ 1399276 w 2798507"/>
                <a:gd name="connsiteY4" fmla="*/ 807858 h 807858"/>
                <a:gd name="connsiteX5" fmla="*/ 466425 w 2798507"/>
                <a:gd name="connsiteY5" fmla="*/ 807858 h 807858"/>
                <a:gd name="connsiteX6" fmla="*/ 466335 w 2798507"/>
                <a:gd name="connsiteY6" fmla="*/ 807858 h 807858"/>
                <a:gd name="connsiteX7" fmla="*/ 0 w 2798507"/>
                <a:gd name="connsiteY7" fmla="*/ 135 h 807858"/>
                <a:gd name="connsiteX8" fmla="*/ 90 w 2798507"/>
                <a:gd name="connsiteY8" fmla="*/ 135 h 807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98507" h="807858">
                  <a:moveTo>
                    <a:pt x="0" y="0"/>
                  </a:moveTo>
                  <a:lnTo>
                    <a:pt x="2798507" y="0"/>
                  </a:lnTo>
                  <a:lnTo>
                    <a:pt x="2798439" y="135"/>
                  </a:lnTo>
                  <a:lnTo>
                    <a:pt x="2332103" y="807858"/>
                  </a:lnTo>
                  <a:lnTo>
                    <a:pt x="1399276" y="807858"/>
                  </a:lnTo>
                  <a:lnTo>
                    <a:pt x="466425" y="807858"/>
                  </a:lnTo>
                  <a:lnTo>
                    <a:pt x="466335" y="807858"/>
                  </a:lnTo>
                  <a:lnTo>
                    <a:pt x="0" y="135"/>
                  </a:lnTo>
                  <a:lnTo>
                    <a:pt x="90" y="135"/>
                  </a:lnTo>
                  <a:close/>
                </a:path>
              </a:pathLst>
            </a:custGeom>
            <a:solidFill>
              <a:srgbClr val="B898D0"/>
            </a:solidFill>
            <a:ln w="2256" cap="flat">
              <a:noFill/>
              <a:prstDash val="solid"/>
              <a:miter/>
            </a:ln>
          </p:spPr>
          <p:txBody>
            <a:bodyPr rtlCol="0" anchor="ctr"/>
            <a:lstStyle/>
            <a:p>
              <a:endParaRPr lang="en-IN"/>
            </a:p>
          </p:txBody>
        </p:sp>
        <p:sp>
          <p:nvSpPr>
            <p:cNvPr id="1672" name="Freeform: Shape 1671">
              <a:extLst>
                <a:ext uri="{FF2B5EF4-FFF2-40B4-BE49-F238E27FC236}">
                  <a16:creationId xmlns:a16="http://schemas.microsoft.com/office/drawing/2014/main" id="{E040EA43-C90D-16DE-5832-018ECE3483AB}"/>
                </a:ext>
              </a:extLst>
            </p:cNvPr>
            <p:cNvSpPr/>
            <p:nvPr/>
          </p:nvSpPr>
          <p:spPr>
            <a:xfrm>
              <a:off x="3875675" y="3482974"/>
              <a:ext cx="1399072" cy="807722"/>
            </a:xfrm>
            <a:custGeom>
              <a:avLst/>
              <a:gdLst>
                <a:gd name="connsiteX0" fmla="*/ 0 w 1399072"/>
                <a:gd name="connsiteY0" fmla="*/ 807723 h 807722"/>
                <a:gd name="connsiteX1" fmla="*/ 0 w 1399072"/>
                <a:gd name="connsiteY1" fmla="*/ 0 h 807722"/>
                <a:gd name="connsiteX2" fmla="*/ 1399073 w 1399072"/>
                <a:gd name="connsiteY2" fmla="*/ 0 h 807722"/>
                <a:gd name="connsiteX3" fmla="*/ 932738 w 1399072"/>
                <a:gd name="connsiteY3" fmla="*/ 807723 h 807722"/>
                <a:gd name="connsiteX4" fmla="*/ 0 w 1399072"/>
                <a:gd name="connsiteY4" fmla="*/ 807723 h 8077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99072" h="807722">
                  <a:moveTo>
                    <a:pt x="0" y="807723"/>
                  </a:moveTo>
                  <a:lnTo>
                    <a:pt x="0" y="0"/>
                  </a:lnTo>
                  <a:lnTo>
                    <a:pt x="1399073" y="0"/>
                  </a:lnTo>
                  <a:lnTo>
                    <a:pt x="932738" y="807723"/>
                  </a:lnTo>
                  <a:lnTo>
                    <a:pt x="0" y="807723"/>
                  </a:lnTo>
                  <a:close/>
                </a:path>
              </a:pathLst>
            </a:custGeom>
            <a:noFill/>
            <a:ln w="2256" cap="flat">
              <a:noFill/>
              <a:prstDash val="solid"/>
              <a:miter/>
            </a:ln>
          </p:spPr>
          <p:txBody>
            <a:bodyPr rtlCol="0" anchor="ctr"/>
            <a:lstStyle/>
            <a:p>
              <a:endParaRPr lang="en-IN"/>
            </a:p>
          </p:txBody>
        </p:sp>
        <p:sp>
          <p:nvSpPr>
            <p:cNvPr id="1674" name="Freeform: Shape 1673">
              <a:extLst>
                <a:ext uri="{FF2B5EF4-FFF2-40B4-BE49-F238E27FC236}">
                  <a16:creationId xmlns:a16="http://schemas.microsoft.com/office/drawing/2014/main" id="{02AD42C8-B151-7F6B-B948-A09A9D5F4106}"/>
                </a:ext>
              </a:extLst>
            </p:cNvPr>
            <p:cNvSpPr/>
            <p:nvPr/>
          </p:nvSpPr>
          <p:spPr>
            <a:xfrm>
              <a:off x="3875675" y="2495720"/>
              <a:ext cx="1864888" cy="806706"/>
            </a:xfrm>
            <a:custGeom>
              <a:avLst/>
              <a:gdLst>
                <a:gd name="connsiteX0" fmla="*/ 0 w 1864888"/>
                <a:gd name="connsiteY0" fmla="*/ 806707 h 806706"/>
                <a:gd name="connsiteX1" fmla="*/ 0 w 1864888"/>
                <a:gd name="connsiteY1" fmla="*/ 0 h 806706"/>
                <a:gd name="connsiteX2" fmla="*/ 1864889 w 1864888"/>
                <a:gd name="connsiteY2" fmla="*/ 0 h 806706"/>
                <a:gd name="connsiteX3" fmla="*/ 1399141 w 1864888"/>
                <a:gd name="connsiteY3" fmla="*/ 806707 h 806706"/>
                <a:gd name="connsiteX4" fmla="*/ 0 w 1864888"/>
                <a:gd name="connsiteY4" fmla="*/ 806707 h 806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4888" h="806706">
                  <a:moveTo>
                    <a:pt x="0" y="806707"/>
                  </a:moveTo>
                  <a:lnTo>
                    <a:pt x="0" y="0"/>
                  </a:lnTo>
                  <a:lnTo>
                    <a:pt x="1864889" y="0"/>
                  </a:lnTo>
                  <a:lnTo>
                    <a:pt x="1399141" y="806707"/>
                  </a:lnTo>
                  <a:lnTo>
                    <a:pt x="0" y="806707"/>
                  </a:lnTo>
                  <a:close/>
                </a:path>
              </a:pathLst>
            </a:custGeom>
            <a:noFill/>
            <a:ln w="2256" cap="flat">
              <a:noFill/>
              <a:prstDash val="solid"/>
              <a:miter/>
            </a:ln>
          </p:spPr>
          <p:txBody>
            <a:bodyPr rtlCol="0" anchor="ctr"/>
            <a:lstStyle/>
            <a:p>
              <a:endParaRPr lang="en-IN"/>
            </a:p>
          </p:txBody>
        </p:sp>
        <p:sp>
          <p:nvSpPr>
            <p:cNvPr id="1676" name="Freeform: Shape 1675">
              <a:extLst>
                <a:ext uri="{FF2B5EF4-FFF2-40B4-BE49-F238E27FC236}">
                  <a16:creationId xmlns:a16="http://schemas.microsoft.com/office/drawing/2014/main" id="{5A1133A7-80F5-ACA7-4AF6-21E6C8C4C5BD}"/>
                </a:ext>
              </a:extLst>
            </p:cNvPr>
            <p:cNvSpPr/>
            <p:nvPr/>
          </p:nvSpPr>
          <p:spPr>
            <a:xfrm>
              <a:off x="3874660" y="5442719"/>
              <a:ext cx="468908" cy="812169"/>
            </a:xfrm>
            <a:custGeom>
              <a:avLst/>
              <a:gdLst>
                <a:gd name="connsiteX0" fmla="*/ 0 w 468908"/>
                <a:gd name="connsiteY0" fmla="*/ 812169 h 812169"/>
                <a:gd name="connsiteX1" fmla="*/ 0 w 468908"/>
                <a:gd name="connsiteY1" fmla="*/ 0 h 812169"/>
                <a:gd name="connsiteX2" fmla="*/ 468908 w 468908"/>
                <a:gd name="connsiteY2" fmla="*/ 0 h 812169"/>
                <a:gd name="connsiteX3" fmla="*/ 468119 w 468908"/>
                <a:gd name="connsiteY3" fmla="*/ 1354 h 812169"/>
                <a:gd name="connsiteX4" fmla="*/ 0 w 468908"/>
                <a:gd name="connsiteY4" fmla="*/ 812169 h 812169"/>
                <a:gd name="connsiteX5" fmla="*/ 1829 w 468908"/>
                <a:gd name="connsiteY5" fmla="*/ 1828 h 812169"/>
                <a:gd name="connsiteX6" fmla="*/ 1829 w 468908"/>
                <a:gd name="connsiteY6" fmla="*/ 805397 h 812169"/>
                <a:gd name="connsiteX7" fmla="*/ 465771 w 468908"/>
                <a:gd name="connsiteY7" fmla="*/ 1828 h 812169"/>
                <a:gd name="connsiteX8" fmla="*/ 1829 w 468908"/>
                <a:gd name="connsiteY8" fmla="*/ 1828 h 812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8908" h="812169">
                  <a:moveTo>
                    <a:pt x="0" y="812169"/>
                  </a:moveTo>
                  <a:lnTo>
                    <a:pt x="0" y="0"/>
                  </a:lnTo>
                  <a:lnTo>
                    <a:pt x="468908" y="0"/>
                  </a:lnTo>
                  <a:lnTo>
                    <a:pt x="468119" y="1354"/>
                  </a:lnTo>
                  <a:lnTo>
                    <a:pt x="0" y="812169"/>
                  </a:lnTo>
                  <a:close/>
                  <a:moveTo>
                    <a:pt x="1829" y="1828"/>
                  </a:moveTo>
                  <a:lnTo>
                    <a:pt x="1829" y="805397"/>
                  </a:lnTo>
                  <a:lnTo>
                    <a:pt x="465771" y="1828"/>
                  </a:lnTo>
                  <a:lnTo>
                    <a:pt x="1829" y="1828"/>
                  </a:lnTo>
                  <a:close/>
                </a:path>
              </a:pathLst>
            </a:custGeom>
            <a:solidFill>
              <a:srgbClr val="D89E99"/>
            </a:solidFill>
            <a:ln w="2256" cap="flat">
              <a:noFill/>
              <a:prstDash val="solid"/>
              <a:miter/>
            </a:ln>
          </p:spPr>
          <p:txBody>
            <a:bodyPr rtlCol="0" anchor="ctr"/>
            <a:lstStyle/>
            <a:p>
              <a:endParaRPr lang="en-IN"/>
            </a:p>
          </p:txBody>
        </p:sp>
        <p:sp>
          <p:nvSpPr>
            <p:cNvPr id="1982" name="Freeform: Shape 1981">
              <a:extLst>
                <a:ext uri="{FF2B5EF4-FFF2-40B4-BE49-F238E27FC236}">
                  <a16:creationId xmlns:a16="http://schemas.microsoft.com/office/drawing/2014/main" id="{0966A954-D437-3BC4-A791-ABE477475CBA}"/>
                </a:ext>
              </a:extLst>
            </p:cNvPr>
            <p:cNvSpPr/>
            <p:nvPr/>
          </p:nvSpPr>
          <p:spPr>
            <a:xfrm>
              <a:off x="3409160" y="5443622"/>
              <a:ext cx="932828" cy="807880"/>
            </a:xfrm>
            <a:custGeom>
              <a:avLst/>
              <a:gdLst>
                <a:gd name="connsiteX0" fmla="*/ 0 w 932828"/>
                <a:gd name="connsiteY0" fmla="*/ 0 h 807880"/>
                <a:gd name="connsiteX1" fmla="*/ 466425 w 932828"/>
                <a:gd name="connsiteY1" fmla="*/ 0 h 807880"/>
                <a:gd name="connsiteX2" fmla="*/ 932828 w 932828"/>
                <a:gd name="connsiteY2" fmla="*/ 0 h 807880"/>
                <a:gd name="connsiteX3" fmla="*/ 466425 w 932828"/>
                <a:gd name="connsiteY3" fmla="*/ 807880 h 807880"/>
              </a:gdLst>
              <a:ahLst/>
              <a:cxnLst>
                <a:cxn ang="0">
                  <a:pos x="connsiteX0" y="connsiteY0"/>
                </a:cxn>
                <a:cxn ang="0">
                  <a:pos x="connsiteX1" y="connsiteY1"/>
                </a:cxn>
                <a:cxn ang="0">
                  <a:pos x="connsiteX2" y="connsiteY2"/>
                </a:cxn>
                <a:cxn ang="0">
                  <a:pos x="connsiteX3" y="connsiteY3"/>
                </a:cxn>
              </a:cxnLst>
              <a:rect l="l" t="t" r="r" b="b"/>
              <a:pathLst>
                <a:path w="932828" h="807880">
                  <a:moveTo>
                    <a:pt x="0" y="0"/>
                  </a:moveTo>
                  <a:lnTo>
                    <a:pt x="466425" y="0"/>
                  </a:lnTo>
                  <a:lnTo>
                    <a:pt x="932828" y="0"/>
                  </a:lnTo>
                  <a:lnTo>
                    <a:pt x="466425" y="807880"/>
                  </a:lnTo>
                  <a:close/>
                </a:path>
              </a:pathLst>
            </a:custGeom>
            <a:solidFill>
              <a:srgbClr val="7D95BE"/>
            </a:solidFill>
            <a:ln w="2256" cap="flat">
              <a:noFill/>
              <a:prstDash val="solid"/>
              <a:miter/>
            </a:ln>
          </p:spPr>
          <p:txBody>
            <a:bodyPr rtlCol="0" anchor="ctr"/>
            <a:lstStyle/>
            <a:p>
              <a:endParaRPr lang="en-IN"/>
            </a:p>
          </p:txBody>
        </p:sp>
        <p:sp>
          <p:nvSpPr>
            <p:cNvPr id="1738" name="Freeform: Shape 1737">
              <a:extLst>
                <a:ext uri="{FF2B5EF4-FFF2-40B4-BE49-F238E27FC236}">
                  <a16:creationId xmlns:a16="http://schemas.microsoft.com/office/drawing/2014/main" id="{D34D7201-5B82-EE09-8D11-1DE8A7B0907A}"/>
                </a:ext>
              </a:extLst>
            </p:cNvPr>
            <p:cNvSpPr/>
            <p:nvPr/>
          </p:nvSpPr>
          <p:spPr>
            <a:xfrm>
              <a:off x="6010708" y="1073464"/>
              <a:ext cx="358430" cy="147250"/>
            </a:xfrm>
            <a:custGeom>
              <a:avLst/>
              <a:gdLst>
                <a:gd name="connsiteX0" fmla="*/ 0 w 358430"/>
                <a:gd name="connsiteY0" fmla="*/ 147251 h 147250"/>
                <a:gd name="connsiteX1" fmla="*/ 84946 w 358430"/>
                <a:gd name="connsiteY1" fmla="*/ 0 h 147250"/>
                <a:gd name="connsiteX2" fmla="*/ 358430 w 358430"/>
                <a:gd name="connsiteY2" fmla="*/ 147251 h 147250"/>
                <a:gd name="connsiteX3" fmla="*/ 0 w 358430"/>
                <a:gd name="connsiteY3" fmla="*/ 147251 h 147250"/>
              </a:gdLst>
              <a:ahLst/>
              <a:cxnLst>
                <a:cxn ang="0">
                  <a:pos x="connsiteX0" y="connsiteY0"/>
                </a:cxn>
                <a:cxn ang="0">
                  <a:pos x="connsiteX1" y="connsiteY1"/>
                </a:cxn>
                <a:cxn ang="0">
                  <a:pos x="connsiteX2" y="connsiteY2"/>
                </a:cxn>
                <a:cxn ang="0">
                  <a:pos x="connsiteX3" y="connsiteY3"/>
                </a:cxn>
              </a:cxnLst>
              <a:rect l="l" t="t" r="r" b="b"/>
              <a:pathLst>
                <a:path w="358430" h="147250">
                  <a:moveTo>
                    <a:pt x="0" y="147251"/>
                  </a:moveTo>
                  <a:lnTo>
                    <a:pt x="84946" y="0"/>
                  </a:lnTo>
                  <a:lnTo>
                    <a:pt x="358430" y="147251"/>
                  </a:lnTo>
                  <a:lnTo>
                    <a:pt x="0" y="147251"/>
                  </a:lnTo>
                  <a:close/>
                </a:path>
              </a:pathLst>
            </a:custGeom>
            <a:solidFill>
              <a:srgbClr val="4B2E7F"/>
            </a:solidFill>
            <a:ln w="2256" cap="flat">
              <a:noFill/>
              <a:prstDash val="solid"/>
              <a:miter/>
            </a:ln>
          </p:spPr>
          <p:txBody>
            <a:bodyPr rtlCol="0" anchor="ctr"/>
            <a:lstStyle/>
            <a:p>
              <a:endParaRPr lang="en-IN"/>
            </a:p>
          </p:txBody>
        </p:sp>
        <p:sp>
          <p:nvSpPr>
            <p:cNvPr id="1739" name="Freeform: Shape 1738">
              <a:extLst>
                <a:ext uri="{FF2B5EF4-FFF2-40B4-BE49-F238E27FC236}">
                  <a16:creationId xmlns:a16="http://schemas.microsoft.com/office/drawing/2014/main" id="{279532AD-A3A5-FEE6-1EA6-9EDAB1646929}"/>
                </a:ext>
              </a:extLst>
            </p:cNvPr>
            <p:cNvSpPr/>
            <p:nvPr/>
          </p:nvSpPr>
          <p:spPr>
            <a:xfrm>
              <a:off x="1382009" y="1074299"/>
              <a:ext cx="358431" cy="147250"/>
            </a:xfrm>
            <a:custGeom>
              <a:avLst/>
              <a:gdLst>
                <a:gd name="connsiteX0" fmla="*/ 358431 w 358431"/>
                <a:gd name="connsiteY0" fmla="*/ 147251 h 147250"/>
                <a:gd name="connsiteX1" fmla="*/ 273485 w 358431"/>
                <a:gd name="connsiteY1" fmla="*/ 0 h 147250"/>
                <a:gd name="connsiteX2" fmla="*/ 0 w 358431"/>
                <a:gd name="connsiteY2" fmla="*/ 147251 h 147250"/>
                <a:gd name="connsiteX3" fmla="*/ 358431 w 358431"/>
                <a:gd name="connsiteY3" fmla="*/ 147251 h 147250"/>
              </a:gdLst>
              <a:ahLst/>
              <a:cxnLst>
                <a:cxn ang="0">
                  <a:pos x="connsiteX0" y="connsiteY0"/>
                </a:cxn>
                <a:cxn ang="0">
                  <a:pos x="connsiteX1" y="connsiteY1"/>
                </a:cxn>
                <a:cxn ang="0">
                  <a:pos x="connsiteX2" y="connsiteY2"/>
                </a:cxn>
                <a:cxn ang="0">
                  <a:pos x="connsiteX3" y="connsiteY3"/>
                </a:cxn>
              </a:cxnLst>
              <a:rect l="l" t="t" r="r" b="b"/>
              <a:pathLst>
                <a:path w="358431" h="147250">
                  <a:moveTo>
                    <a:pt x="358431" y="147251"/>
                  </a:moveTo>
                  <a:lnTo>
                    <a:pt x="273485" y="0"/>
                  </a:lnTo>
                  <a:lnTo>
                    <a:pt x="0" y="147251"/>
                  </a:lnTo>
                  <a:lnTo>
                    <a:pt x="358431" y="147251"/>
                  </a:lnTo>
                  <a:close/>
                </a:path>
              </a:pathLst>
            </a:custGeom>
            <a:solidFill>
              <a:srgbClr val="4B2E7F"/>
            </a:solidFill>
            <a:ln w="2256" cap="flat">
              <a:noFill/>
              <a:prstDash val="solid"/>
              <a:miter/>
            </a:ln>
          </p:spPr>
          <p:txBody>
            <a:bodyPr rtlCol="0" anchor="ctr"/>
            <a:lstStyle/>
            <a:p>
              <a:endParaRPr lang="en-IN"/>
            </a:p>
          </p:txBody>
        </p:sp>
        <p:sp>
          <p:nvSpPr>
            <p:cNvPr id="1742" name="Freeform: Shape 1741">
              <a:extLst>
                <a:ext uri="{FF2B5EF4-FFF2-40B4-BE49-F238E27FC236}">
                  <a16:creationId xmlns:a16="http://schemas.microsoft.com/office/drawing/2014/main" id="{5D9339BA-9866-18AF-1EA1-F2D0540212B6}"/>
                </a:ext>
              </a:extLst>
            </p:cNvPr>
            <p:cNvSpPr/>
            <p:nvPr/>
          </p:nvSpPr>
          <p:spPr>
            <a:xfrm>
              <a:off x="3875721" y="1221550"/>
              <a:ext cx="2492514" cy="1078227"/>
            </a:xfrm>
            <a:custGeom>
              <a:avLst/>
              <a:gdLst>
                <a:gd name="connsiteX0" fmla="*/ 0 w 2492514"/>
                <a:gd name="connsiteY0" fmla="*/ 1078228 h 1078227"/>
                <a:gd name="connsiteX1" fmla="*/ 0 w 2492514"/>
                <a:gd name="connsiteY1" fmla="*/ 0 h 1078227"/>
                <a:gd name="connsiteX2" fmla="*/ 2492515 w 2492514"/>
                <a:gd name="connsiteY2" fmla="*/ 0 h 1078227"/>
                <a:gd name="connsiteX3" fmla="*/ 1870013 w 2492514"/>
                <a:gd name="connsiteY3" fmla="*/ 1078228 h 1078227"/>
                <a:gd name="connsiteX4" fmla="*/ 0 w 2492514"/>
                <a:gd name="connsiteY4" fmla="*/ 1078228 h 10782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2514" h="1078227">
                  <a:moveTo>
                    <a:pt x="0" y="1078228"/>
                  </a:moveTo>
                  <a:lnTo>
                    <a:pt x="0" y="0"/>
                  </a:lnTo>
                  <a:lnTo>
                    <a:pt x="2492515" y="0"/>
                  </a:lnTo>
                  <a:lnTo>
                    <a:pt x="1870013" y="1078228"/>
                  </a:lnTo>
                  <a:lnTo>
                    <a:pt x="0" y="1078228"/>
                  </a:lnTo>
                  <a:close/>
                </a:path>
              </a:pathLst>
            </a:custGeom>
            <a:noFill/>
            <a:ln w="2256" cap="flat">
              <a:noFill/>
              <a:prstDash val="solid"/>
              <a:miter/>
            </a:ln>
          </p:spPr>
          <p:txBody>
            <a:bodyPr rtlCol="0" anchor="ctr"/>
            <a:lstStyle/>
            <a:p>
              <a:endParaRPr lang="en-IN"/>
            </a:p>
          </p:txBody>
        </p:sp>
        <p:sp>
          <p:nvSpPr>
            <p:cNvPr id="1978" name="Freeform: Shape 1977">
              <a:extLst>
                <a:ext uri="{FF2B5EF4-FFF2-40B4-BE49-F238E27FC236}">
                  <a16:creationId xmlns:a16="http://schemas.microsoft.com/office/drawing/2014/main" id="{EB99E37E-6A5A-0B50-0AD1-2847EB74B8A9}"/>
                </a:ext>
              </a:extLst>
            </p:cNvPr>
            <p:cNvSpPr/>
            <p:nvPr/>
          </p:nvSpPr>
          <p:spPr>
            <a:xfrm>
              <a:off x="1381986" y="1219991"/>
              <a:ext cx="4987152" cy="1079786"/>
            </a:xfrm>
            <a:custGeom>
              <a:avLst/>
              <a:gdLst>
                <a:gd name="connsiteX0" fmla="*/ 0 w 4987152"/>
                <a:gd name="connsiteY0" fmla="*/ 0 h 1079786"/>
                <a:gd name="connsiteX1" fmla="*/ 4987152 w 4987152"/>
                <a:gd name="connsiteY1" fmla="*/ 0 h 1079786"/>
                <a:gd name="connsiteX2" fmla="*/ 4986249 w 4987152"/>
                <a:gd name="connsiteY2" fmla="*/ 1558 h 1079786"/>
                <a:gd name="connsiteX3" fmla="*/ 4363747 w 4987152"/>
                <a:gd name="connsiteY3" fmla="*/ 1079785 h 1079786"/>
                <a:gd name="connsiteX4" fmla="*/ 2493733 w 4987152"/>
                <a:gd name="connsiteY4" fmla="*/ 1079785 h 1079786"/>
                <a:gd name="connsiteX5" fmla="*/ 2493733 w 4987152"/>
                <a:gd name="connsiteY5" fmla="*/ 1079786 h 1079786"/>
                <a:gd name="connsiteX6" fmla="*/ 623404 w 4987152"/>
                <a:gd name="connsiteY6" fmla="*/ 1079786 h 1079786"/>
                <a:gd name="connsiteX7" fmla="*/ 902 w 4987152"/>
                <a:gd name="connsiteY7" fmla="*/ 1558 h 1079786"/>
                <a:gd name="connsiteX8" fmla="*/ 903 w 4987152"/>
                <a:gd name="connsiteY8" fmla="*/ 1558 h 1079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87152" h="1079786">
                  <a:moveTo>
                    <a:pt x="0" y="0"/>
                  </a:moveTo>
                  <a:lnTo>
                    <a:pt x="4987152" y="0"/>
                  </a:lnTo>
                  <a:lnTo>
                    <a:pt x="4986249" y="1558"/>
                  </a:lnTo>
                  <a:lnTo>
                    <a:pt x="4363747" y="1079785"/>
                  </a:lnTo>
                  <a:lnTo>
                    <a:pt x="2493733" y="1079785"/>
                  </a:lnTo>
                  <a:lnTo>
                    <a:pt x="2493733" y="1079786"/>
                  </a:lnTo>
                  <a:lnTo>
                    <a:pt x="623404" y="1079786"/>
                  </a:lnTo>
                  <a:lnTo>
                    <a:pt x="902" y="1558"/>
                  </a:lnTo>
                  <a:lnTo>
                    <a:pt x="903" y="1558"/>
                  </a:lnTo>
                  <a:close/>
                </a:path>
              </a:pathLst>
            </a:custGeom>
            <a:solidFill>
              <a:srgbClr val="7E68A4"/>
            </a:solidFill>
            <a:ln w="2256" cap="flat">
              <a:noFill/>
              <a:prstDash val="solid"/>
              <a:miter/>
            </a:ln>
          </p:spPr>
          <p:txBody>
            <a:bodyPr rtlCol="0" anchor="ctr"/>
            <a:lstStyle/>
            <a:p>
              <a:endParaRPr lang="en-IN"/>
            </a:p>
          </p:txBody>
        </p:sp>
        <p:sp>
          <p:nvSpPr>
            <p:cNvPr id="1991" name="Título 1">
              <a:extLst>
                <a:ext uri="{FF2B5EF4-FFF2-40B4-BE49-F238E27FC236}">
                  <a16:creationId xmlns:a16="http://schemas.microsoft.com/office/drawing/2014/main" id="{90C4B8A6-00D7-677C-8F4C-44020F683B49}"/>
                </a:ext>
              </a:extLst>
            </p:cNvPr>
            <p:cNvSpPr txBox="1">
              <a:spLocks/>
            </p:cNvSpPr>
            <p:nvPr/>
          </p:nvSpPr>
          <p:spPr>
            <a:xfrm>
              <a:off x="3548069" y="1589068"/>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2" name="Título 1">
              <a:extLst>
                <a:ext uri="{FF2B5EF4-FFF2-40B4-BE49-F238E27FC236}">
                  <a16:creationId xmlns:a16="http://schemas.microsoft.com/office/drawing/2014/main" id="{7FD782CE-E3E9-EEC9-875E-5CD429B21AB1}"/>
                </a:ext>
              </a:extLst>
            </p:cNvPr>
            <p:cNvSpPr txBox="1">
              <a:spLocks/>
            </p:cNvSpPr>
            <p:nvPr/>
          </p:nvSpPr>
          <p:spPr>
            <a:xfrm>
              <a:off x="3548069" y="2727681"/>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3" name="Título 1">
              <a:extLst>
                <a:ext uri="{FF2B5EF4-FFF2-40B4-BE49-F238E27FC236}">
                  <a16:creationId xmlns:a16="http://schemas.microsoft.com/office/drawing/2014/main" id="{94BD7668-0EB1-41FB-E072-4C7C4F207AAF}"/>
                </a:ext>
              </a:extLst>
            </p:cNvPr>
            <p:cNvSpPr txBox="1">
              <a:spLocks/>
            </p:cNvSpPr>
            <p:nvPr/>
          </p:nvSpPr>
          <p:spPr>
            <a:xfrm>
              <a:off x="3548069" y="3715951"/>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4" name="Título 1">
              <a:extLst>
                <a:ext uri="{FF2B5EF4-FFF2-40B4-BE49-F238E27FC236}">
                  <a16:creationId xmlns:a16="http://schemas.microsoft.com/office/drawing/2014/main" id="{0704901A-A452-55E0-2D8C-D88065334503}"/>
                </a:ext>
              </a:extLst>
            </p:cNvPr>
            <p:cNvSpPr txBox="1">
              <a:spLocks/>
            </p:cNvSpPr>
            <p:nvPr/>
          </p:nvSpPr>
          <p:spPr>
            <a:xfrm>
              <a:off x="3548069" y="4688476"/>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sp>
          <p:nvSpPr>
            <p:cNvPr id="1997" name="Título 1">
              <a:extLst>
                <a:ext uri="{FF2B5EF4-FFF2-40B4-BE49-F238E27FC236}">
                  <a16:creationId xmlns:a16="http://schemas.microsoft.com/office/drawing/2014/main" id="{214129DF-A62E-FC34-63B7-4321C45297E2}"/>
                </a:ext>
              </a:extLst>
            </p:cNvPr>
            <p:cNvSpPr txBox="1">
              <a:spLocks/>
            </p:cNvSpPr>
            <p:nvPr/>
          </p:nvSpPr>
          <p:spPr>
            <a:xfrm>
              <a:off x="3548069" y="5538604"/>
              <a:ext cx="654986" cy="341632"/>
            </a:xfrm>
            <a:prstGeom prst="rect">
              <a:avLst/>
            </a:prstGeom>
          </p:spPr>
          <p:txBody>
            <a:bodyPr wrap="square" anchor="ctr">
              <a:spAutoFit/>
            </a:bodyPr>
            <a:lstStyle>
              <a:lvl1pPr algn="l" defTabSz="914400" rtl="0" eaLnBrk="1" latinLnBrk="0" hangingPunct="1">
                <a:lnSpc>
                  <a:spcPct val="90000"/>
                </a:lnSpc>
                <a:spcBef>
                  <a:spcPct val="0"/>
                </a:spcBef>
                <a:buNone/>
                <a:defRPr sz="2000" b="1" kern="1200">
                  <a:solidFill>
                    <a:schemeClr val="bg1"/>
                  </a:solidFill>
                  <a:latin typeface="Arial" panose="020B0604020202020204" pitchFamily="34" charset="0"/>
                  <a:ea typeface="+mj-ea"/>
                  <a:cs typeface="Arial" panose="020B0604020202020204" pitchFamily="34" charset="0"/>
                </a:defRPr>
              </a:lvl1pPr>
            </a:lstStyle>
            <a:p>
              <a:pPr algn="ctr"/>
              <a:r>
                <a:rPr lang="en-US" sz="1800" dirty="0"/>
                <a:t>Title</a:t>
              </a:r>
              <a:endParaRPr lang="es-MX" sz="1800" dirty="0"/>
            </a:p>
          </p:txBody>
        </p:sp>
      </p:grpSp>
      <p:sp>
        <p:nvSpPr>
          <p:cNvPr id="1999" name="Rectangle 1998">
            <a:extLst>
              <a:ext uri="{FF2B5EF4-FFF2-40B4-BE49-F238E27FC236}">
                <a16:creationId xmlns:a16="http://schemas.microsoft.com/office/drawing/2014/main" id="{219656ED-FD7B-8EF8-947B-9A1C3B7BD45E}"/>
              </a:ext>
            </a:extLst>
          </p:cNvPr>
          <p:cNvSpPr/>
          <p:nvPr/>
        </p:nvSpPr>
        <p:spPr>
          <a:xfrm>
            <a:off x="6053859" y="1482885"/>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1" name="Rectangle 2000">
            <a:extLst>
              <a:ext uri="{FF2B5EF4-FFF2-40B4-BE49-F238E27FC236}">
                <a16:creationId xmlns:a16="http://schemas.microsoft.com/office/drawing/2014/main" id="{25930973-F7EC-ABC9-29FF-2C840D72B76F}"/>
              </a:ext>
            </a:extLst>
          </p:cNvPr>
          <p:cNvSpPr/>
          <p:nvPr/>
        </p:nvSpPr>
        <p:spPr>
          <a:xfrm>
            <a:off x="5523101" y="2620922"/>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2" name="Rectangle 2001">
            <a:extLst>
              <a:ext uri="{FF2B5EF4-FFF2-40B4-BE49-F238E27FC236}">
                <a16:creationId xmlns:a16="http://schemas.microsoft.com/office/drawing/2014/main" id="{4E80C9CD-06CE-50AA-C2FB-958FA672C1AA}"/>
              </a:ext>
            </a:extLst>
          </p:cNvPr>
          <p:cNvSpPr/>
          <p:nvPr/>
        </p:nvSpPr>
        <p:spPr>
          <a:xfrm>
            <a:off x="5078627" y="3609192"/>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3" name="Rectangle 2002">
            <a:extLst>
              <a:ext uri="{FF2B5EF4-FFF2-40B4-BE49-F238E27FC236}">
                <a16:creationId xmlns:a16="http://schemas.microsoft.com/office/drawing/2014/main" id="{8862913F-C06B-DBB8-9166-D6CE7DD5111F}"/>
              </a:ext>
            </a:extLst>
          </p:cNvPr>
          <p:cNvSpPr/>
          <p:nvPr/>
        </p:nvSpPr>
        <p:spPr>
          <a:xfrm>
            <a:off x="4633102" y="4583703"/>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
        <p:nvSpPr>
          <p:cNvPr id="2004" name="Rectangle 2003">
            <a:extLst>
              <a:ext uri="{FF2B5EF4-FFF2-40B4-BE49-F238E27FC236}">
                <a16:creationId xmlns:a16="http://schemas.microsoft.com/office/drawing/2014/main" id="{41C54633-F95F-29EA-7ABC-D41AC92D9DAC}"/>
              </a:ext>
            </a:extLst>
          </p:cNvPr>
          <p:cNvSpPr/>
          <p:nvPr/>
        </p:nvSpPr>
        <p:spPr>
          <a:xfrm>
            <a:off x="4152761" y="5566589"/>
            <a:ext cx="4987151" cy="553998"/>
          </a:xfrm>
          <a:prstGeom prst="rect">
            <a:avLst/>
          </a:prstGeom>
          <a:noFill/>
          <a:ln w="6350" cap="flat" cmpd="sng" algn="ctr">
            <a:noFill/>
            <a:prstDash val="solid"/>
            <a:miter lim="800000"/>
          </a:ln>
          <a:effectLst>
            <a:outerShdw blurRad="139700" dist="25400" dir="5400000" algn="ctr" rotWithShape="0">
              <a:schemeClr val="bg1">
                <a:alpha val="49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lvl="0">
              <a:defRPr/>
            </a:pPr>
            <a:r>
              <a:rPr lang="en-IN" sz="1200" dirty="0">
                <a:solidFill>
                  <a:prstClr val="black"/>
                </a:solidFill>
                <a:latin typeface="Arial" panose="020B0604020202020204" pitchFamily="34" charset="0"/>
              </a:rPr>
              <a:t>Lorem ipsum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sit </a:t>
            </a:r>
            <a:r>
              <a:rPr lang="en-IN" sz="1200" dirty="0" err="1">
                <a:solidFill>
                  <a:prstClr val="black"/>
                </a:solidFill>
                <a:latin typeface="Arial" panose="020B0604020202020204" pitchFamily="34" charset="0"/>
              </a:rPr>
              <a:t>amet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consectetuer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adipiscing</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elit</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commodo</a:t>
            </a:r>
            <a:r>
              <a:rPr lang="en-IN" sz="1200" dirty="0">
                <a:solidFill>
                  <a:prstClr val="black"/>
                </a:solidFill>
                <a:latin typeface="Arial" panose="020B0604020202020204" pitchFamily="34" charset="0"/>
              </a:rPr>
              <a:t> ligula </a:t>
            </a:r>
            <a:r>
              <a:rPr lang="en-IN" sz="1200" dirty="0" err="1">
                <a:solidFill>
                  <a:prstClr val="black"/>
                </a:solidFill>
                <a:latin typeface="Arial" panose="020B0604020202020204" pitchFamily="34" charset="0"/>
              </a:rPr>
              <a:t>eget</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dolor</a:t>
            </a:r>
            <a:r>
              <a:rPr lang="en-IN" sz="1200" dirty="0">
                <a:solidFill>
                  <a:prstClr val="black"/>
                </a:solidFill>
                <a:latin typeface="Arial" panose="020B0604020202020204" pitchFamily="34" charset="0"/>
              </a:rPr>
              <a:t>. Aenean </a:t>
            </a:r>
            <a:r>
              <a:rPr lang="en-IN" sz="1200" dirty="0" err="1">
                <a:solidFill>
                  <a:prstClr val="black"/>
                </a:solidFill>
                <a:latin typeface="Arial" panose="020B0604020202020204" pitchFamily="34" charset="0"/>
              </a:rPr>
              <a:t>massa</a:t>
            </a:r>
            <a:r>
              <a:rPr lang="en-IN" sz="1200" dirty="0">
                <a:solidFill>
                  <a:prstClr val="black"/>
                </a:solidFill>
                <a:latin typeface="Arial" panose="020B0604020202020204" pitchFamily="34" charset="0"/>
              </a:rPr>
              <a:t>. Cum sociis </a:t>
            </a:r>
            <a:r>
              <a:rPr lang="en-IN" sz="1200" dirty="0" err="1">
                <a:solidFill>
                  <a:prstClr val="black"/>
                </a:solidFill>
                <a:latin typeface="Arial" panose="020B0604020202020204" pitchFamily="34" charset="0"/>
              </a:rPr>
              <a:t>natoque</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penatibus</a:t>
            </a:r>
            <a:r>
              <a:rPr lang="en-IN" sz="1200" dirty="0">
                <a:solidFill>
                  <a:prstClr val="black"/>
                </a:solidFill>
                <a:latin typeface="Arial" panose="020B0604020202020204" pitchFamily="34" charset="0"/>
              </a:rPr>
              <a:t> et </a:t>
            </a:r>
            <a:r>
              <a:rPr lang="en-IN" sz="1200" dirty="0" err="1">
                <a:solidFill>
                  <a:prstClr val="black"/>
                </a:solidFill>
                <a:latin typeface="Arial" panose="020B0604020202020204" pitchFamily="34" charset="0"/>
              </a:rPr>
              <a:t>magnis</a:t>
            </a:r>
            <a:r>
              <a:rPr lang="en-IN" sz="1200" dirty="0">
                <a:solidFill>
                  <a:prstClr val="black"/>
                </a:solidFill>
                <a:latin typeface="Arial" panose="020B0604020202020204" pitchFamily="34" charset="0"/>
              </a:rPr>
              <a:t> dis parturient </a:t>
            </a:r>
            <a:r>
              <a:rPr lang="en-IN" sz="1200" dirty="0" err="1">
                <a:solidFill>
                  <a:prstClr val="black"/>
                </a:solidFill>
                <a:latin typeface="Arial" panose="020B0604020202020204" pitchFamily="34" charset="0"/>
              </a:rPr>
              <a:t>montes</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nascetur</a:t>
            </a:r>
            <a:r>
              <a:rPr lang="en-IN" sz="1200" dirty="0">
                <a:solidFill>
                  <a:prstClr val="black"/>
                </a:solidFill>
                <a:latin typeface="Arial" panose="020B0604020202020204" pitchFamily="34" charset="0"/>
              </a:rPr>
              <a:t> </a:t>
            </a:r>
            <a:r>
              <a:rPr lang="en-IN" sz="1200" dirty="0" err="1">
                <a:solidFill>
                  <a:prstClr val="black"/>
                </a:solidFill>
                <a:latin typeface="Arial" panose="020B0604020202020204" pitchFamily="34" charset="0"/>
              </a:rPr>
              <a:t>ridiculus</a:t>
            </a:r>
            <a:r>
              <a:rPr lang="en-IN" sz="1200" dirty="0">
                <a:solidFill>
                  <a:prstClr val="black"/>
                </a:solidFill>
                <a:latin typeface="Arial" panose="020B0604020202020204" pitchFamily="34" charset="0"/>
              </a:rPr>
              <a:t> mus. </a:t>
            </a:r>
          </a:p>
        </p:txBody>
      </p:sp>
    </p:spTree>
    <p:extLst>
      <p:ext uri="{BB962C8B-B14F-4D97-AF65-F5344CB8AC3E}">
        <p14:creationId xmlns:p14="http://schemas.microsoft.com/office/powerpoint/2010/main" val="3478469855"/>
      </p:ext>
    </p:extLst>
  </p:cSld>
  <p:clrMapOvr>
    <a:masterClrMapping/>
  </p:clrMapOvr>
</p:sld>
</file>

<file path=ppt/theme/theme1.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ep Corporate Deck">
      <a:majorFont>
        <a:latin typeface="Helvetica Black"/>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P PPT Template 2024" id="{E4C8557A-E8B8-4142-AFEB-624756157223}" vid="{886CFD79-E2DD-4F18-832D-495019FBD222}"/>
    </a:ext>
  </a:extLst>
</a:theme>
</file>

<file path=docProps/app.xml><?xml version="1.0" encoding="utf-8"?>
<Properties xmlns="http://schemas.openxmlformats.org/officeDocument/2006/extended-properties" xmlns:vt="http://schemas.openxmlformats.org/officeDocument/2006/docPropsVTypes">
  <TotalTime>275</TotalTime>
  <Words>1657</Words>
  <Application>Microsoft Office PowerPoint</Application>
  <PresentationFormat>Widescreen</PresentationFormat>
  <Paragraphs>97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Black</vt:lpstr>
      <vt:lpstr>Calibri</vt:lpstr>
      <vt:lpstr>Calibri Light</vt:lpstr>
      <vt:lpstr>Helvetica</vt:lpstr>
      <vt:lpstr>4_Office Theme</vt:lpstr>
      <vt:lpstr>Title</vt:lpstr>
      <vt:lpstr>Title</vt:lpstr>
      <vt:lpstr>Title</vt:lpstr>
      <vt:lpstr>Title</vt:lpstr>
      <vt:lpstr>Title</vt:lpstr>
      <vt:lpstr>Title</vt:lpstr>
      <vt:lpstr>Title</vt:lpstr>
      <vt:lpstr>Title</vt:lpstr>
      <vt:lpstr>Title</vt:lpstr>
      <vt:lpstr>Title</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Mahindrakar</dc:creator>
  <cp:lastModifiedBy>Vasanti Kadam</cp:lastModifiedBy>
  <cp:revision>1</cp:revision>
  <dcterms:created xsi:type="dcterms:W3CDTF">2025-07-18T06:53:33Z</dcterms:created>
  <dcterms:modified xsi:type="dcterms:W3CDTF">2025-07-18T15:38:31Z</dcterms:modified>
</cp:coreProperties>
</file>