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"/>
  </p:notesMasterIdLst>
  <p:sldIdLst>
    <p:sldId id="2147477302" r:id="rId2"/>
    <p:sldId id="2141411069" r:id="rId3"/>
    <p:sldId id="214748358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F7864-A10C-4E4A-A2DB-99B041114B1E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8BC74-4D18-469C-BB12-CE7E586872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90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D29B6-8A72-4A56-94A3-28C34A3748C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02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5231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5354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FE1FBF-D7EB-4254-B6E2-36850C68ADCD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34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10" Type="http://schemas.openxmlformats.org/officeDocument/2006/relationships/slide" Target="slide1.xml"/><Relationship Id="rId4" Type="http://schemas.openxmlformats.org/officeDocument/2006/relationships/image" Target="../media/image5.png"/><Relationship Id="rId9" Type="http://schemas.microsoft.com/office/2007/relationships/hdphoto" Target="../media/hdphoto4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raphic 7">
            <a:extLst>
              <a:ext uri="{FF2B5EF4-FFF2-40B4-BE49-F238E27FC236}">
                <a16:creationId xmlns:a16="http://schemas.microsoft.com/office/drawing/2014/main" id="{4F7BCECA-1827-1E67-D4D1-F46367DC77B8}"/>
              </a:ext>
            </a:extLst>
          </p:cNvPr>
          <p:cNvSpPr>
            <a:spLocks noChangeAspect="1"/>
          </p:cNvSpPr>
          <p:nvPr/>
        </p:nvSpPr>
        <p:spPr>
          <a:xfrm>
            <a:off x="220132" y="953105"/>
            <a:ext cx="11751736" cy="5724299"/>
          </a:xfrm>
          <a:custGeom>
            <a:avLst/>
            <a:gdLst>
              <a:gd name="connsiteX0" fmla="*/ 11995675 w 12055955"/>
              <a:gd name="connsiteY0" fmla="*/ 30268 h 5868000"/>
              <a:gd name="connsiteX1" fmla="*/ 11922661 w 12055955"/>
              <a:gd name="connsiteY1" fmla="*/ 0 h 5868000"/>
              <a:gd name="connsiteX2" fmla="*/ 133294 w 12055955"/>
              <a:gd name="connsiteY2" fmla="*/ 0 h 5868000"/>
              <a:gd name="connsiteX3" fmla="*/ 60280 w 12055955"/>
              <a:gd name="connsiteY3" fmla="*/ 30268 h 5868000"/>
              <a:gd name="connsiteX4" fmla="*/ 30204 w 12055955"/>
              <a:gd name="connsiteY4" fmla="*/ 60344 h 5868000"/>
              <a:gd name="connsiteX5" fmla="*/ 0 w 12055955"/>
              <a:gd name="connsiteY5" fmla="*/ 133294 h 5868000"/>
              <a:gd name="connsiteX6" fmla="*/ 0 w 12055955"/>
              <a:gd name="connsiteY6" fmla="*/ 5804457 h 5868000"/>
              <a:gd name="connsiteX7" fmla="*/ 63543 w 12055955"/>
              <a:gd name="connsiteY7" fmla="*/ 5868000 h 5868000"/>
              <a:gd name="connsiteX8" fmla="*/ 3932519 w 12055955"/>
              <a:gd name="connsiteY8" fmla="*/ 5868000 h 5868000"/>
              <a:gd name="connsiteX9" fmla="*/ 3977441 w 12055955"/>
              <a:gd name="connsiteY9" fmla="*/ 5848035 h 5868000"/>
              <a:gd name="connsiteX10" fmla="*/ 4023003 w 12055955"/>
              <a:gd name="connsiteY10" fmla="*/ 5828774 h 5868000"/>
              <a:gd name="connsiteX11" fmla="*/ 8034296 w 12055955"/>
              <a:gd name="connsiteY11" fmla="*/ 5828774 h 5868000"/>
              <a:gd name="connsiteX12" fmla="*/ 8079218 w 12055955"/>
              <a:gd name="connsiteY12" fmla="*/ 5848739 h 5868000"/>
              <a:gd name="connsiteX13" fmla="*/ 8124780 w 12055955"/>
              <a:gd name="connsiteY13" fmla="*/ 5868000 h 5868000"/>
              <a:gd name="connsiteX14" fmla="*/ 11992411 w 12055955"/>
              <a:gd name="connsiteY14" fmla="*/ 5868000 h 5868000"/>
              <a:gd name="connsiteX15" fmla="*/ 12055955 w 12055955"/>
              <a:gd name="connsiteY15" fmla="*/ 5804457 h 5868000"/>
              <a:gd name="connsiteX16" fmla="*/ 12055955 w 12055955"/>
              <a:gd name="connsiteY16" fmla="*/ 133294 h 5868000"/>
              <a:gd name="connsiteX17" fmla="*/ 12055955 w 12055955"/>
              <a:gd name="connsiteY17" fmla="*/ 133294 h 5868000"/>
              <a:gd name="connsiteX18" fmla="*/ 12025687 w 12055955"/>
              <a:gd name="connsiteY18" fmla="*/ 60280 h 5868000"/>
              <a:gd name="connsiteX19" fmla="*/ 11995611 w 12055955"/>
              <a:gd name="connsiteY19" fmla="*/ 30204 h 58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055955" h="5868000">
                <a:moveTo>
                  <a:pt x="11995675" y="30268"/>
                </a:moveTo>
                <a:cubicBezTo>
                  <a:pt x="11976286" y="10879"/>
                  <a:pt x="11950049" y="0"/>
                  <a:pt x="11922661" y="0"/>
                </a:cubicBezTo>
                <a:lnTo>
                  <a:pt x="133294" y="0"/>
                </a:lnTo>
                <a:cubicBezTo>
                  <a:pt x="105906" y="0"/>
                  <a:pt x="79669" y="10879"/>
                  <a:pt x="60280" y="30268"/>
                </a:cubicBezTo>
                <a:lnTo>
                  <a:pt x="30204" y="60344"/>
                </a:lnTo>
                <a:cubicBezTo>
                  <a:pt x="10879" y="79669"/>
                  <a:pt x="0" y="105906"/>
                  <a:pt x="0" y="133294"/>
                </a:cubicBezTo>
                <a:lnTo>
                  <a:pt x="0" y="5804457"/>
                </a:lnTo>
                <a:cubicBezTo>
                  <a:pt x="0" y="5839524"/>
                  <a:pt x="28412" y="5868000"/>
                  <a:pt x="63543" y="5868000"/>
                </a:cubicBezTo>
                <a:lnTo>
                  <a:pt x="3932519" y="5868000"/>
                </a:lnTo>
                <a:cubicBezTo>
                  <a:pt x="3949669" y="5868000"/>
                  <a:pt x="3965475" y="5860321"/>
                  <a:pt x="3977441" y="5848035"/>
                </a:cubicBezTo>
                <a:cubicBezTo>
                  <a:pt x="3989408" y="5835749"/>
                  <a:pt x="4005854" y="5828774"/>
                  <a:pt x="4023003" y="5828774"/>
                </a:cubicBezTo>
                <a:lnTo>
                  <a:pt x="8034296" y="5828774"/>
                </a:lnTo>
                <a:cubicBezTo>
                  <a:pt x="8051381" y="5828774"/>
                  <a:pt x="8067252" y="5836453"/>
                  <a:pt x="8079218" y="5848739"/>
                </a:cubicBezTo>
                <a:cubicBezTo>
                  <a:pt x="8091185" y="5861025"/>
                  <a:pt x="8107630" y="5868000"/>
                  <a:pt x="8124780" y="5868000"/>
                </a:cubicBezTo>
                <a:lnTo>
                  <a:pt x="11992411" y="5868000"/>
                </a:lnTo>
                <a:cubicBezTo>
                  <a:pt x="12027479" y="5868000"/>
                  <a:pt x="12055955" y="5839588"/>
                  <a:pt x="12055955" y="5804457"/>
                </a:cubicBezTo>
                <a:lnTo>
                  <a:pt x="12055955" y="133294"/>
                </a:lnTo>
                <a:lnTo>
                  <a:pt x="12055955" y="133294"/>
                </a:lnTo>
                <a:cubicBezTo>
                  <a:pt x="12055955" y="105906"/>
                  <a:pt x="12045077" y="79669"/>
                  <a:pt x="12025687" y="60280"/>
                </a:cubicBezTo>
                <a:lnTo>
                  <a:pt x="11995611" y="30204"/>
                </a:lnTo>
                <a:close/>
              </a:path>
            </a:pathLst>
          </a:custGeom>
          <a:gradFill>
            <a:gsLst>
              <a:gs pos="65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22" name="Arrow: Up 121">
            <a:extLst>
              <a:ext uri="{FF2B5EF4-FFF2-40B4-BE49-F238E27FC236}">
                <a16:creationId xmlns:a16="http://schemas.microsoft.com/office/drawing/2014/main" id="{0E6CD130-8CB3-C45E-FAAB-95D9F9BD9A44}"/>
              </a:ext>
            </a:extLst>
          </p:cNvPr>
          <p:cNvSpPr/>
          <p:nvPr/>
        </p:nvSpPr>
        <p:spPr>
          <a:xfrm>
            <a:off x="2195115" y="1650456"/>
            <a:ext cx="372402" cy="624076"/>
          </a:xfrm>
          <a:prstGeom prst="upArrow">
            <a:avLst>
              <a:gd name="adj1" fmla="val 50000"/>
              <a:gd name="adj2" fmla="val 61604"/>
            </a:avLst>
          </a:prstGeom>
          <a:gradFill flip="none" rotWithShape="1">
            <a:gsLst>
              <a:gs pos="0">
                <a:srgbClr val="81CBF8"/>
              </a:gs>
              <a:gs pos="100000">
                <a:srgbClr val="FBBE26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9A830FE1-589F-C24F-CC68-2663295DE477}"/>
              </a:ext>
            </a:extLst>
          </p:cNvPr>
          <p:cNvSpPr/>
          <p:nvPr/>
        </p:nvSpPr>
        <p:spPr bwMode="auto">
          <a:xfrm>
            <a:off x="2367815" y="2172909"/>
            <a:ext cx="9563916" cy="887964"/>
          </a:xfrm>
          <a:prstGeom prst="roundRect">
            <a:avLst>
              <a:gd name="adj" fmla="val 7151"/>
            </a:avLst>
          </a:prstGeom>
          <a:gradFill>
            <a:gsLst>
              <a:gs pos="0">
                <a:srgbClr val="F57575">
                  <a:alpha val="21000"/>
                </a:srgbClr>
              </a:gs>
              <a:gs pos="58951">
                <a:srgbClr val="748A9A">
                  <a:alpha val="12000"/>
                </a:srgbClr>
              </a:gs>
            </a:gsLst>
            <a:lin ang="0" scaled="0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3FD6AA18-2482-F3D9-A74D-73C6CCFC6722}"/>
              </a:ext>
            </a:extLst>
          </p:cNvPr>
          <p:cNvSpPr/>
          <p:nvPr/>
        </p:nvSpPr>
        <p:spPr bwMode="auto">
          <a:xfrm>
            <a:off x="2714181" y="3209323"/>
            <a:ext cx="9218671" cy="809733"/>
          </a:xfrm>
          <a:prstGeom prst="roundRect">
            <a:avLst>
              <a:gd name="adj" fmla="val 7842"/>
            </a:avLst>
          </a:prstGeom>
          <a:gradFill>
            <a:gsLst>
              <a:gs pos="0">
                <a:srgbClr val="FBBE26">
                  <a:alpha val="23000"/>
                </a:srgbClr>
              </a:gs>
              <a:gs pos="58951">
                <a:srgbClr val="748A9A">
                  <a:alpha val="12000"/>
                </a:srgbClr>
              </a:gs>
            </a:gsLst>
            <a:lin ang="0" scaled="0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AF9C3F86-8122-82ED-1797-39A9B93A69C2}"/>
              </a:ext>
            </a:extLst>
          </p:cNvPr>
          <p:cNvSpPr/>
          <p:nvPr/>
        </p:nvSpPr>
        <p:spPr bwMode="auto">
          <a:xfrm>
            <a:off x="2714181" y="4168430"/>
            <a:ext cx="9218671" cy="816552"/>
          </a:xfrm>
          <a:prstGeom prst="roundRect">
            <a:avLst>
              <a:gd name="adj" fmla="val 7777"/>
            </a:avLst>
          </a:prstGeom>
          <a:gradFill>
            <a:gsLst>
              <a:gs pos="0">
                <a:srgbClr val="748A9A">
                  <a:alpha val="38000"/>
                </a:srgbClr>
              </a:gs>
              <a:gs pos="58951">
                <a:srgbClr val="748A9A">
                  <a:alpha val="12000"/>
                </a:srgbClr>
              </a:gs>
            </a:gsLst>
            <a:lin ang="0" scaled="0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B7E6E3B8-A135-30DA-7221-3B798542A116}"/>
              </a:ext>
            </a:extLst>
          </p:cNvPr>
          <p:cNvSpPr/>
          <p:nvPr/>
        </p:nvSpPr>
        <p:spPr bwMode="auto">
          <a:xfrm>
            <a:off x="2714181" y="5128662"/>
            <a:ext cx="9218671" cy="883863"/>
          </a:xfrm>
          <a:prstGeom prst="roundRect">
            <a:avLst>
              <a:gd name="adj" fmla="val 7184"/>
            </a:avLst>
          </a:prstGeom>
          <a:gradFill>
            <a:gsLst>
              <a:gs pos="0">
                <a:srgbClr val="3796EB">
                  <a:alpha val="27000"/>
                </a:srgbClr>
              </a:gs>
              <a:gs pos="58951">
                <a:srgbClr val="748A9A">
                  <a:alpha val="12000"/>
                </a:srgbClr>
              </a:gs>
            </a:gsLst>
            <a:lin ang="0" scaled="0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DEFA1A9-BC25-0EB6-E2D5-8A6389A436CC}"/>
              </a:ext>
            </a:extLst>
          </p:cNvPr>
          <p:cNvGrpSpPr/>
          <p:nvPr/>
        </p:nvGrpSpPr>
        <p:grpSpPr>
          <a:xfrm>
            <a:off x="5500841" y="2615967"/>
            <a:ext cx="6364635" cy="2960320"/>
            <a:chOff x="4436795" y="2615967"/>
            <a:chExt cx="7428682" cy="2960320"/>
          </a:xfrm>
        </p:grpSpPr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4C832900-C66F-C956-5F7D-38E0AE9179C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36795" y="2615967"/>
              <a:ext cx="7428682" cy="0"/>
            </a:xfrm>
            <a:prstGeom prst="lin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20000"/>
                  </a:schemeClr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rgbClr val="BCC6CE"/>
              </a:solidFill>
              <a:miter lim="800000"/>
              <a:headEnd/>
              <a:tailEnd/>
            </a:ln>
          </p:spPr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491A1C3C-AC59-BCC4-92F5-E43E6A9A3C2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36795" y="3614189"/>
              <a:ext cx="7428682" cy="0"/>
            </a:xfrm>
            <a:prstGeom prst="lin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20000"/>
                  </a:schemeClr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rgbClr val="BCC6CE"/>
              </a:solidFill>
              <a:miter lim="800000"/>
              <a:headEnd/>
              <a:tailEnd/>
            </a:ln>
          </p:spPr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563FE60B-3EF4-76D1-4A73-73AD090A248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36795" y="4576706"/>
              <a:ext cx="7428682" cy="0"/>
            </a:xfrm>
            <a:prstGeom prst="lin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20000"/>
                  </a:schemeClr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rgbClr val="BCC6CE"/>
              </a:solidFill>
              <a:miter lim="800000"/>
              <a:headEnd/>
              <a:tailEnd/>
            </a:ln>
          </p:spPr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1056963A-2135-5570-26EB-2E34A5F4E20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36795" y="5576287"/>
              <a:ext cx="7428682" cy="0"/>
            </a:xfrm>
            <a:prstGeom prst="lin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20000"/>
                  </a:schemeClr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rgbClr val="BCC6CE"/>
              </a:solidFill>
              <a:miter lim="800000"/>
              <a:headEnd/>
              <a:tailEnd/>
            </a:ln>
          </p:spPr>
        </p:cxnSp>
      </p:grp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54544683-8C98-AEE4-D846-FD96D46F7DE5}"/>
              </a:ext>
            </a:extLst>
          </p:cNvPr>
          <p:cNvSpPr/>
          <p:nvPr/>
        </p:nvSpPr>
        <p:spPr bwMode="auto">
          <a:xfrm>
            <a:off x="5487936" y="1371578"/>
            <a:ext cx="2074914" cy="4944555"/>
          </a:xfrm>
          <a:prstGeom prst="roundRect">
            <a:avLst>
              <a:gd name="adj" fmla="val 2855"/>
            </a:avLst>
          </a:prstGeom>
          <a:gradFill flip="none" rotWithShape="1">
            <a:gsLst>
              <a:gs pos="100000">
                <a:schemeClr val="bg1">
                  <a:lumMod val="95000"/>
                  <a:alpha val="600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solidFill>
              <a:srgbClr val="748A9A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46094E6B-4569-5E38-FE05-842BCCDCDC7B}"/>
              </a:ext>
            </a:extLst>
          </p:cNvPr>
          <p:cNvSpPr/>
          <p:nvPr/>
        </p:nvSpPr>
        <p:spPr bwMode="auto">
          <a:xfrm>
            <a:off x="7827268" y="1371578"/>
            <a:ext cx="4038209" cy="4944555"/>
          </a:xfrm>
          <a:prstGeom prst="roundRect">
            <a:avLst>
              <a:gd name="adj" fmla="val 1278"/>
            </a:avLst>
          </a:prstGeom>
          <a:gradFill flip="none" rotWithShape="1">
            <a:gsLst>
              <a:gs pos="100000">
                <a:schemeClr val="bg1">
                  <a:lumMod val="95000"/>
                  <a:alpha val="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solidFill>
              <a:srgbClr val="FBBE26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53" name="Title 152">
            <a:extLst>
              <a:ext uri="{FF2B5EF4-FFF2-40B4-BE49-F238E27FC236}">
                <a16:creationId xmlns:a16="http://schemas.microsoft.com/office/drawing/2014/main" id="{022BD401-EAE8-4531-843C-5A28FEC2D1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latin typeface="Arial" panose="020B0604020202020204" pitchFamily="34" charset="0"/>
                <a:ea typeface="+mn-ea"/>
                <a:cs typeface="Arial"/>
              </a:rPr>
              <a:t>Loremips umd Olorsitam etc Onsecte Turadi</a:t>
            </a:r>
            <a:endParaRPr kumimoji="0" 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CDFAC52-6A80-9214-8D40-C856F05667A0}"/>
              </a:ext>
            </a:extLst>
          </p:cNvPr>
          <p:cNvSpPr/>
          <p:nvPr/>
        </p:nvSpPr>
        <p:spPr bwMode="gray">
          <a:xfrm>
            <a:off x="5776629" y="2701007"/>
            <a:ext cx="1497526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Piscinge Litseddoei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3C9D240-7B05-DCC0-585B-76CBDDADB583}"/>
              </a:ext>
            </a:extLst>
          </p:cNvPr>
          <p:cNvSpPr txBox="1"/>
          <p:nvPr/>
        </p:nvSpPr>
        <p:spPr bwMode="gray">
          <a:xfrm>
            <a:off x="7918709" y="2674077"/>
            <a:ext cx="3153107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Usmo dtemporin cididuntut labo reetdolo remagnaal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Iquauten imadminimv eni amqui-SN ostrudexercit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F0A97CD-9D0F-9C37-529A-00EC137F065D}"/>
              </a:ext>
            </a:extLst>
          </p:cNvPr>
          <p:cNvSpPr/>
          <p:nvPr/>
        </p:nvSpPr>
        <p:spPr bwMode="gray">
          <a:xfrm>
            <a:off x="5810292" y="3288884"/>
            <a:ext cx="1430200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Ationulla Mcolabori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F520E61B-0079-AF86-252E-E715AC95359C}"/>
              </a:ext>
            </a:extLst>
          </p:cNvPr>
          <p:cNvSpPr/>
          <p:nvPr/>
        </p:nvSpPr>
        <p:spPr bwMode="gray">
          <a:xfrm>
            <a:off x="5439999" y="3685578"/>
            <a:ext cx="2170787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Snis Iutaliq / Uipexeacommodo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F2F690CE-FD34-10A4-5352-9C15F1582D13}"/>
              </a:ext>
            </a:extLst>
          </p:cNvPr>
          <p:cNvSpPr txBox="1"/>
          <p:nvPr/>
        </p:nvSpPr>
        <p:spPr bwMode="gray">
          <a:xfrm>
            <a:off x="7918709" y="3261954"/>
            <a:ext cx="3916137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Consequa T2D uisauteir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Uredolori nreprehender itinv olu Ptatevel, ITE sse Cillumdo Lore.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408FC65D-0E6E-81CB-FEDC-532CF8EA7757}"/>
              </a:ext>
            </a:extLst>
          </p:cNvPr>
          <p:cNvSpPr txBox="1"/>
          <p:nvPr/>
        </p:nvSpPr>
        <p:spPr bwMode="gray">
          <a:xfrm>
            <a:off x="7918709" y="3658648"/>
            <a:ext cx="2970365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Eufugiatnu llapa / RIAT’u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Rexcepteu Rsinto/Ccaecatc/Upida tatnonpr oiden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33C1DFC6-A32E-DA7A-764F-C7EC57E500F4}"/>
              </a:ext>
            </a:extLst>
          </p:cNvPr>
          <p:cNvSpPr/>
          <p:nvPr/>
        </p:nvSpPr>
        <p:spPr bwMode="gray">
          <a:xfrm>
            <a:off x="5775828" y="4242381"/>
            <a:ext cx="1499129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Tsuntinc Ulpaquioff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F4596E91-4E47-5116-FDF4-B4306DE3C7CA}"/>
              </a:ext>
            </a:extLst>
          </p:cNvPr>
          <p:cNvSpPr/>
          <p:nvPr/>
        </p:nvSpPr>
        <p:spPr bwMode="gray">
          <a:xfrm>
            <a:off x="5417558" y="4660369"/>
            <a:ext cx="2215671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Iciade Seruntmollit /  Animidest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C89EFBE4-BE9C-E79D-3030-7043B51B5B39}"/>
              </a:ext>
            </a:extLst>
          </p:cNvPr>
          <p:cNvSpPr txBox="1"/>
          <p:nvPr/>
        </p:nvSpPr>
        <p:spPr bwMode="gray">
          <a:xfrm>
            <a:off x="7918711" y="4215451"/>
            <a:ext cx="3816748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Laboru mcurabit urnonnulla sitamet nisl tempusco nvallisq’u isaclectuspe lle ntesqueini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89BD8F62-2978-B5D2-434F-9DE1C979B4B4}"/>
              </a:ext>
            </a:extLst>
          </p:cNvPr>
          <p:cNvSpPr txBox="1"/>
          <p:nvPr/>
        </p:nvSpPr>
        <p:spPr bwMode="gray">
          <a:xfrm>
            <a:off x="7918709" y="4633439"/>
            <a:ext cx="2883803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Psum idorc iportadapi bus vivamuss uscipittorto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Regetf el IS, porttitorv olu tpatcras ULTr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3FE0ECF1-4E1A-C249-8742-CB95728DA12B}"/>
              </a:ext>
            </a:extLst>
          </p:cNvPr>
          <p:cNvSpPr/>
          <p:nvPr/>
        </p:nvSpPr>
        <p:spPr bwMode="gray">
          <a:xfrm>
            <a:off x="5789454" y="5142835"/>
            <a:ext cx="1471878" cy="41549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Icieslig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ULA sedmagnadict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79B36CE3-0B6A-9997-758D-ED219EF5946E}"/>
              </a:ext>
            </a:extLst>
          </p:cNvPr>
          <p:cNvSpPr/>
          <p:nvPr/>
        </p:nvSpPr>
        <p:spPr bwMode="gray">
          <a:xfrm>
            <a:off x="5683655" y="5578378"/>
            <a:ext cx="1683474" cy="41549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Umport aloremips umdol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62BC050F-1BA9-A967-1F81-20941FE1A3EC}"/>
              </a:ext>
            </a:extLst>
          </p:cNvPr>
          <p:cNvSpPr txBox="1"/>
          <p:nvPr/>
        </p:nvSpPr>
        <p:spPr bwMode="gray">
          <a:xfrm>
            <a:off x="7918709" y="5193997"/>
            <a:ext cx="3669274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Orsit am etconsectetur adipiscing el Itsedd Oeiusmo Dtempor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Inc idid untutlabore etdoloremagnaa liq uautenima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21070CA5-67E9-E33A-B15E-7F2753109E91}"/>
              </a:ext>
            </a:extLst>
          </p:cNvPr>
          <p:cNvSpPr txBox="1"/>
          <p:nvPr/>
        </p:nvSpPr>
        <p:spPr bwMode="gray">
          <a:xfrm>
            <a:off x="7918709" y="5632239"/>
            <a:ext cx="3957035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Dminimveniam qu isnostrud exerc itat ionull A-mcola, boris nisiutaliquipexe aco mmodoco nsequatdui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5BAE4DE3-B6FA-443D-E0E3-FCA7E93DFAC3}"/>
              </a:ext>
            </a:extLst>
          </p:cNvPr>
          <p:cNvSpPr/>
          <p:nvPr/>
        </p:nvSpPr>
        <p:spPr bwMode="gray">
          <a:xfrm>
            <a:off x="5992233" y="2272092"/>
            <a:ext cx="1066318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Saut Eiruredo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38836C9C-FC7D-9954-D892-ACEBD8389419}"/>
              </a:ext>
            </a:extLst>
          </p:cNvPr>
          <p:cNvSpPr txBox="1"/>
          <p:nvPr/>
        </p:nvSpPr>
        <p:spPr bwMode="gray">
          <a:xfrm>
            <a:off x="7918709" y="2245162"/>
            <a:ext cx="3140283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Lorinr eprehe nde riti nvolupta tev elitess ecillumdol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Oreeuf ugiatnul la par I2A turex &amp; cepteur sintoccae</a:t>
            </a:r>
          </a:p>
        </p:txBody>
      </p:sp>
      <p:sp>
        <p:nvSpPr>
          <p:cNvPr id="253" name="Rectangle: Rounded Corners 252">
            <a:extLst>
              <a:ext uri="{FF2B5EF4-FFF2-40B4-BE49-F238E27FC236}">
                <a16:creationId xmlns:a16="http://schemas.microsoft.com/office/drawing/2014/main" id="{747D9E50-7A38-AE81-3FC8-A626EF37A13E}"/>
              </a:ext>
            </a:extLst>
          </p:cNvPr>
          <p:cNvSpPr/>
          <p:nvPr/>
        </p:nvSpPr>
        <p:spPr bwMode="auto">
          <a:xfrm>
            <a:off x="5692359" y="1169682"/>
            <a:ext cx="1666068" cy="409872"/>
          </a:xfrm>
          <a:prstGeom prst="roundRect">
            <a:avLst>
              <a:gd name="adj" fmla="val 15493"/>
            </a:avLst>
          </a:prstGeom>
          <a:gradFill flip="none" rotWithShape="1">
            <a:gsLst>
              <a:gs pos="28000">
                <a:srgbClr val="2A8FEA"/>
              </a:gs>
              <a:gs pos="100000">
                <a:srgbClr val="81BDF3"/>
              </a:gs>
              <a:gs pos="0">
                <a:srgbClr val="81BDF3"/>
              </a:gs>
              <a:gs pos="68000">
                <a:srgbClr val="2A8FEA"/>
              </a:gs>
            </a:gsLst>
            <a:lin ang="0" scaled="1"/>
            <a:tileRect/>
          </a:gradFill>
          <a:ln w="6350">
            <a:solidFill>
              <a:schemeClr val="bg1"/>
            </a:solidFill>
          </a:ln>
          <a:effectLst>
            <a:outerShdw blurRad="50800" dist="38100" dir="2700000" algn="tl" rotWithShape="0">
              <a:srgbClr val="3796E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spc="30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CATCU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28BB8BE-D1E4-8FD4-AFFE-D545A469516E}"/>
              </a:ext>
            </a:extLst>
          </p:cNvPr>
          <p:cNvSpPr/>
          <p:nvPr/>
        </p:nvSpPr>
        <p:spPr bwMode="auto">
          <a:xfrm>
            <a:off x="1548281" y="1169682"/>
            <a:ext cx="1666068" cy="409872"/>
          </a:xfrm>
          <a:prstGeom prst="roundRect">
            <a:avLst>
              <a:gd name="adj" fmla="val 15493"/>
            </a:avLst>
          </a:prstGeom>
          <a:gradFill flip="none" rotWithShape="1">
            <a:gsLst>
              <a:gs pos="100000">
                <a:srgbClr val="66737C"/>
              </a:gs>
              <a:gs pos="50000">
                <a:srgbClr val="43515C"/>
              </a:gs>
              <a:gs pos="0">
                <a:srgbClr val="6B7780"/>
              </a:gs>
            </a:gsLst>
            <a:lin ang="0" scaled="1"/>
            <a:tileRect/>
          </a:gradFill>
          <a:ln w="6350" cap="flat" cmpd="sng" algn="ctr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748A9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pc="300">
                <a:solidFill>
                  <a:prstClr val="white"/>
                </a:solidFill>
                <a:latin typeface="Arial" panose="020B0604020202020204" pitchFamily="34" charset="0"/>
              </a:rPr>
              <a:t>PIDATA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0B6CF61-373E-A850-1442-48E7459A7518}"/>
              </a:ext>
            </a:extLst>
          </p:cNvPr>
          <p:cNvSpPr/>
          <p:nvPr/>
        </p:nvSpPr>
        <p:spPr bwMode="auto">
          <a:xfrm>
            <a:off x="8060798" y="1169682"/>
            <a:ext cx="3571148" cy="409872"/>
          </a:xfrm>
          <a:prstGeom prst="roundRect">
            <a:avLst>
              <a:gd name="adj" fmla="val 15493"/>
            </a:avLst>
          </a:prstGeom>
          <a:gradFill flip="none" rotWithShape="1">
            <a:gsLst>
              <a:gs pos="100000">
                <a:srgbClr val="FFE39E"/>
              </a:gs>
              <a:gs pos="0">
                <a:srgbClr val="FFE39E"/>
              </a:gs>
              <a:gs pos="60000">
                <a:srgbClr val="FBBE26"/>
              </a:gs>
              <a:gs pos="34000">
                <a:srgbClr val="FBBE26"/>
              </a:gs>
            </a:gsLst>
            <a:lin ang="0" scaled="1"/>
            <a:tileRect/>
          </a:gradFill>
          <a:ln>
            <a:solidFill>
              <a:schemeClr val="bg1"/>
            </a:solidFill>
          </a:ln>
          <a:effectLst>
            <a:outerShdw blurRad="50800" dist="38100" dir="2700000" algn="tl" rotWithShape="0">
              <a:srgbClr val="FBBE2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TNO NPROIDEN TSUNTINC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069646B-2068-1666-0264-D115DD3F8F48}"/>
              </a:ext>
            </a:extLst>
          </p:cNvPr>
          <p:cNvGrpSpPr/>
          <p:nvPr/>
        </p:nvGrpSpPr>
        <p:grpSpPr>
          <a:xfrm>
            <a:off x="325704" y="2171983"/>
            <a:ext cx="4111224" cy="4000333"/>
            <a:chOff x="269917" y="1896176"/>
            <a:chExt cx="4868999" cy="4375608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3D87FB8-D00C-ACEA-15ED-427A53223C7F}"/>
                </a:ext>
              </a:extLst>
            </p:cNvPr>
            <p:cNvSpPr/>
            <p:nvPr/>
          </p:nvSpPr>
          <p:spPr>
            <a:xfrm>
              <a:off x="925169" y="4977478"/>
              <a:ext cx="3558494" cy="161173"/>
            </a:xfrm>
            <a:custGeom>
              <a:avLst/>
              <a:gdLst>
                <a:gd name="connsiteX0" fmla="*/ 0 w 3558494"/>
                <a:gd name="connsiteY0" fmla="*/ 0 h 161173"/>
                <a:gd name="connsiteX1" fmla="*/ 124575 w 3558494"/>
                <a:gd name="connsiteY1" fmla="*/ 161174 h 161173"/>
                <a:gd name="connsiteX2" fmla="*/ 3433919 w 3558494"/>
                <a:gd name="connsiteY2" fmla="*/ 161174 h 161173"/>
                <a:gd name="connsiteX3" fmla="*/ 3558494 w 3558494"/>
                <a:gd name="connsiteY3" fmla="*/ 0 h 161173"/>
                <a:gd name="connsiteX4" fmla="*/ 0 w 3558494"/>
                <a:gd name="connsiteY4" fmla="*/ 0 h 161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8494" h="161173">
                  <a:moveTo>
                    <a:pt x="0" y="0"/>
                  </a:moveTo>
                  <a:lnTo>
                    <a:pt x="124575" y="161174"/>
                  </a:lnTo>
                  <a:lnTo>
                    <a:pt x="3433919" y="161174"/>
                  </a:lnTo>
                  <a:lnTo>
                    <a:pt x="3558494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48A9A">
                    <a:alpha val="0"/>
                  </a:srgbClr>
                </a:gs>
                <a:gs pos="100000">
                  <a:srgbClr val="748A9A"/>
                </a:gs>
              </a:gsLst>
              <a:lin ang="16200000" scaled="1"/>
              <a:tileRect/>
            </a:gradFill>
            <a:ln w="0" cap="flat">
              <a:noFill/>
              <a:prstDash val="solid"/>
              <a:miter/>
            </a:ln>
            <a:effectLst>
              <a:outerShdw blurRad="190500" dist="38100" dir="5400000" rotWithShape="0">
                <a:srgbClr val="FCA523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CC01FB3-8ED0-1ADD-B40E-037B0887F336}"/>
                </a:ext>
              </a:extLst>
            </p:cNvPr>
            <p:cNvSpPr/>
            <p:nvPr/>
          </p:nvSpPr>
          <p:spPr>
            <a:xfrm>
              <a:off x="1534674" y="3922459"/>
              <a:ext cx="2339484" cy="161877"/>
            </a:xfrm>
            <a:custGeom>
              <a:avLst/>
              <a:gdLst>
                <a:gd name="connsiteX0" fmla="*/ 0 w 2339484"/>
                <a:gd name="connsiteY0" fmla="*/ 0 h 161877"/>
                <a:gd name="connsiteX1" fmla="*/ 123872 w 2339484"/>
                <a:gd name="connsiteY1" fmla="*/ 161877 h 161877"/>
                <a:gd name="connsiteX2" fmla="*/ 2215613 w 2339484"/>
                <a:gd name="connsiteY2" fmla="*/ 161877 h 161877"/>
                <a:gd name="connsiteX3" fmla="*/ 2339485 w 2339484"/>
                <a:gd name="connsiteY3" fmla="*/ 0 h 161877"/>
                <a:gd name="connsiteX4" fmla="*/ 0 w 2339484"/>
                <a:gd name="connsiteY4" fmla="*/ 0 h 161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9484" h="161877">
                  <a:moveTo>
                    <a:pt x="0" y="0"/>
                  </a:moveTo>
                  <a:lnTo>
                    <a:pt x="123872" y="161877"/>
                  </a:lnTo>
                  <a:lnTo>
                    <a:pt x="2215613" y="161877"/>
                  </a:lnTo>
                  <a:lnTo>
                    <a:pt x="2339485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48A9A">
                    <a:alpha val="0"/>
                  </a:srgbClr>
                </a:gs>
                <a:gs pos="100000">
                  <a:srgbClr val="EAA804"/>
                </a:gs>
              </a:gsLst>
              <a:lin ang="16200000" scaled="1"/>
              <a:tileRect/>
            </a:gradFill>
            <a:ln w="0" cap="flat">
              <a:noFill/>
              <a:prstDash val="solid"/>
              <a:miter/>
            </a:ln>
            <a:effectLst>
              <a:outerShdw blurRad="190500" dist="38100" dir="5400000" rotWithShape="0">
                <a:srgbClr val="FCA523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9D78140-8271-C210-EEED-7FEF12391FC0}"/>
                </a:ext>
              </a:extLst>
            </p:cNvPr>
            <p:cNvSpPr/>
            <p:nvPr/>
          </p:nvSpPr>
          <p:spPr>
            <a:xfrm>
              <a:off x="2143475" y="2868144"/>
              <a:ext cx="1121882" cy="161173"/>
            </a:xfrm>
            <a:custGeom>
              <a:avLst/>
              <a:gdLst>
                <a:gd name="connsiteX0" fmla="*/ 0 w 1121882"/>
                <a:gd name="connsiteY0" fmla="*/ 0 h 161173"/>
                <a:gd name="connsiteX1" fmla="*/ 124575 w 1121882"/>
                <a:gd name="connsiteY1" fmla="*/ 161174 h 161173"/>
                <a:gd name="connsiteX2" fmla="*/ 993084 w 1121882"/>
                <a:gd name="connsiteY2" fmla="*/ 153432 h 161173"/>
                <a:gd name="connsiteX3" fmla="*/ 1121883 w 1121882"/>
                <a:gd name="connsiteY3" fmla="*/ 0 h 161173"/>
                <a:gd name="connsiteX4" fmla="*/ 0 w 1121882"/>
                <a:gd name="connsiteY4" fmla="*/ 0 h 161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1882" h="161173">
                  <a:moveTo>
                    <a:pt x="0" y="0"/>
                  </a:moveTo>
                  <a:lnTo>
                    <a:pt x="124575" y="161174"/>
                  </a:lnTo>
                  <a:lnTo>
                    <a:pt x="993084" y="153432"/>
                  </a:lnTo>
                  <a:lnTo>
                    <a:pt x="1121883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48A9A">
                    <a:alpha val="0"/>
                  </a:srgbClr>
                </a:gs>
                <a:gs pos="100000">
                  <a:srgbClr val="F56565"/>
                </a:gs>
              </a:gsLst>
              <a:lin ang="16200000" scaled="1"/>
              <a:tileRect/>
            </a:gradFill>
            <a:ln w="0" cap="flat">
              <a:noFill/>
              <a:prstDash val="solid"/>
              <a:miter/>
            </a:ln>
            <a:effectLst>
              <a:outerShdw blurRad="190500" dist="38100" dir="5400000" rotWithShape="0">
                <a:srgbClr val="FCA523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3D6AC3C-B00F-742E-683D-2E01051CAA73}"/>
                </a:ext>
              </a:extLst>
            </p:cNvPr>
            <p:cNvSpPr/>
            <p:nvPr/>
          </p:nvSpPr>
          <p:spPr>
            <a:xfrm>
              <a:off x="269917" y="5138652"/>
              <a:ext cx="4868999" cy="974080"/>
            </a:xfrm>
            <a:custGeom>
              <a:avLst/>
              <a:gdLst>
                <a:gd name="connsiteX0" fmla="*/ 4869000 w 4868999"/>
                <a:gd name="connsiteY0" fmla="*/ 974080 h 974080"/>
                <a:gd name="connsiteX1" fmla="*/ 0 w 4868999"/>
                <a:gd name="connsiteY1" fmla="*/ 974080 h 974080"/>
                <a:gd name="connsiteX2" fmla="*/ 562349 w 4868999"/>
                <a:gd name="connsiteY2" fmla="*/ 0 h 974080"/>
                <a:gd name="connsiteX3" fmla="*/ 4306651 w 4868999"/>
                <a:gd name="connsiteY3" fmla="*/ 0 h 974080"/>
                <a:gd name="connsiteX4" fmla="*/ 4869000 w 4868999"/>
                <a:gd name="connsiteY4" fmla="*/ 974080 h 974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8999" h="974080">
                  <a:moveTo>
                    <a:pt x="4869000" y="974080"/>
                  </a:moveTo>
                  <a:lnTo>
                    <a:pt x="0" y="974080"/>
                  </a:lnTo>
                  <a:lnTo>
                    <a:pt x="562349" y="0"/>
                  </a:lnTo>
                  <a:lnTo>
                    <a:pt x="4306651" y="0"/>
                  </a:lnTo>
                  <a:lnTo>
                    <a:pt x="4869000" y="97408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1BDF3"/>
                </a:gs>
                <a:gs pos="100000">
                  <a:srgbClr val="2A8FEA"/>
                </a:gs>
              </a:gsLst>
              <a:lin ang="0" scaled="1"/>
              <a:tileRect/>
            </a:gradFill>
            <a:ln w="6350">
              <a:noFill/>
            </a:ln>
            <a:effectLst>
              <a:outerShdw blurRad="190500" dist="38100" dir="5400000" algn="ctr" rotWithShape="0">
                <a:srgbClr val="2A8FEA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45720" rtlCol="0" anchor="ctr"/>
            <a:lstStyle/>
            <a:p>
              <a:pPr algn="ctr"/>
              <a:endParaRPr lang="en-IN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41DF525-155E-F80F-4C0B-9863E89B497A}"/>
                </a:ext>
              </a:extLst>
            </p:cNvPr>
            <p:cNvSpPr/>
            <p:nvPr/>
          </p:nvSpPr>
          <p:spPr>
            <a:xfrm>
              <a:off x="925169" y="4084337"/>
              <a:ext cx="3558494" cy="893141"/>
            </a:xfrm>
            <a:custGeom>
              <a:avLst/>
              <a:gdLst>
                <a:gd name="connsiteX0" fmla="*/ 3558494 w 3558494"/>
                <a:gd name="connsiteY0" fmla="*/ 893141 h 893141"/>
                <a:gd name="connsiteX1" fmla="*/ 0 w 3558494"/>
                <a:gd name="connsiteY1" fmla="*/ 893141 h 893141"/>
                <a:gd name="connsiteX2" fmla="*/ 515897 w 3558494"/>
                <a:gd name="connsiteY2" fmla="*/ 0 h 893141"/>
                <a:gd name="connsiteX3" fmla="*/ 3042597 w 3558494"/>
                <a:gd name="connsiteY3" fmla="*/ 0 h 893141"/>
                <a:gd name="connsiteX4" fmla="*/ 3558494 w 3558494"/>
                <a:gd name="connsiteY4" fmla="*/ 893141 h 89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8494" h="893141">
                  <a:moveTo>
                    <a:pt x="3558494" y="893141"/>
                  </a:moveTo>
                  <a:lnTo>
                    <a:pt x="0" y="893141"/>
                  </a:lnTo>
                  <a:lnTo>
                    <a:pt x="515897" y="0"/>
                  </a:lnTo>
                  <a:lnTo>
                    <a:pt x="3042597" y="0"/>
                  </a:lnTo>
                  <a:lnTo>
                    <a:pt x="3558494" y="89314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FADB9"/>
                </a:gs>
                <a:gs pos="100000">
                  <a:srgbClr val="738999"/>
                </a:gs>
              </a:gsLst>
              <a:lin ang="0" scaled="1"/>
              <a:tileRect/>
            </a:gradFill>
            <a:ln w="9525">
              <a:noFill/>
              <a:miter lim="800000"/>
              <a:headEnd/>
              <a:tailEnd/>
            </a:ln>
            <a:effectLst>
              <a:outerShdw blurRad="190500" dist="38100" dir="5400000" algn="ctr" rotWithShape="0">
                <a:srgbClr val="43515C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algn="ctr"/>
              <a:endParaRPr lang="en-IN" sz="1400" b="1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85D6C23F-9A7E-0D42-DAA7-7074879F7EDC}"/>
                </a:ext>
              </a:extLst>
            </p:cNvPr>
            <p:cNvSpPr/>
            <p:nvPr/>
          </p:nvSpPr>
          <p:spPr>
            <a:xfrm>
              <a:off x="1534674" y="3029318"/>
              <a:ext cx="2339484" cy="893141"/>
            </a:xfrm>
            <a:custGeom>
              <a:avLst/>
              <a:gdLst>
                <a:gd name="connsiteX0" fmla="*/ 2339485 w 2339484"/>
                <a:gd name="connsiteY0" fmla="*/ 893142 h 893141"/>
                <a:gd name="connsiteX1" fmla="*/ 0 w 2339484"/>
                <a:gd name="connsiteY1" fmla="*/ 893142 h 893141"/>
                <a:gd name="connsiteX2" fmla="*/ 515194 w 2339484"/>
                <a:gd name="connsiteY2" fmla="*/ 0 h 893141"/>
                <a:gd name="connsiteX3" fmla="*/ 1824291 w 2339484"/>
                <a:gd name="connsiteY3" fmla="*/ 0 h 893141"/>
                <a:gd name="connsiteX4" fmla="*/ 2339485 w 2339484"/>
                <a:gd name="connsiteY4" fmla="*/ 893142 h 89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9484" h="893141">
                  <a:moveTo>
                    <a:pt x="2339485" y="893142"/>
                  </a:moveTo>
                  <a:lnTo>
                    <a:pt x="0" y="893142"/>
                  </a:lnTo>
                  <a:lnTo>
                    <a:pt x="515194" y="0"/>
                  </a:lnTo>
                  <a:lnTo>
                    <a:pt x="1824291" y="0"/>
                  </a:lnTo>
                  <a:lnTo>
                    <a:pt x="2339485" y="89314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E39E"/>
                </a:gs>
                <a:gs pos="100000">
                  <a:srgbClr val="FBBE26"/>
                </a:gs>
                <a:gs pos="56000">
                  <a:srgbClr val="FBBE26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9A1D806-AFF7-4366-2140-45963904CDAD}"/>
                </a:ext>
              </a:extLst>
            </p:cNvPr>
            <p:cNvSpPr/>
            <p:nvPr/>
          </p:nvSpPr>
          <p:spPr>
            <a:xfrm>
              <a:off x="2143475" y="1896176"/>
              <a:ext cx="1121882" cy="971968"/>
            </a:xfrm>
            <a:custGeom>
              <a:avLst/>
              <a:gdLst>
                <a:gd name="connsiteX0" fmla="*/ 1121883 w 1121882"/>
                <a:gd name="connsiteY0" fmla="*/ 971969 h 971968"/>
                <a:gd name="connsiteX1" fmla="*/ 0 w 1121882"/>
                <a:gd name="connsiteY1" fmla="*/ 971969 h 971968"/>
                <a:gd name="connsiteX2" fmla="*/ 560941 w 1121882"/>
                <a:gd name="connsiteY2" fmla="*/ 0 h 971968"/>
                <a:gd name="connsiteX3" fmla="*/ 1121883 w 1121882"/>
                <a:gd name="connsiteY3" fmla="*/ 971969 h 971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1882" h="971968">
                  <a:moveTo>
                    <a:pt x="1121883" y="971969"/>
                  </a:moveTo>
                  <a:lnTo>
                    <a:pt x="0" y="971969"/>
                  </a:lnTo>
                  <a:lnTo>
                    <a:pt x="560941" y="0"/>
                  </a:lnTo>
                  <a:lnTo>
                    <a:pt x="1121883" y="97196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89696"/>
                </a:gs>
                <a:gs pos="100000">
                  <a:srgbClr val="F46262"/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38100" dir="5400000" algn="ctr" rotWithShape="0">
                <a:srgbClr val="F67676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b="1">
                <a:solidFill>
                  <a:schemeClr val="lt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7FC7988-52DD-9A57-D7A0-EC4D0D923485}"/>
                </a:ext>
              </a:extLst>
            </p:cNvPr>
            <p:cNvSpPr/>
            <p:nvPr/>
          </p:nvSpPr>
          <p:spPr>
            <a:xfrm>
              <a:off x="269918" y="6110611"/>
              <a:ext cx="4868998" cy="161173"/>
            </a:xfrm>
            <a:custGeom>
              <a:avLst/>
              <a:gdLst>
                <a:gd name="connsiteX0" fmla="*/ 0 w 3558494"/>
                <a:gd name="connsiteY0" fmla="*/ 0 h 161173"/>
                <a:gd name="connsiteX1" fmla="*/ 124575 w 3558494"/>
                <a:gd name="connsiteY1" fmla="*/ 161174 h 161173"/>
                <a:gd name="connsiteX2" fmla="*/ 3433919 w 3558494"/>
                <a:gd name="connsiteY2" fmla="*/ 161174 h 161173"/>
                <a:gd name="connsiteX3" fmla="*/ 3558494 w 3558494"/>
                <a:gd name="connsiteY3" fmla="*/ 0 h 161173"/>
                <a:gd name="connsiteX4" fmla="*/ 0 w 3558494"/>
                <a:gd name="connsiteY4" fmla="*/ 0 h 161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8494" h="161173">
                  <a:moveTo>
                    <a:pt x="0" y="0"/>
                  </a:moveTo>
                  <a:lnTo>
                    <a:pt x="124575" y="161174"/>
                  </a:lnTo>
                  <a:lnTo>
                    <a:pt x="3433919" y="161174"/>
                  </a:lnTo>
                  <a:lnTo>
                    <a:pt x="3558494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48A9A">
                    <a:alpha val="0"/>
                  </a:srgbClr>
                </a:gs>
                <a:gs pos="100000">
                  <a:srgbClr val="3796EB"/>
                </a:gs>
              </a:gsLst>
              <a:lin ang="16200000" scaled="1"/>
              <a:tileRect/>
            </a:gradFill>
            <a:ln w="0" cap="flat">
              <a:noFill/>
              <a:prstDash val="solid"/>
              <a:miter/>
            </a:ln>
            <a:effectLst>
              <a:outerShdw blurRad="190500" dist="38100" dir="5400000" rotWithShape="0">
                <a:srgbClr val="FCA523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117" name="Rectangle 116">
            <a:extLst>
              <a:ext uri="{FF2B5EF4-FFF2-40B4-BE49-F238E27FC236}">
                <a16:creationId xmlns:a16="http://schemas.microsoft.com/office/drawing/2014/main" id="{617CC0B8-9222-8746-2F24-734BDB04AC06}"/>
              </a:ext>
            </a:extLst>
          </p:cNvPr>
          <p:cNvSpPr/>
          <p:nvPr/>
        </p:nvSpPr>
        <p:spPr bwMode="gray">
          <a:xfrm>
            <a:off x="4365109" y="2321300"/>
            <a:ext cx="942886" cy="49244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ULPAQU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Iofficiade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1D284C3-B6E2-0438-9069-F44F0859CF6B}"/>
              </a:ext>
            </a:extLst>
          </p:cNvPr>
          <p:cNvSpPr/>
          <p:nvPr/>
        </p:nvSpPr>
        <p:spPr bwMode="gray">
          <a:xfrm>
            <a:off x="4180767" y="3379634"/>
            <a:ext cx="1311578" cy="49244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SERUNTMOL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Litanimide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A45CEC9-5F70-8393-7F66-B0BD638312D0}"/>
              </a:ext>
            </a:extLst>
          </p:cNvPr>
          <p:cNvSpPr/>
          <p:nvPr/>
        </p:nvSpPr>
        <p:spPr bwMode="gray">
          <a:xfrm>
            <a:off x="4154315" y="4330485"/>
            <a:ext cx="1364477" cy="49244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STLABORUM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Curabitu Rnon.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AD03981-1A7B-09A8-EEC0-7126674F790D}"/>
              </a:ext>
            </a:extLst>
          </p:cNvPr>
          <p:cNvSpPr/>
          <p:nvPr/>
        </p:nvSpPr>
        <p:spPr bwMode="gray">
          <a:xfrm>
            <a:off x="4205612" y="5324372"/>
            <a:ext cx="1261884" cy="49244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NULL</a:t>
            </a: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 ITA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Metnislte</a:t>
            </a:r>
          </a:p>
        </p:txBody>
      </p:sp>
      <p:pic>
        <p:nvPicPr>
          <p:cNvPr id="124" name="Picture 1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FB288B0-0678-520E-51B1-4445A83A6C5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480" y="4383627"/>
            <a:ext cx="431670" cy="431670"/>
          </a:xfrm>
          <a:prstGeom prst="rect">
            <a:avLst/>
          </a:prstGeom>
        </p:spPr>
      </p:pic>
      <p:pic>
        <p:nvPicPr>
          <p:cNvPr id="128" name="Picture 1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4982FD9-81E0-3CCA-D80C-88F8783F4B4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441" y="3364443"/>
            <a:ext cx="515010" cy="515010"/>
          </a:xfrm>
          <a:prstGeom prst="rect">
            <a:avLst/>
          </a:prstGeom>
        </p:spPr>
      </p:pic>
      <p:pic>
        <p:nvPicPr>
          <p:cNvPr id="130" name="Picture 1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A67B664-8FE0-115E-E3C1-D4303B6F6A26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830" y="5404042"/>
            <a:ext cx="418970" cy="418970"/>
          </a:xfrm>
          <a:prstGeom prst="rect">
            <a:avLst/>
          </a:prstGeom>
        </p:spPr>
      </p:pic>
      <p:pic>
        <p:nvPicPr>
          <p:cNvPr id="134" name="Picture 13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614E433-59CE-9CCB-E9AF-F7778A9657CF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441" y="2586567"/>
            <a:ext cx="374780" cy="374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50436D-9399-72E3-3746-A114EC529B8B}"/>
              </a:ext>
            </a:extLst>
          </p:cNvPr>
          <p:cNvSpPr txBox="1">
            <a:spLocks/>
          </p:cNvSpPr>
          <p:nvPr/>
        </p:nvSpPr>
        <p:spPr>
          <a:xfrm>
            <a:off x="228600" y="6385592"/>
            <a:ext cx="2108200" cy="354903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  <a:hlinkClick r:id="rId10" action="ppaction://hlinksldjump"/>
              </a:rPr>
              <a:t>MPUS CO NVAL LIS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2617835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8C88-E5AB-459A-A84E-BDDC329A3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Uisacl Ectuspelle: </a:t>
            </a:r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Nt esqu einip sumidorcipo rtadapibu svi vamus suscip ittort ore getfel is por Ttitorvolutp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08049E-C7D2-417F-B3BF-D62AED54602A}"/>
              </a:ext>
            </a:extLst>
          </p:cNvPr>
          <p:cNvSpPr/>
          <p:nvPr/>
        </p:nvSpPr>
        <p:spPr bwMode="auto">
          <a:xfrm>
            <a:off x="76200" y="894698"/>
            <a:ext cx="12039600" cy="560494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9" name="Illustrative">
            <a:extLst>
              <a:ext uri="{FF2B5EF4-FFF2-40B4-BE49-F238E27FC236}">
                <a16:creationId xmlns:a16="http://schemas.microsoft.com/office/drawing/2014/main" id="{A29BDA25-8ED4-47F2-BB0C-F8EB60E7F097}"/>
              </a:ext>
            </a:extLst>
          </p:cNvPr>
          <p:cNvSpPr/>
          <p:nvPr/>
        </p:nvSpPr>
        <p:spPr>
          <a:xfrm>
            <a:off x="10922000" y="833120"/>
            <a:ext cx="1270000" cy="254000"/>
          </a:xfrm>
          <a:prstGeom prst="rect">
            <a:avLst/>
          </a:prstGeom>
          <a:solidFill>
            <a:srgbClr val="FBBE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03E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Atcrasultric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EDAEE92-115A-46DE-B2A3-F4E7E0558163}"/>
              </a:ext>
            </a:extLst>
          </p:cNvPr>
          <p:cNvSpPr/>
          <p:nvPr/>
        </p:nvSpPr>
        <p:spPr bwMode="auto">
          <a:xfrm flipH="1" flipV="1">
            <a:off x="3428213" y="2356264"/>
            <a:ext cx="1846514" cy="830998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9525">
            <a:solidFill>
              <a:srgbClr val="459FED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Freeform 25">
            <a:extLst>
              <a:ext uri="{FF2B5EF4-FFF2-40B4-BE49-F238E27FC236}">
                <a16:creationId xmlns:a16="http://schemas.microsoft.com/office/drawing/2014/main" id="{E7E3A6AD-1FB0-4483-85BD-1434FB57FBCB}"/>
              </a:ext>
            </a:extLst>
          </p:cNvPr>
          <p:cNvSpPr>
            <a:spLocks/>
          </p:cNvSpPr>
          <p:nvPr/>
        </p:nvSpPr>
        <p:spPr bwMode="auto">
          <a:xfrm>
            <a:off x="2082747" y="1364568"/>
            <a:ext cx="1696859" cy="1909582"/>
          </a:xfrm>
          <a:custGeom>
            <a:avLst/>
            <a:gdLst>
              <a:gd name="T0" fmla="*/ 691 w 1380"/>
              <a:gd name="T1" fmla="*/ 0 h 1553"/>
              <a:gd name="T2" fmla="*/ 0 w 1380"/>
              <a:gd name="T3" fmla="*/ 1553 h 1553"/>
              <a:gd name="T4" fmla="*/ 1380 w 1380"/>
              <a:gd name="T5" fmla="*/ 1553 h 1553"/>
              <a:gd name="T6" fmla="*/ 691 w 1380"/>
              <a:gd name="T7" fmla="*/ 0 h 15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80" h="1553">
                <a:moveTo>
                  <a:pt x="691" y="0"/>
                </a:moveTo>
                <a:lnTo>
                  <a:pt x="0" y="1553"/>
                </a:lnTo>
                <a:lnTo>
                  <a:pt x="1380" y="1553"/>
                </a:lnTo>
                <a:lnTo>
                  <a:pt x="691" y="0"/>
                </a:lnTo>
                <a:close/>
              </a:path>
            </a:pathLst>
          </a:custGeom>
          <a:solidFill>
            <a:srgbClr val="459FED"/>
          </a:solidFill>
          <a:ln>
            <a:noFill/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2" name="Freeform 24">
            <a:extLst>
              <a:ext uri="{FF2B5EF4-FFF2-40B4-BE49-F238E27FC236}">
                <a16:creationId xmlns:a16="http://schemas.microsoft.com/office/drawing/2014/main" id="{55E11DDA-24AD-4CB0-8AE2-7341059B1B4B}"/>
              </a:ext>
            </a:extLst>
          </p:cNvPr>
          <p:cNvSpPr>
            <a:spLocks/>
          </p:cNvSpPr>
          <p:nvPr/>
        </p:nvSpPr>
        <p:spPr bwMode="auto">
          <a:xfrm>
            <a:off x="882649" y="4699264"/>
            <a:ext cx="4097054" cy="1264038"/>
          </a:xfrm>
          <a:custGeom>
            <a:avLst/>
            <a:gdLst>
              <a:gd name="T0" fmla="*/ 0 w 3332"/>
              <a:gd name="T1" fmla="*/ 1028 h 1028"/>
              <a:gd name="T2" fmla="*/ 1667 w 3332"/>
              <a:gd name="T3" fmla="*/ 1028 h 1028"/>
              <a:gd name="T4" fmla="*/ 3332 w 3332"/>
              <a:gd name="T5" fmla="*/ 1028 h 1028"/>
              <a:gd name="T6" fmla="*/ 2874 w 3332"/>
              <a:gd name="T7" fmla="*/ 0 h 1028"/>
              <a:gd name="T8" fmla="*/ 458 w 3332"/>
              <a:gd name="T9" fmla="*/ 0 h 1028"/>
              <a:gd name="T10" fmla="*/ 0 w 3332"/>
              <a:gd name="T11" fmla="*/ 1028 h 1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332" h="1028">
                <a:moveTo>
                  <a:pt x="0" y="1028"/>
                </a:moveTo>
                <a:lnTo>
                  <a:pt x="1667" y="1028"/>
                </a:lnTo>
                <a:lnTo>
                  <a:pt x="3332" y="1028"/>
                </a:lnTo>
                <a:lnTo>
                  <a:pt x="2874" y="0"/>
                </a:lnTo>
                <a:lnTo>
                  <a:pt x="458" y="0"/>
                </a:lnTo>
                <a:lnTo>
                  <a:pt x="0" y="1028"/>
                </a:lnTo>
                <a:close/>
              </a:path>
            </a:pathLst>
          </a:custGeom>
          <a:solidFill>
            <a:srgbClr val="7ECAF8"/>
          </a:solidFill>
          <a:ln>
            <a:noFill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" name="Freeform 26">
            <a:extLst>
              <a:ext uri="{FF2B5EF4-FFF2-40B4-BE49-F238E27FC236}">
                <a16:creationId xmlns:a16="http://schemas.microsoft.com/office/drawing/2014/main" id="{5435C381-3814-419E-81F8-38B5C5A053B4}"/>
              </a:ext>
            </a:extLst>
          </p:cNvPr>
          <p:cNvSpPr>
            <a:spLocks/>
          </p:cNvSpPr>
          <p:nvPr/>
        </p:nvSpPr>
        <p:spPr bwMode="auto">
          <a:xfrm>
            <a:off x="1445809" y="3274150"/>
            <a:ext cx="2970733" cy="1425116"/>
          </a:xfrm>
          <a:custGeom>
            <a:avLst/>
            <a:gdLst>
              <a:gd name="T0" fmla="*/ 518 w 2416"/>
              <a:gd name="T1" fmla="*/ 0 h 1159"/>
              <a:gd name="T2" fmla="*/ 0 w 2416"/>
              <a:gd name="T3" fmla="*/ 1159 h 1159"/>
              <a:gd name="T4" fmla="*/ 2416 w 2416"/>
              <a:gd name="T5" fmla="*/ 1159 h 1159"/>
              <a:gd name="T6" fmla="*/ 1898 w 2416"/>
              <a:gd name="T7" fmla="*/ 0 h 1159"/>
              <a:gd name="T8" fmla="*/ 518 w 2416"/>
              <a:gd name="T9" fmla="*/ 0 h 1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16" h="1159">
                <a:moveTo>
                  <a:pt x="518" y="0"/>
                </a:moveTo>
                <a:lnTo>
                  <a:pt x="0" y="1159"/>
                </a:lnTo>
                <a:lnTo>
                  <a:pt x="2416" y="1159"/>
                </a:lnTo>
                <a:lnTo>
                  <a:pt x="1898" y="0"/>
                </a:lnTo>
                <a:lnTo>
                  <a:pt x="518" y="0"/>
                </a:lnTo>
                <a:close/>
              </a:path>
            </a:pathLst>
          </a:custGeom>
          <a:solidFill>
            <a:srgbClr val="4FB7F6"/>
          </a:solidFill>
          <a:ln>
            <a:noFill/>
          </a:ln>
          <a:effectLst>
            <a:outerShdw blurRad="190500" dist="38100" dir="5400000" rotWithShape="0">
              <a:srgbClr val="459FED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303E4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86FB9F-4572-4F6A-BA27-D539146D773C}"/>
              </a:ext>
            </a:extLst>
          </p:cNvPr>
          <p:cNvSpPr txBox="1"/>
          <p:nvPr/>
        </p:nvSpPr>
        <p:spPr>
          <a:xfrm>
            <a:off x="2321951" y="4018997"/>
            <a:ext cx="1239442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Iesligu LA’ Sedmagna Dictumpor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tal Oremipsumdolo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11968D4-E6BF-4A1B-922F-31AF611E559E}"/>
              </a:ext>
            </a:extLst>
          </p:cNvPr>
          <p:cNvSpPr txBox="1"/>
          <p:nvPr/>
        </p:nvSpPr>
        <p:spPr>
          <a:xfrm>
            <a:off x="2203554" y="5301895"/>
            <a:ext cx="1476237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Rsitame Tconsec Teturadipisci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Ngelitseddoe ius Modtempor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4A7837-72D1-46DF-807C-951E8944E435}"/>
              </a:ext>
            </a:extLst>
          </p:cNvPr>
          <p:cNvSpPr txBox="1"/>
          <p:nvPr/>
        </p:nvSpPr>
        <p:spPr>
          <a:xfrm>
            <a:off x="2228238" y="2649640"/>
            <a:ext cx="1426868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Incidi Duntutl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AB Oreetdolorema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Gna. ali QU AUT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E7ABD9FE-B672-43D2-BAC4-6E1986F4F092}"/>
              </a:ext>
            </a:extLst>
          </p:cNvPr>
          <p:cNvSpPr/>
          <p:nvPr/>
        </p:nvSpPr>
        <p:spPr bwMode="auto">
          <a:xfrm flipH="1" flipV="1">
            <a:off x="3963168" y="3934483"/>
            <a:ext cx="1295767" cy="387170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9525">
            <a:solidFill>
              <a:srgbClr val="4FB7F6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0D393C6F-05F4-46DC-A043-AD3EBCEF3554}"/>
              </a:ext>
            </a:extLst>
          </p:cNvPr>
          <p:cNvSpPr/>
          <p:nvPr/>
        </p:nvSpPr>
        <p:spPr bwMode="auto">
          <a:xfrm flipH="1" flipV="1">
            <a:off x="4506677" y="5288867"/>
            <a:ext cx="737632" cy="290860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9525">
            <a:solidFill>
              <a:srgbClr val="7ECAF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AA45AD95-C128-449F-A1DA-3E4D8D174603}"/>
              </a:ext>
            </a:extLst>
          </p:cNvPr>
          <p:cNvSpPr/>
          <p:nvPr/>
        </p:nvSpPr>
        <p:spPr>
          <a:xfrm rot="16200000">
            <a:off x="5597019" y="3044305"/>
            <a:ext cx="1145912" cy="1790496"/>
          </a:xfrm>
          <a:custGeom>
            <a:avLst/>
            <a:gdLst>
              <a:gd name="connsiteX0" fmla="*/ 1145912 w 1145912"/>
              <a:gd name="connsiteY0" fmla="*/ 145989 h 1790496"/>
              <a:gd name="connsiteX1" fmla="*/ 1145912 w 1145912"/>
              <a:gd name="connsiteY1" fmla="*/ 1790496 h 1790496"/>
              <a:gd name="connsiteX2" fmla="*/ 0 w 1145912"/>
              <a:gd name="connsiteY2" fmla="*/ 1790496 h 1790496"/>
              <a:gd name="connsiteX3" fmla="*/ 0 w 1145912"/>
              <a:gd name="connsiteY3" fmla="*/ 145989 h 1790496"/>
              <a:gd name="connsiteX4" fmla="*/ 48117 w 1145912"/>
              <a:gd name="connsiteY4" fmla="*/ 97872 h 1790496"/>
              <a:gd name="connsiteX5" fmla="*/ 444011 w 1145912"/>
              <a:gd name="connsiteY5" fmla="*/ 97872 h 1790496"/>
              <a:gd name="connsiteX6" fmla="*/ 572957 w 1145912"/>
              <a:gd name="connsiteY6" fmla="*/ 0 h 1790496"/>
              <a:gd name="connsiteX7" fmla="*/ 701904 w 1145912"/>
              <a:gd name="connsiteY7" fmla="*/ 97872 h 1790496"/>
              <a:gd name="connsiteX8" fmla="*/ 1097795 w 1145912"/>
              <a:gd name="connsiteY8" fmla="*/ 97872 h 1790496"/>
              <a:gd name="connsiteX9" fmla="*/ 1145912 w 1145912"/>
              <a:gd name="connsiteY9" fmla="*/ 145989 h 1790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912" h="1790496">
                <a:moveTo>
                  <a:pt x="1145912" y="145989"/>
                </a:moveTo>
                <a:lnTo>
                  <a:pt x="1145912" y="1790496"/>
                </a:lnTo>
                <a:lnTo>
                  <a:pt x="0" y="1790496"/>
                </a:lnTo>
                <a:lnTo>
                  <a:pt x="0" y="145989"/>
                </a:lnTo>
                <a:cubicBezTo>
                  <a:pt x="0" y="119415"/>
                  <a:pt x="21543" y="97872"/>
                  <a:pt x="48117" y="97872"/>
                </a:cubicBezTo>
                <a:lnTo>
                  <a:pt x="444011" y="97872"/>
                </a:lnTo>
                <a:lnTo>
                  <a:pt x="572957" y="0"/>
                </a:lnTo>
                <a:lnTo>
                  <a:pt x="701904" y="97872"/>
                </a:lnTo>
                <a:lnTo>
                  <a:pt x="1097795" y="97872"/>
                </a:lnTo>
                <a:cubicBezTo>
                  <a:pt x="1124369" y="97872"/>
                  <a:pt x="1145912" y="119415"/>
                  <a:pt x="1145912" y="145989"/>
                </a:cubicBezTo>
                <a:close/>
              </a:path>
            </a:pathLst>
          </a:custGeom>
          <a:solidFill>
            <a:srgbClr val="43515C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: Top Corners Rounded 56">
            <a:extLst>
              <a:ext uri="{FF2B5EF4-FFF2-40B4-BE49-F238E27FC236}">
                <a16:creationId xmlns:a16="http://schemas.microsoft.com/office/drawing/2014/main" id="{0CB88C99-3324-4EB9-AB66-D3CB082F395D}"/>
              </a:ext>
            </a:extLst>
          </p:cNvPr>
          <p:cNvSpPr/>
          <p:nvPr/>
        </p:nvSpPr>
        <p:spPr bwMode="auto">
          <a:xfrm rot="5400000" flipH="1">
            <a:off x="8707885" y="1720770"/>
            <a:ext cx="1145911" cy="4437564"/>
          </a:xfrm>
          <a:prstGeom prst="round2SameRect">
            <a:avLst>
              <a:gd name="adj1" fmla="val 4199"/>
              <a:gd name="adj2" fmla="val 0"/>
            </a:avLst>
          </a:prstGeom>
          <a:solidFill>
            <a:srgbClr val="FFFFFF"/>
          </a:solidFill>
          <a:ln w="6350" cmpd="sng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FFC2D13-D33A-43F5-AA3B-DD2995DC55BD}"/>
              </a:ext>
            </a:extLst>
          </p:cNvPr>
          <p:cNvSpPr/>
          <p:nvPr/>
        </p:nvSpPr>
        <p:spPr>
          <a:xfrm rot="16200000">
            <a:off x="5597019" y="4405931"/>
            <a:ext cx="1145912" cy="1790496"/>
          </a:xfrm>
          <a:custGeom>
            <a:avLst/>
            <a:gdLst>
              <a:gd name="connsiteX0" fmla="*/ 1145912 w 1145912"/>
              <a:gd name="connsiteY0" fmla="*/ 145989 h 1790496"/>
              <a:gd name="connsiteX1" fmla="*/ 1145912 w 1145912"/>
              <a:gd name="connsiteY1" fmla="*/ 1790496 h 1790496"/>
              <a:gd name="connsiteX2" fmla="*/ 0 w 1145912"/>
              <a:gd name="connsiteY2" fmla="*/ 1790496 h 1790496"/>
              <a:gd name="connsiteX3" fmla="*/ 0 w 1145912"/>
              <a:gd name="connsiteY3" fmla="*/ 145989 h 1790496"/>
              <a:gd name="connsiteX4" fmla="*/ 48117 w 1145912"/>
              <a:gd name="connsiteY4" fmla="*/ 97872 h 1790496"/>
              <a:gd name="connsiteX5" fmla="*/ 444011 w 1145912"/>
              <a:gd name="connsiteY5" fmla="*/ 97872 h 1790496"/>
              <a:gd name="connsiteX6" fmla="*/ 572957 w 1145912"/>
              <a:gd name="connsiteY6" fmla="*/ 0 h 1790496"/>
              <a:gd name="connsiteX7" fmla="*/ 701904 w 1145912"/>
              <a:gd name="connsiteY7" fmla="*/ 97872 h 1790496"/>
              <a:gd name="connsiteX8" fmla="*/ 1097795 w 1145912"/>
              <a:gd name="connsiteY8" fmla="*/ 97872 h 1790496"/>
              <a:gd name="connsiteX9" fmla="*/ 1145912 w 1145912"/>
              <a:gd name="connsiteY9" fmla="*/ 145989 h 1790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912" h="1790496">
                <a:moveTo>
                  <a:pt x="1145912" y="145989"/>
                </a:moveTo>
                <a:lnTo>
                  <a:pt x="1145912" y="1790496"/>
                </a:lnTo>
                <a:lnTo>
                  <a:pt x="0" y="1790496"/>
                </a:lnTo>
                <a:lnTo>
                  <a:pt x="0" y="145989"/>
                </a:lnTo>
                <a:cubicBezTo>
                  <a:pt x="0" y="119415"/>
                  <a:pt x="21543" y="97872"/>
                  <a:pt x="48117" y="97872"/>
                </a:cubicBezTo>
                <a:lnTo>
                  <a:pt x="444011" y="97872"/>
                </a:lnTo>
                <a:lnTo>
                  <a:pt x="572957" y="0"/>
                </a:lnTo>
                <a:lnTo>
                  <a:pt x="701904" y="97872"/>
                </a:lnTo>
                <a:lnTo>
                  <a:pt x="1097795" y="97872"/>
                </a:lnTo>
                <a:cubicBezTo>
                  <a:pt x="1124369" y="97872"/>
                  <a:pt x="1145912" y="119415"/>
                  <a:pt x="1145912" y="145989"/>
                </a:cubicBezTo>
                <a:close/>
              </a:path>
            </a:pathLst>
          </a:custGeom>
          <a:solidFill>
            <a:srgbClr val="43515C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: Top Corners Rounded 58">
            <a:extLst>
              <a:ext uri="{FF2B5EF4-FFF2-40B4-BE49-F238E27FC236}">
                <a16:creationId xmlns:a16="http://schemas.microsoft.com/office/drawing/2014/main" id="{005567EC-F5B7-43BA-A56E-19555FDD3F4B}"/>
              </a:ext>
            </a:extLst>
          </p:cNvPr>
          <p:cNvSpPr/>
          <p:nvPr/>
        </p:nvSpPr>
        <p:spPr bwMode="auto">
          <a:xfrm rot="5400000" flipH="1">
            <a:off x="8707885" y="3082396"/>
            <a:ext cx="1145911" cy="4437564"/>
          </a:xfrm>
          <a:prstGeom prst="round2SameRect">
            <a:avLst>
              <a:gd name="adj1" fmla="val 4199"/>
              <a:gd name="adj2" fmla="val 0"/>
            </a:avLst>
          </a:prstGeom>
          <a:solidFill>
            <a:srgbClr val="FFFFFF"/>
          </a:solidFill>
          <a:ln w="6350" cmpd="sng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0" name="Rectangle: Top Corners Rounded 59">
            <a:extLst>
              <a:ext uri="{FF2B5EF4-FFF2-40B4-BE49-F238E27FC236}">
                <a16:creationId xmlns:a16="http://schemas.microsoft.com/office/drawing/2014/main" id="{6AEC638F-44DC-440A-9D06-379010433129}"/>
              </a:ext>
            </a:extLst>
          </p:cNvPr>
          <p:cNvSpPr/>
          <p:nvPr/>
        </p:nvSpPr>
        <p:spPr bwMode="auto">
          <a:xfrm rot="5400000" flipH="1">
            <a:off x="8707885" y="136107"/>
            <a:ext cx="1145911" cy="4437564"/>
          </a:xfrm>
          <a:prstGeom prst="round2SameRect">
            <a:avLst>
              <a:gd name="adj1" fmla="val 4199"/>
              <a:gd name="adj2" fmla="val 0"/>
            </a:avLst>
          </a:prstGeom>
          <a:solidFill>
            <a:srgbClr val="FFFFFF"/>
          </a:solidFill>
          <a:ln w="6350" cmpd="sng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1F4AB08-7E0D-4CFB-A3F8-84212512C56D}"/>
              </a:ext>
            </a:extLst>
          </p:cNvPr>
          <p:cNvSpPr txBox="1"/>
          <p:nvPr/>
        </p:nvSpPr>
        <p:spPr>
          <a:xfrm>
            <a:off x="7884928" y="1285728"/>
            <a:ext cx="2569934" cy="30777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Enimad Minimvenia Mquis</a:t>
            </a: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7809FC2-9050-4125-9144-75C26C80C2FB}"/>
              </a:ext>
            </a:extLst>
          </p:cNvPr>
          <p:cNvSpPr/>
          <p:nvPr/>
        </p:nvSpPr>
        <p:spPr>
          <a:xfrm rot="16200000">
            <a:off x="5597019" y="1459642"/>
            <a:ext cx="1145912" cy="1790496"/>
          </a:xfrm>
          <a:custGeom>
            <a:avLst/>
            <a:gdLst>
              <a:gd name="connsiteX0" fmla="*/ 1145912 w 1145912"/>
              <a:gd name="connsiteY0" fmla="*/ 145989 h 1790496"/>
              <a:gd name="connsiteX1" fmla="*/ 1145912 w 1145912"/>
              <a:gd name="connsiteY1" fmla="*/ 1790496 h 1790496"/>
              <a:gd name="connsiteX2" fmla="*/ 0 w 1145912"/>
              <a:gd name="connsiteY2" fmla="*/ 1790496 h 1790496"/>
              <a:gd name="connsiteX3" fmla="*/ 0 w 1145912"/>
              <a:gd name="connsiteY3" fmla="*/ 145989 h 1790496"/>
              <a:gd name="connsiteX4" fmla="*/ 48117 w 1145912"/>
              <a:gd name="connsiteY4" fmla="*/ 97872 h 1790496"/>
              <a:gd name="connsiteX5" fmla="*/ 444011 w 1145912"/>
              <a:gd name="connsiteY5" fmla="*/ 97872 h 1790496"/>
              <a:gd name="connsiteX6" fmla="*/ 572957 w 1145912"/>
              <a:gd name="connsiteY6" fmla="*/ 0 h 1790496"/>
              <a:gd name="connsiteX7" fmla="*/ 701904 w 1145912"/>
              <a:gd name="connsiteY7" fmla="*/ 97872 h 1790496"/>
              <a:gd name="connsiteX8" fmla="*/ 1097795 w 1145912"/>
              <a:gd name="connsiteY8" fmla="*/ 97872 h 1790496"/>
              <a:gd name="connsiteX9" fmla="*/ 1145912 w 1145912"/>
              <a:gd name="connsiteY9" fmla="*/ 145989 h 1790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912" h="1790496">
                <a:moveTo>
                  <a:pt x="1145912" y="145989"/>
                </a:moveTo>
                <a:lnTo>
                  <a:pt x="1145912" y="1790496"/>
                </a:lnTo>
                <a:lnTo>
                  <a:pt x="0" y="1790496"/>
                </a:lnTo>
                <a:lnTo>
                  <a:pt x="0" y="145989"/>
                </a:lnTo>
                <a:cubicBezTo>
                  <a:pt x="0" y="119415"/>
                  <a:pt x="21543" y="97872"/>
                  <a:pt x="48117" y="97872"/>
                </a:cubicBezTo>
                <a:lnTo>
                  <a:pt x="444011" y="97872"/>
                </a:lnTo>
                <a:lnTo>
                  <a:pt x="572957" y="0"/>
                </a:lnTo>
                <a:lnTo>
                  <a:pt x="701904" y="97872"/>
                </a:lnTo>
                <a:lnTo>
                  <a:pt x="1097795" y="97872"/>
                </a:lnTo>
                <a:cubicBezTo>
                  <a:pt x="1124369" y="97872"/>
                  <a:pt x="1145912" y="119415"/>
                  <a:pt x="1145912" y="145989"/>
                </a:cubicBezTo>
                <a:close/>
              </a:path>
            </a:pathLst>
          </a:custGeom>
          <a:solidFill>
            <a:srgbClr val="43515C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0099214-59F0-41CB-93C1-8B07ECC0D7D7}"/>
              </a:ext>
            </a:extLst>
          </p:cNvPr>
          <p:cNvSpPr txBox="1"/>
          <p:nvPr/>
        </p:nvSpPr>
        <p:spPr>
          <a:xfrm>
            <a:off x="5455776" y="1903379"/>
            <a:ext cx="1523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NOS, Trudex Ercitati Onul, Lamcolab ori Snisiutali Quipe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551346-D4E2-4105-AD35-35143FC08812}"/>
              </a:ext>
            </a:extLst>
          </p:cNvPr>
          <p:cNvSpPr txBox="1"/>
          <p:nvPr/>
        </p:nvSpPr>
        <p:spPr>
          <a:xfrm>
            <a:off x="5445342" y="3524054"/>
            <a:ext cx="16094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Xeacommo/ Doconsequa tduisa uteiru, Redolorin, Reprehen Deritinvolup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7E1017-691F-48AF-8353-B4C1C1A144EA}"/>
              </a:ext>
            </a:extLst>
          </p:cNvPr>
          <p:cNvSpPr txBox="1"/>
          <p:nvPr/>
        </p:nvSpPr>
        <p:spPr>
          <a:xfrm>
            <a:off x="5455776" y="4827182"/>
            <a:ext cx="16094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Tateve Lites, Secillu, MD, Olore, EU, Fugiatn Ullapariature xcepteurs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CA7477E-D01A-41F5-BE86-FC519BA509CD}"/>
              </a:ext>
            </a:extLst>
          </p:cNvPr>
          <p:cNvSpPr txBox="1"/>
          <p:nvPr/>
        </p:nvSpPr>
        <p:spPr>
          <a:xfrm>
            <a:off x="7147710" y="1864810"/>
            <a:ext cx="42698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Intocca ec atc upidatat Nonproidentsu ntinculpaqui off IC IAD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Eseruntm oll ‘itanim’ ides tl aborum, curabitu rnonnullasit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Ametnisl te mpu sconv all isquisaclectuspe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137D35D-26CC-4DCB-8B2F-83A6B21973E6}"/>
              </a:ext>
            </a:extLst>
          </p:cNvPr>
          <p:cNvSpPr txBox="1"/>
          <p:nvPr/>
        </p:nvSpPr>
        <p:spPr>
          <a:xfrm>
            <a:off x="7147710" y="3339388"/>
            <a:ext cx="4367704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Llentesq ue ini psumidorc iport, adapib usviv amussusci pit tortoreg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Etfelispo rttitorv olutpatcras ult-ri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Cieslig Ulasedma/Gnadictump ortaloremi psu mdolorsitamet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Consect etu radi piscingeli tse ddoeiusm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244EC7-52EF-4CAF-9853-D7C2629E1D09}"/>
              </a:ext>
            </a:extLst>
          </p:cNvPr>
          <p:cNvSpPr txBox="1"/>
          <p:nvPr/>
        </p:nvSpPr>
        <p:spPr>
          <a:xfrm>
            <a:off x="7147710" y="4978013"/>
            <a:ext cx="435191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Odtemporincid id untutl Aboreet DO loremagnaali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Quauten imadmi nim veniamquis nost Rudexer CI tationull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Amcolabor isn isiutali qu ipe xeacomm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73F94F-9A00-498F-A8A6-E8B3E7B569CC}"/>
              </a:ext>
            </a:extLst>
          </p:cNvPr>
          <p:cNvSpPr txBox="1"/>
          <p:nvPr/>
        </p:nvSpPr>
        <p:spPr>
          <a:xfrm>
            <a:off x="5595880" y="1178006"/>
            <a:ext cx="1308370" cy="5232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Odoconsequat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Duisaute</a:t>
            </a:r>
          </a:p>
        </p:txBody>
      </p:sp>
      <p:sp>
        <p:nvSpPr>
          <p:cNvPr id="70" name="Up-Down Arrow 32">
            <a:extLst>
              <a:ext uri="{FF2B5EF4-FFF2-40B4-BE49-F238E27FC236}">
                <a16:creationId xmlns:a16="http://schemas.microsoft.com/office/drawing/2014/main" id="{5FECF204-0FA5-45E6-9A4F-FEB918F091DE}"/>
              </a:ext>
            </a:extLst>
          </p:cNvPr>
          <p:cNvSpPr/>
          <p:nvPr/>
        </p:nvSpPr>
        <p:spPr bwMode="auto">
          <a:xfrm>
            <a:off x="287307" y="1830951"/>
            <a:ext cx="574238" cy="3609465"/>
          </a:xfrm>
          <a:prstGeom prst="upDownArrow">
            <a:avLst>
              <a:gd name="adj1" fmla="val 69285"/>
              <a:gd name="adj2" fmla="val 38750"/>
            </a:avLst>
          </a:prstGeom>
          <a:noFill/>
          <a:ln w="9525">
            <a:noFill/>
            <a:miter lim="800000"/>
            <a:headEnd/>
            <a:tailEnd/>
          </a:ln>
          <a:effectLst>
            <a:glow>
              <a:scrgbClr r="0" g="0" b="0">
                <a:alpha val="0"/>
              </a:sc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E45631CC-5BF2-4C18-A39C-3461C7D3F71A}">
              <a14:hiddenSp3d xmlns:a14="http://schemas.microsoft.com/office/drawing/2010/main"/>
            </a:ext>
          </a:extLst>
        </p:spPr>
        <p:txBody>
          <a:bodyPr vert="vert270"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Irured Olorinrepr ehende Ritinvo Luptatevelite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87BEDB6-65ED-4426-B9E9-1F4407ED8C36}"/>
              </a:ext>
            </a:extLst>
          </p:cNvPr>
          <p:cNvCxnSpPr>
            <a:cxnSpLocks/>
          </p:cNvCxnSpPr>
          <p:nvPr/>
        </p:nvCxnSpPr>
        <p:spPr bwMode="auto">
          <a:xfrm flipV="1">
            <a:off x="574566" y="1364568"/>
            <a:ext cx="0" cy="239836"/>
          </a:xfrm>
          <a:prstGeom prst="straightConnector1">
            <a:avLst/>
          </a:prstGeom>
          <a:noFill/>
          <a:ln w="19050" cap="flat" cmpd="sng" algn="ctr">
            <a:solidFill>
              <a:srgbClr val="459FED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D083FE6-1579-466A-939F-B2650532DB6A}"/>
              </a:ext>
            </a:extLst>
          </p:cNvPr>
          <p:cNvCxnSpPr>
            <a:cxnSpLocks/>
          </p:cNvCxnSpPr>
          <p:nvPr/>
        </p:nvCxnSpPr>
        <p:spPr bwMode="auto">
          <a:xfrm>
            <a:off x="574566" y="5661038"/>
            <a:ext cx="0" cy="287929"/>
          </a:xfrm>
          <a:prstGeom prst="straightConnector1">
            <a:avLst/>
          </a:prstGeom>
          <a:noFill/>
          <a:ln w="19050" cap="flat" cmpd="sng" algn="ctr">
            <a:solidFill>
              <a:srgbClr val="459FED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4" name="Freeform 15">
            <a:extLst>
              <a:ext uri="{FF2B5EF4-FFF2-40B4-BE49-F238E27FC236}">
                <a16:creationId xmlns:a16="http://schemas.microsoft.com/office/drawing/2014/main" id="{EC8EF65C-7F91-4FF7-A365-7FCA47486B2A}"/>
              </a:ext>
            </a:extLst>
          </p:cNvPr>
          <p:cNvSpPr>
            <a:spLocks noEditPoints="1"/>
          </p:cNvSpPr>
          <p:nvPr/>
        </p:nvSpPr>
        <p:spPr bwMode="auto">
          <a:xfrm>
            <a:off x="2774529" y="2222676"/>
            <a:ext cx="334286" cy="359487"/>
          </a:xfrm>
          <a:custGeom>
            <a:avLst/>
            <a:gdLst>
              <a:gd name="T0" fmla="*/ 1699 w 3398"/>
              <a:gd name="T1" fmla="*/ 2904 h 3648"/>
              <a:gd name="T2" fmla="*/ 1762 w 3398"/>
              <a:gd name="T3" fmla="*/ 3152 h 3648"/>
              <a:gd name="T4" fmla="*/ 2414 w 3398"/>
              <a:gd name="T5" fmla="*/ 2600 h 3648"/>
              <a:gd name="T6" fmla="*/ 2301 w 3398"/>
              <a:gd name="T7" fmla="*/ 2805 h 3648"/>
              <a:gd name="T8" fmla="*/ 2108 w 3398"/>
              <a:gd name="T9" fmla="*/ 3105 h 3648"/>
              <a:gd name="T10" fmla="*/ 1944 w 3398"/>
              <a:gd name="T11" fmla="*/ 3116 h 3648"/>
              <a:gd name="T12" fmla="*/ 2716 w 3398"/>
              <a:gd name="T13" fmla="*/ 3192 h 3648"/>
              <a:gd name="T14" fmla="*/ 2828 w 3398"/>
              <a:gd name="T15" fmla="*/ 3192 h 3648"/>
              <a:gd name="T16" fmla="*/ 3280 w 3398"/>
              <a:gd name="T17" fmla="*/ 3463 h 3648"/>
              <a:gd name="T18" fmla="*/ 3162 w 3398"/>
              <a:gd name="T19" fmla="*/ 2818 h 3648"/>
              <a:gd name="T20" fmla="*/ 358 w 3398"/>
              <a:gd name="T21" fmla="*/ 2758 h 3648"/>
              <a:gd name="T22" fmla="*/ 128 w 3398"/>
              <a:gd name="T23" fmla="*/ 2971 h 3648"/>
              <a:gd name="T24" fmla="*/ 186 w 3398"/>
              <a:gd name="T25" fmla="*/ 3530 h 3648"/>
              <a:gd name="T26" fmla="*/ 646 w 3398"/>
              <a:gd name="T27" fmla="*/ 3155 h 3648"/>
              <a:gd name="T28" fmla="*/ 1490 w 3398"/>
              <a:gd name="T29" fmla="*/ 3199 h 3648"/>
              <a:gd name="T30" fmla="*/ 1366 w 3398"/>
              <a:gd name="T31" fmla="*/ 3114 h 3648"/>
              <a:gd name="T32" fmla="*/ 1173 w 3398"/>
              <a:gd name="T33" fmla="*/ 2941 h 3648"/>
              <a:gd name="T34" fmla="*/ 1013 w 3398"/>
              <a:gd name="T35" fmla="*/ 2653 h 3648"/>
              <a:gd name="T36" fmla="*/ 2053 w 3398"/>
              <a:gd name="T37" fmla="*/ 2997 h 3648"/>
              <a:gd name="T38" fmla="*/ 2132 w 3398"/>
              <a:gd name="T39" fmla="*/ 2865 h 3648"/>
              <a:gd name="T40" fmla="*/ 2320 w 3398"/>
              <a:gd name="T41" fmla="*/ 2528 h 3648"/>
              <a:gd name="T42" fmla="*/ 1174 w 3398"/>
              <a:gd name="T43" fmla="*/ 2701 h 3648"/>
              <a:gd name="T44" fmla="*/ 1341 w 3398"/>
              <a:gd name="T45" fmla="*/ 2998 h 3648"/>
              <a:gd name="T46" fmla="*/ 1253 w 3398"/>
              <a:gd name="T47" fmla="*/ 2241 h 3648"/>
              <a:gd name="T48" fmla="*/ 1899 w 3398"/>
              <a:gd name="T49" fmla="*/ 2360 h 3648"/>
              <a:gd name="T50" fmla="*/ 1372 w 3398"/>
              <a:gd name="T51" fmla="*/ 2311 h 3648"/>
              <a:gd name="T52" fmla="*/ 1976 w 3398"/>
              <a:gd name="T53" fmla="*/ 894 h 3648"/>
              <a:gd name="T54" fmla="*/ 1436 w 3398"/>
              <a:gd name="T55" fmla="*/ 936 h 3648"/>
              <a:gd name="T56" fmla="*/ 1100 w 3398"/>
              <a:gd name="T57" fmla="*/ 1013 h 3648"/>
              <a:gd name="T58" fmla="*/ 956 w 3398"/>
              <a:gd name="T59" fmla="*/ 1284 h 3648"/>
              <a:gd name="T60" fmla="*/ 978 w 3398"/>
              <a:gd name="T61" fmla="*/ 1623 h 3648"/>
              <a:gd name="T62" fmla="*/ 1278 w 3398"/>
              <a:gd name="T63" fmla="*/ 2109 h 3648"/>
              <a:gd name="T64" fmla="*/ 1764 w 3398"/>
              <a:gd name="T65" fmla="*/ 2266 h 3648"/>
              <a:gd name="T66" fmla="*/ 2218 w 3398"/>
              <a:gd name="T67" fmla="*/ 2014 h 3648"/>
              <a:gd name="T68" fmla="*/ 2451 w 3398"/>
              <a:gd name="T69" fmla="*/ 1467 h 3648"/>
              <a:gd name="T70" fmla="*/ 2363 w 3398"/>
              <a:gd name="T71" fmla="*/ 1047 h 3648"/>
              <a:gd name="T72" fmla="*/ 1327 w 3398"/>
              <a:gd name="T73" fmla="*/ 121 h 3648"/>
              <a:gd name="T74" fmla="*/ 969 w 3398"/>
              <a:gd name="T75" fmla="*/ 327 h 3648"/>
              <a:gd name="T76" fmla="*/ 916 w 3398"/>
              <a:gd name="T77" fmla="*/ 1091 h 3648"/>
              <a:gd name="T78" fmla="*/ 1132 w 3398"/>
              <a:gd name="T79" fmla="*/ 819 h 3648"/>
              <a:gd name="T80" fmla="*/ 1559 w 3398"/>
              <a:gd name="T81" fmla="*/ 812 h 3648"/>
              <a:gd name="T82" fmla="*/ 2044 w 3398"/>
              <a:gd name="T83" fmla="*/ 765 h 3648"/>
              <a:gd name="T84" fmla="*/ 2286 w 3398"/>
              <a:gd name="T85" fmla="*/ 697 h 3648"/>
              <a:gd name="T86" fmla="*/ 2373 w 3398"/>
              <a:gd name="T87" fmla="*/ 808 h 3648"/>
              <a:gd name="T88" fmla="*/ 2527 w 3398"/>
              <a:gd name="T89" fmla="*/ 624 h 3648"/>
              <a:gd name="T90" fmla="*/ 2357 w 3398"/>
              <a:gd name="T91" fmla="*/ 247 h 3648"/>
              <a:gd name="T92" fmla="*/ 1380 w 3398"/>
              <a:gd name="T93" fmla="*/ 118 h 3648"/>
              <a:gd name="T94" fmla="*/ 2349 w 3398"/>
              <a:gd name="T95" fmla="*/ 94 h 3648"/>
              <a:gd name="T96" fmla="*/ 2621 w 3398"/>
              <a:gd name="T97" fmla="*/ 458 h 3648"/>
              <a:gd name="T98" fmla="*/ 2577 w 3398"/>
              <a:gd name="T99" fmla="*/ 1392 h 3648"/>
              <a:gd name="T100" fmla="*/ 2393 w 3398"/>
              <a:gd name="T101" fmla="*/ 1976 h 3648"/>
              <a:gd name="T102" fmla="*/ 3019 w 3398"/>
              <a:gd name="T103" fmla="*/ 2629 h 3648"/>
              <a:gd name="T104" fmla="*/ 3354 w 3398"/>
              <a:gd name="T105" fmla="*/ 2861 h 3648"/>
              <a:gd name="T106" fmla="*/ 3373 w 3398"/>
              <a:gd name="T107" fmla="*/ 3556 h 3648"/>
              <a:gd name="T108" fmla="*/ 152 w 3398"/>
              <a:gd name="T109" fmla="*/ 3645 h 3648"/>
              <a:gd name="T110" fmla="*/ 0 w 3398"/>
              <a:gd name="T111" fmla="*/ 3463 h 3648"/>
              <a:gd name="T112" fmla="*/ 132 w 3398"/>
              <a:gd name="T113" fmla="*/ 2750 h 3648"/>
              <a:gd name="T114" fmla="*/ 963 w 3398"/>
              <a:gd name="T115" fmla="*/ 2476 h 3648"/>
              <a:gd name="T116" fmla="*/ 903 w 3398"/>
              <a:gd name="T117" fmla="*/ 1774 h 3648"/>
              <a:gd name="T118" fmla="*/ 813 w 3398"/>
              <a:gd name="T119" fmla="*/ 1256 h 3648"/>
              <a:gd name="T120" fmla="*/ 846 w 3398"/>
              <a:gd name="T121" fmla="*/ 299 h 3648"/>
              <a:gd name="T122" fmla="*/ 1208 w 3398"/>
              <a:gd name="T123" fmla="*/ 24 h 3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8" h="3648">
                <a:moveTo>
                  <a:pt x="1623" y="3269"/>
                </a:moveTo>
                <a:lnTo>
                  <a:pt x="1579" y="3530"/>
                </a:lnTo>
                <a:lnTo>
                  <a:pt x="1820" y="3530"/>
                </a:lnTo>
                <a:lnTo>
                  <a:pt x="1776" y="3269"/>
                </a:lnTo>
                <a:lnTo>
                  <a:pt x="1762" y="3269"/>
                </a:lnTo>
                <a:lnTo>
                  <a:pt x="1636" y="3269"/>
                </a:lnTo>
                <a:lnTo>
                  <a:pt x="1623" y="3269"/>
                </a:lnTo>
                <a:close/>
                <a:moveTo>
                  <a:pt x="1699" y="2904"/>
                </a:moveTo>
                <a:lnTo>
                  <a:pt x="1569" y="2991"/>
                </a:lnTo>
                <a:lnTo>
                  <a:pt x="1569" y="3085"/>
                </a:lnTo>
                <a:lnTo>
                  <a:pt x="1572" y="3106"/>
                </a:lnTo>
                <a:lnTo>
                  <a:pt x="1582" y="3124"/>
                </a:lnTo>
                <a:lnTo>
                  <a:pt x="1597" y="3138"/>
                </a:lnTo>
                <a:lnTo>
                  <a:pt x="1614" y="3148"/>
                </a:lnTo>
                <a:lnTo>
                  <a:pt x="1636" y="3152"/>
                </a:lnTo>
                <a:lnTo>
                  <a:pt x="1762" y="3152"/>
                </a:lnTo>
                <a:lnTo>
                  <a:pt x="1783" y="3148"/>
                </a:lnTo>
                <a:lnTo>
                  <a:pt x="1802" y="3138"/>
                </a:lnTo>
                <a:lnTo>
                  <a:pt x="1817" y="3124"/>
                </a:lnTo>
                <a:lnTo>
                  <a:pt x="1826" y="3106"/>
                </a:lnTo>
                <a:lnTo>
                  <a:pt x="1829" y="3085"/>
                </a:lnTo>
                <a:lnTo>
                  <a:pt x="1829" y="2991"/>
                </a:lnTo>
                <a:lnTo>
                  <a:pt x="1699" y="2904"/>
                </a:lnTo>
                <a:close/>
                <a:moveTo>
                  <a:pt x="2414" y="2600"/>
                </a:moveTo>
                <a:lnTo>
                  <a:pt x="2407" y="2615"/>
                </a:lnTo>
                <a:lnTo>
                  <a:pt x="2397" y="2633"/>
                </a:lnTo>
                <a:lnTo>
                  <a:pt x="2384" y="2654"/>
                </a:lnTo>
                <a:lnTo>
                  <a:pt x="2372" y="2678"/>
                </a:lnTo>
                <a:lnTo>
                  <a:pt x="2357" y="2704"/>
                </a:lnTo>
                <a:lnTo>
                  <a:pt x="2340" y="2734"/>
                </a:lnTo>
                <a:lnTo>
                  <a:pt x="2321" y="2768"/>
                </a:lnTo>
                <a:lnTo>
                  <a:pt x="2301" y="2805"/>
                </a:lnTo>
                <a:lnTo>
                  <a:pt x="2278" y="2846"/>
                </a:lnTo>
                <a:lnTo>
                  <a:pt x="2252" y="2892"/>
                </a:lnTo>
                <a:lnTo>
                  <a:pt x="2226" y="2941"/>
                </a:lnTo>
                <a:lnTo>
                  <a:pt x="2196" y="2995"/>
                </a:lnTo>
                <a:lnTo>
                  <a:pt x="2162" y="3054"/>
                </a:lnTo>
                <a:lnTo>
                  <a:pt x="2148" y="3075"/>
                </a:lnTo>
                <a:lnTo>
                  <a:pt x="2130" y="3092"/>
                </a:lnTo>
                <a:lnTo>
                  <a:pt x="2108" y="3105"/>
                </a:lnTo>
                <a:lnTo>
                  <a:pt x="2084" y="3113"/>
                </a:lnTo>
                <a:lnTo>
                  <a:pt x="2056" y="3116"/>
                </a:lnTo>
                <a:lnTo>
                  <a:pt x="2032" y="3114"/>
                </a:lnTo>
                <a:lnTo>
                  <a:pt x="2009" y="3107"/>
                </a:lnTo>
                <a:lnTo>
                  <a:pt x="1988" y="3096"/>
                </a:lnTo>
                <a:lnTo>
                  <a:pt x="1948" y="3070"/>
                </a:lnTo>
                <a:lnTo>
                  <a:pt x="1948" y="3085"/>
                </a:lnTo>
                <a:lnTo>
                  <a:pt x="1944" y="3116"/>
                </a:lnTo>
                <a:lnTo>
                  <a:pt x="1937" y="3146"/>
                </a:lnTo>
                <a:lnTo>
                  <a:pt x="1924" y="3174"/>
                </a:lnTo>
                <a:lnTo>
                  <a:pt x="1908" y="3199"/>
                </a:lnTo>
                <a:lnTo>
                  <a:pt x="1887" y="3222"/>
                </a:lnTo>
                <a:lnTo>
                  <a:pt x="1940" y="3530"/>
                </a:lnTo>
                <a:lnTo>
                  <a:pt x="2712" y="3530"/>
                </a:lnTo>
                <a:lnTo>
                  <a:pt x="2712" y="3211"/>
                </a:lnTo>
                <a:lnTo>
                  <a:pt x="2716" y="3192"/>
                </a:lnTo>
                <a:lnTo>
                  <a:pt x="2723" y="3176"/>
                </a:lnTo>
                <a:lnTo>
                  <a:pt x="2737" y="3163"/>
                </a:lnTo>
                <a:lnTo>
                  <a:pt x="2752" y="3155"/>
                </a:lnTo>
                <a:lnTo>
                  <a:pt x="2771" y="3152"/>
                </a:lnTo>
                <a:lnTo>
                  <a:pt x="2790" y="3155"/>
                </a:lnTo>
                <a:lnTo>
                  <a:pt x="2807" y="3163"/>
                </a:lnTo>
                <a:lnTo>
                  <a:pt x="2819" y="3176"/>
                </a:lnTo>
                <a:lnTo>
                  <a:pt x="2828" y="3192"/>
                </a:lnTo>
                <a:lnTo>
                  <a:pt x="2830" y="3211"/>
                </a:lnTo>
                <a:lnTo>
                  <a:pt x="2830" y="3530"/>
                </a:lnTo>
                <a:lnTo>
                  <a:pt x="3213" y="3530"/>
                </a:lnTo>
                <a:lnTo>
                  <a:pt x="3234" y="3527"/>
                </a:lnTo>
                <a:lnTo>
                  <a:pt x="3252" y="3517"/>
                </a:lnTo>
                <a:lnTo>
                  <a:pt x="3267" y="3503"/>
                </a:lnTo>
                <a:lnTo>
                  <a:pt x="3277" y="3484"/>
                </a:lnTo>
                <a:lnTo>
                  <a:pt x="3280" y="3463"/>
                </a:lnTo>
                <a:lnTo>
                  <a:pt x="3280" y="3051"/>
                </a:lnTo>
                <a:lnTo>
                  <a:pt x="3278" y="3010"/>
                </a:lnTo>
                <a:lnTo>
                  <a:pt x="3270" y="2971"/>
                </a:lnTo>
                <a:lnTo>
                  <a:pt x="3258" y="2935"/>
                </a:lnTo>
                <a:lnTo>
                  <a:pt x="3241" y="2902"/>
                </a:lnTo>
                <a:lnTo>
                  <a:pt x="3220" y="2871"/>
                </a:lnTo>
                <a:lnTo>
                  <a:pt x="3193" y="2843"/>
                </a:lnTo>
                <a:lnTo>
                  <a:pt x="3162" y="2818"/>
                </a:lnTo>
                <a:lnTo>
                  <a:pt x="3127" y="2795"/>
                </a:lnTo>
                <a:lnTo>
                  <a:pt x="3086" y="2775"/>
                </a:lnTo>
                <a:lnTo>
                  <a:pt x="3040" y="2758"/>
                </a:lnTo>
                <a:lnTo>
                  <a:pt x="2990" y="2743"/>
                </a:lnTo>
                <a:lnTo>
                  <a:pt x="2414" y="2600"/>
                </a:lnTo>
                <a:close/>
                <a:moveTo>
                  <a:pt x="983" y="2600"/>
                </a:moveTo>
                <a:lnTo>
                  <a:pt x="408" y="2743"/>
                </a:lnTo>
                <a:lnTo>
                  <a:pt x="358" y="2758"/>
                </a:lnTo>
                <a:lnTo>
                  <a:pt x="312" y="2775"/>
                </a:lnTo>
                <a:lnTo>
                  <a:pt x="271" y="2795"/>
                </a:lnTo>
                <a:lnTo>
                  <a:pt x="236" y="2818"/>
                </a:lnTo>
                <a:lnTo>
                  <a:pt x="204" y="2843"/>
                </a:lnTo>
                <a:lnTo>
                  <a:pt x="178" y="2871"/>
                </a:lnTo>
                <a:lnTo>
                  <a:pt x="157" y="2902"/>
                </a:lnTo>
                <a:lnTo>
                  <a:pt x="140" y="2935"/>
                </a:lnTo>
                <a:lnTo>
                  <a:pt x="128" y="2971"/>
                </a:lnTo>
                <a:lnTo>
                  <a:pt x="120" y="3010"/>
                </a:lnTo>
                <a:lnTo>
                  <a:pt x="118" y="3051"/>
                </a:lnTo>
                <a:lnTo>
                  <a:pt x="118" y="3463"/>
                </a:lnTo>
                <a:lnTo>
                  <a:pt x="121" y="3484"/>
                </a:lnTo>
                <a:lnTo>
                  <a:pt x="131" y="3503"/>
                </a:lnTo>
                <a:lnTo>
                  <a:pt x="146" y="3517"/>
                </a:lnTo>
                <a:lnTo>
                  <a:pt x="163" y="3527"/>
                </a:lnTo>
                <a:lnTo>
                  <a:pt x="186" y="3530"/>
                </a:lnTo>
                <a:lnTo>
                  <a:pt x="568" y="3530"/>
                </a:lnTo>
                <a:lnTo>
                  <a:pt x="568" y="3211"/>
                </a:lnTo>
                <a:lnTo>
                  <a:pt x="570" y="3192"/>
                </a:lnTo>
                <a:lnTo>
                  <a:pt x="579" y="3176"/>
                </a:lnTo>
                <a:lnTo>
                  <a:pt x="592" y="3163"/>
                </a:lnTo>
                <a:lnTo>
                  <a:pt x="608" y="3155"/>
                </a:lnTo>
                <a:lnTo>
                  <a:pt x="627" y="3152"/>
                </a:lnTo>
                <a:lnTo>
                  <a:pt x="646" y="3155"/>
                </a:lnTo>
                <a:lnTo>
                  <a:pt x="661" y="3163"/>
                </a:lnTo>
                <a:lnTo>
                  <a:pt x="674" y="3176"/>
                </a:lnTo>
                <a:lnTo>
                  <a:pt x="682" y="3192"/>
                </a:lnTo>
                <a:lnTo>
                  <a:pt x="686" y="3211"/>
                </a:lnTo>
                <a:lnTo>
                  <a:pt x="686" y="3530"/>
                </a:lnTo>
                <a:lnTo>
                  <a:pt x="1459" y="3530"/>
                </a:lnTo>
                <a:lnTo>
                  <a:pt x="1511" y="3222"/>
                </a:lnTo>
                <a:lnTo>
                  <a:pt x="1490" y="3199"/>
                </a:lnTo>
                <a:lnTo>
                  <a:pt x="1473" y="3174"/>
                </a:lnTo>
                <a:lnTo>
                  <a:pt x="1461" y="3146"/>
                </a:lnTo>
                <a:lnTo>
                  <a:pt x="1453" y="3116"/>
                </a:lnTo>
                <a:lnTo>
                  <a:pt x="1451" y="3085"/>
                </a:lnTo>
                <a:lnTo>
                  <a:pt x="1451" y="3070"/>
                </a:lnTo>
                <a:lnTo>
                  <a:pt x="1410" y="3096"/>
                </a:lnTo>
                <a:lnTo>
                  <a:pt x="1389" y="3107"/>
                </a:lnTo>
                <a:lnTo>
                  <a:pt x="1366" y="3114"/>
                </a:lnTo>
                <a:lnTo>
                  <a:pt x="1342" y="3116"/>
                </a:lnTo>
                <a:lnTo>
                  <a:pt x="1313" y="3113"/>
                </a:lnTo>
                <a:lnTo>
                  <a:pt x="1290" y="3105"/>
                </a:lnTo>
                <a:lnTo>
                  <a:pt x="1269" y="3092"/>
                </a:lnTo>
                <a:lnTo>
                  <a:pt x="1250" y="3075"/>
                </a:lnTo>
                <a:lnTo>
                  <a:pt x="1236" y="3054"/>
                </a:lnTo>
                <a:lnTo>
                  <a:pt x="1203" y="2995"/>
                </a:lnTo>
                <a:lnTo>
                  <a:pt x="1173" y="2941"/>
                </a:lnTo>
                <a:lnTo>
                  <a:pt x="1146" y="2892"/>
                </a:lnTo>
                <a:lnTo>
                  <a:pt x="1120" y="2846"/>
                </a:lnTo>
                <a:lnTo>
                  <a:pt x="1097" y="2805"/>
                </a:lnTo>
                <a:lnTo>
                  <a:pt x="1077" y="2768"/>
                </a:lnTo>
                <a:lnTo>
                  <a:pt x="1058" y="2734"/>
                </a:lnTo>
                <a:lnTo>
                  <a:pt x="1041" y="2704"/>
                </a:lnTo>
                <a:lnTo>
                  <a:pt x="1027" y="2678"/>
                </a:lnTo>
                <a:lnTo>
                  <a:pt x="1013" y="2653"/>
                </a:lnTo>
                <a:lnTo>
                  <a:pt x="1001" y="2633"/>
                </a:lnTo>
                <a:lnTo>
                  <a:pt x="991" y="2615"/>
                </a:lnTo>
                <a:lnTo>
                  <a:pt x="983" y="2600"/>
                </a:lnTo>
                <a:close/>
                <a:moveTo>
                  <a:pt x="2203" y="2412"/>
                </a:moveTo>
                <a:lnTo>
                  <a:pt x="1792" y="2823"/>
                </a:lnTo>
                <a:lnTo>
                  <a:pt x="1921" y="2910"/>
                </a:lnTo>
                <a:lnTo>
                  <a:pt x="1921" y="2910"/>
                </a:lnTo>
                <a:lnTo>
                  <a:pt x="2053" y="2997"/>
                </a:lnTo>
                <a:lnTo>
                  <a:pt x="2054" y="2998"/>
                </a:lnTo>
                <a:lnTo>
                  <a:pt x="2056" y="2998"/>
                </a:lnTo>
                <a:lnTo>
                  <a:pt x="2057" y="2998"/>
                </a:lnTo>
                <a:lnTo>
                  <a:pt x="2058" y="2997"/>
                </a:lnTo>
                <a:lnTo>
                  <a:pt x="2059" y="2997"/>
                </a:lnTo>
                <a:lnTo>
                  <a:pt x="2059" y="2996"/>
                </a:lnTo>
                <a:lnTo>
                  <a:pt x="2097" y="2929"/>
                </a:lnTo>
                <a:lnTo>
                  <a:pt x="2132" y="2865"/>
                </a:lnTo>
                <a:lnTo>
                  <a:pt x="2166" y="2806"/>
                </a:lnTo>
                <a:lnTo>
                  <a:pt x="2196" y="2751"/>
                </a:lnTo>
                <a:lnTo>
                  <a:pt x="2223" y="2701"/>
                </a:lnTo>
                <a:lnTo>
                  <a:pt x="2248" y="2657"/>
                </a:lnTo>
                <a:lnTo>
                  <a:pt x="2270" y="2617"/>
                </a:lnTo>
                <a:lnTo>
                  <a:pt x="2290" y="2581"/>
                </a:lnTo>
                <a:lnTo>
                  <a:pt x="2307" y="2552"/>
                </a:lnTo>
                <a:lnTo>
                  <a:pt x="2320" y="2528"/>
                </a:lnTo>
                <a:lnTo>
                  <a:pt x="2203" y="2412"/>
                </a:lnTo>
                <a:close/>
                <a:moveTo>
                  <a:pt x="1194" y="2412"/>
                </a:moveTo>
                <a:lnTo>
                  <a:pt x="1079" y="2528"/>
                </a:lnTo>
                <a:lnTo>
                  <a:pt x="1092" y="2552"/>
                </a:lnTo>
                <a:lnTo>
                  <a:pt x="1108" y="2581"/>
                </a:lnTo>
                <a:lnTo>
                  <a:pt x="1128" y="2617"/>
                </a:lnTo>
                <a:lnTo>
                  <a:pt x="1150" y="2657"/>
                </a:lnTo>
                <a:lnTo>
                  <a:pt x="1174" y="2701"/>
                </a:lnTo>
                <a:lnTo>
                  <a:pt x="1202" y="2751"/>
                </a:lnTo>
                <a:lnTo>
                  <a:pt x="1233" y="2806"/>
                </a:lnTo>
                <a:lnTo>
                  <a:pt x="1266" y="2865"/>
                </a:lnTo>
                <a:lnTo>
                  <a:pt x="1301" y="2929"/>
                </a:lnTo>
                <a:lnTo>
                  <a:pt x="1339" y="2996"/>
                </a:lnTo>
                <a:lnTo>
                  <a:pt x="1340" y="2997"/>
                </a:lnTo>
                <a:lnTo>
                  <a:pt x="1340" y="2997"/>
                </a:lnTo>
                <a:lnTo>
                  <a:pt x="1341" y="2998"/>
                </a:lnTo>
                <a:lnTo>
                  <a:pt x="1343" y="2998"/>
                </a:lnTo>
                <a:lnTo>
                  <a:pt x="1344" y="2998"/>
                </a:lnTo>
                <a:lnTo>
                  <a:pt x="1344" y="2997"/>
                </a:lnTo>
                <a:lnTo>
                  <a:pt x="1477" y="2910"/>
                </a:lnTo>
                <a:lnTo>
                  <a:pt x="1477" y="2910"/>
                </a:lnTo>
                <a:lnTo>
                  <a:pt x="1607" y="2823"/>
                </a:lnTo>
                <a:lnTo>
                  <a:pt x="1194" y="2412"/>
                </a:lnTo>
                <a:close/>
                <a:moveTo>
                  <a:pt x="1253" y="2241"/>
                </a:moveTo>
                <a:lnTo>
                  <a:pt x="1253" y="2303"/>
                </a:lnTo>
                <a:lnTo>
                  <a:pt x="1699" y="2749"/>
                </a:lnTo>
                <a:lnTo>
                  <a:pt x="2144" y="2303"/>
                </a:lnTo>
                <a:lnTo>
                  <a:pt x="2144" y="2241"/>
                </a:lnTo>
                <a:lnTo>
                  <a:pt x="2086" y="2279"/>
                </a:lnTo>
                <a:lnTo>
                  <a:pt x="2026" y="2311"/>
                </a:lnTo>
                <a:lnTo>
                  <a:pt x="1963" y="2339"/>
                </a:lnTo>
                <a:lnTo>
                  <a:pt x="1899" y="2360"/>
                </a:lnTo>
                <a:lnTo>
                  <a:pt x="1833" y="2374"/>
                </a:lnTo>
                <a:lnTo>
                  <a:pt x="1767" y="2384"/>
                </a:lnTo>
                <a:lnTo>
                  <a:pt x="1699" y="2388"/>
                </a:lnTo>
                <a:lnTo>
                  <a:pt x="1631" y="2384"/>
                </a:lnTo>
                <a:lnTo>
                  <a:pt x="1564" y="2374"/>
                </a:lnTo>
                <a:lnTo>
                  <a:pt x="1499" y="2360"/>
                </a:lnTo>
                <a:lnTo>
                  <a:pt x="1436" y="2339"/>
                </a:lnTo>
                <a:lnTo>
                  <a:pt x="1372" y="2311"/>
                </a:lnTo>
                <a:lnTo>
                  <a:pt x="1312" y="2279"/>
                </a:lnTo>
                <a:lnTo>
                  <a:pt x="1253" y="2241"/>
                </a:lnTo>
                <a:close/>
                <a:moveTo>
                  <a:pt x="2247" y="829"/>
                </a:moveTo>
                <a:lnTo>
                  <a:pt x="2203" y="846"/>
                </a:lnTo>
                <a:lnTo>
                  <a:pt x="2153" y="860"/>
                </a:lnTo>
                <a:lnTo>
                  <a:pt x="2098" y="873"/>
                </a:lnTo>
                <a:lnTo>
                  <a:pt x="2039" y="884"/>
                </a:lnTo>
                <a:lnTo>
                  <a:pt x="1976" y="894"/>
                </a:lnTo>
                <a:lnTo>
                  <a:pt x="1909" y="903"/>
                </a:lnTo>
                <a:lnTo>
                  <a:pt x="1841" y="911"/>
                </a:lnTo>
                <a:lnTo>
                  <a:pt x="1772" y="918"/>
                </a:lnTo>
                <a:lnTo>
                  <a:pt x="1702" y="922"/>
                </a:lnTo>
                <a:lnTo>
                  <a:pt x="1633" y="927"/>
                </a:lnTo>
                <a:lnTo>
                  <a:pt x="1564" y="930"/>
                </a:lnTo>
                <a:lnTo>
                  <a:pt x="1499" y="933"/>
                </a:lnTo>
                <a:lnTo>
                  <a:pt x="1436" y="936"/>
                </a:lnTo>
                <a:lnTo>
                  <a:pt x="1376" y="937"/>
                </a:lnTo>
                <a:lnTo>
                  <a:pt x="1320" y="938"/>
                </a:lnTo>
                <a:lnTo>
                  <a:pt x="1270" y="938"/>
                </a:lnTo>
                <a:lnTo>
                  <a:pt x="1226" y="938"/>
                </a:lnTo>
                <a:lnTo>
                  <a:pt x="1188" y="938"/>
                </a:lnTo>
                <a:lnTo>
                  <a:pt x="1158" y="938"/>
                </a:lnTo>
                <a:lnTo>
                  <a:pt x="1128" y="976"/>
                </a:lnTo>
                <a:lnTo>
                  <a:pt x="1100" y="1013"/>
                </a:lnTo>
                <a:lnTo>
                  <a:pt x="1074" y="1052"/>
                </a:lnTo>
                <a:lnTo>
                  <a:pt x="1051" y="1090"/>
                </a:lnTo>
                <a:lnTo>
                  <a:pt x="1030" y="1128"/>
                </a:lnTo>
                <a:lnTo>
                  <a:pt x="1011" y="1164"/>
                </a:lnTo>
                <a:lnTo>
                  <a:pt x="993" y="1198"/>
                </a:lnTo>
                <a:lnTo>
                  <a:pt x="979" y="1230"/>
                </a:lnTo>
                <a:lnTo>
                  <a:pt x="967" y="1259"/>
                </a:lnTo>
                <a:lnTo>
                  <a:pt x="956" y="1284"/>
                </a:lnTo>
                <a:lnTo>
                  <a:pt x="948" y="1305"/>
                </a:lnTo>
                <a:lnTo>
                  <a:pt x="941" y="1321"/>
                </a:lnTo>
                <a:lnTo>
                  <a:pt x="937" y="1332"/>
                </a:lnTo>
                <a:lnTo>
                  <a:pt x="938" y="1354"/>
                </a:lnTo>
                <a:lnTo>
                  <a:pt x="940" y="1385"/>
                </a:lnTo>
                <a:lnTo>
                  <a:pt x="947" y="1467"/>
                </a:lnTo>
                <a:lnTo>
                  <a:pt x="960" y="1546"/>
                </a:lnTo>
                <a:lnTo>
                  <a:pt x="978" y="1623"/>
                </a:lnTo>
                <a:lnTo>
                  <a:pt x="1001" y="1697"/>
                </a:lnTo>
                <a:lnTo>
                  <a:pt x="1028" y="1767"/>
                </a:lnTo>
                <a:lnTo>
                  <a:pt x="1060" y="1835"/>
                </a:lnTo>
                <a:lnTo>
                  <a:pt x="1097" y="1898"/>
                </a:lnTo>
                <a:lnTo>
                  <a:pt x="1137" y="1958"/>
                </a:lnTo>
                <a:lnTo>
                  <a:pt x="1180" y="2014"/>
                </a:lnTo>
                <a:lnTo>
                  <a:pt x="1228" y="2064"/>
                </a:lnTo>
                <a:lnTo>
                  <a:pt x="1278" y="2109"/>
                </a:lnTo>
                <a:lnTo>
                  <a:pt x="1331" y="2150"/>
                </a:lnTo>
                <a:lnTo>
                  <a:pt x="1387" y="2186"/>
                </a:lnTo>
                <a:lnTo>
                  <a:pt x="1446" y="2215"/>
                </a:lnTo>
                <a:lnTo>
                  <a:pt x="1507" y="2238"/>
                </a:lnTo>
                <a:lnTo>
                  <a:pt x="1569" y="2256"/>
                </a:lnTo>
                <a:lnTo>
                  <a:pt x="1633" y="2266"/>
                </a:lnTo>
                <a:lnTo>
                  <a:pt x="1699" y="2269"/>
                </a:lnTo>
                <a:lnTo>
                  <a:pt x="1764" y="2266"/>
                </a:lnTo>
                <a:lnTo>
                  <a:pt x="1829" y="2256"/>
                </a:lnTo>
                <a:lnTo>
                  <a:pt x="1892" y="2238"/>
                </a:lnTo>
                <a:lnTo>
                  <a:pt x="1952" y="2215"/>
                </a:lnTo>
                <a:lnTo>
                  <a:pt x="2011" y="2186"/>
                </a:lnTo>
                <a:lnTo>
                  <a:pt x="2067" y="2150"/>
                </a:lnTo>
                <a:lnTo>
                  <a:pt x="2120" y="2109"/>
                </a:lnTo>
                <a:lnTo>
                  <a:pt x="2170" y="2064"/>
                </a:lnTo>
                <a:lnTo>
                  <a:pt x="2218" y="2014"/>
                </a:lnTo>
                <a:lnTo>
                  <a:pt x="2261" y="1958"/>
                </a:lnTo>
                <a:lnTo>
                  <a:pt x="2301" y="1898"/>
                </a:lnTo>
                <a:lnTo>
                  <a:pt x="2338" y="1835"/>
                </a:lnTo>
                <a:lnTo>
                  <a:pt x="2370" y="1767"/>
                </a:lnTo>
                <a:lnTo>
                  <a:pt x="2398" y="1697"/>
                </a:lnTo>
                <a:lnTo>
                  <a:pt x="2420" y="1623"/>
                </a:lnTo>
                <a:lnTo>
                  <a:pt x="2438" y="1546"/>
                </a:lnTo>
                <a:lnTo>
                  <a:pt x="2451" y="1467"/>
                </a:lnTo>
                <a:lnTo>
                  <a:pt x="2458" y="1385"/>
                </a:lnTo>
                <a:lnTo>
                  <a:pt x="2460" y="1354"/>
                </a:lnTo>
                <a:lnTo>
                  <a:pt x="2461" y="1331"/>
                </a:lnTo>
                <a:lnTo>
                  <a:pt x="2444" y="1269"/>
                </a:lnTo>
                <a:lnTo>
                  <a:pt x="2426" y="1208"/>
                </a:lnTo>
                <a:lnTo>
                  <a:pt x="2406" y="1151"/>
                </a:lnTo>
                <a:lnTo>
                  <a:pt x="2384" y="1097"/>
                </a:lnTo>
                <a:lnTo>
                  <a:pt x="2363" y="1047"/>
                </a:lnTo>
                <a:lnTo>
                  <a:pt x="2341" y="999"/>
                </a:lnTo>
                <a:lnTo>
                  <a:pt x="2320" y="957"/>
                </a:lnTo>
                <a:lnTo>
                  <a:pt x="2299" y="918"/>
                </a:lnTo>
                <a:lnTo>
                  <a:pt x="2280" y="883"/>
                </a:lnTo>
                <a:lnTo>
                  <a:pt x="2262" y="853"/>
                </a:lnTo>
                <a:lnTo>
                  <a:pt x="2247" y="829"/>
                </a:lnTo>
                <a:close/>
                <a:moveTo>
                  <a:pt x="1380" y="118"/>
                </a:moveTo>
                <a:lnTo>
                  <a:pt x="1327" y="121"/>
                </a:lnTo>
                <a:lnTo>
                  <a:pt x="1274" y="129"/>
                </a:lnTo>
                <a:lnTo>
                  <a:pt x="1223" y="143"/>
                </a:lnTo>
                <a:lnTo>
                  <a:pt x="1173" y="162"/>
                </a:lnTo>
                <a:lnTo>
                  <a:pt x="1127" y="186"/>
                </a:lnTo>
                <a:lnTo>
                  <a:pt x="1082" y="214"/>
                </a:lnTo>
                <a:lnTo>
                  <a:pt x="1041" y="247"/>
                </a:lnTo>
                <a:lnTo>
                  <a:pt x="1003" y="285"/>
                </a:lnTo>
                <a:lnTo>
                  <a:pt x="969" y="327"/>
                </a:lnTo>
                <a:lnTo>
                  <a:pt x="940" y="372"/>
                </a:lnTo>
                <a:lnTo>
                  <a:pt x="917" y="418"/>
                </a:lnTo>
                <a:lnTo>
                  <a:pt x="897" y="467"/>
                </a:lnTo>
                <a:lnTo>
                  <a:pt x="883" y="518"/>
                </a:lnTo>
                <a:lnTo>
                  <a:pt x="874" y="570"/>
                </a:lnTo>
                <a:lnTo>
                  <a:pt x="871" y="624"/>
                </a:lnTo>
                <a:lnTo>
                  <a:pt x="874" y="677"/>
                </a:lnTo>
                <a:lnTo>
                  <a:pt x="916" y="1091"/>
                </a:lnTo>
                <a:lnTo>
                  <a:pt x="942" y="1041"/>
                </a:lnTo>
                <a:lnTo>
                  <a:pt x="973" y="991"/>
                </a:lnTo>
                <a:lnTo>
                  <a:pt x="1008" y="940"/>
                </a:lnTo>
                <a:lnTo>
                  <a:pt x="1046" y="889"/>
                </a:lnTo>
                <a:lnTo>
                  <a:pt x="1088" y="839"/>
                </a:lnTo>
                <a:lnTo>
                  <a:pt x="1100" y="828"/>
                </a:lnTo>
                <a:lnTo>
                  <a:pt x="1116" y="821"/>
                </a:lnTo>
                <a:lnTo>
                  <a:pt x="1132" y="819"/>
                </a:lnTo>
                <a:lnTo>
                  <a:pt x="1171" y="820"/>
                </a:lnTo>
                <a:lnTo>
                  <a:pt x="1216" y="820"/>
                </a:lnTo>
                <a:lnTo>
                  <a:pt x="1264" y="820"/>
                </a:lnTo>
                <a:lnTo>
                  <a:pt x="1318" y="819"/>
                </a:lnTo>
                <a:lnTo>
                  <a:pt x="1374" y="818"/>
                </a:lnTo>
                <a:lnTo>
                  <a:pt x="1434" y="817"/>
                </a:lnTo>
                <a:lnTo>
                  <a:pt x="1496" y="815"/>
                </a:lnTo>
                <a:lnTo>
                  <a:pt x="1559" y="812"/>
                </a:lnTo>
                <a:lnTo>
                  <a:pt x="1623" y="809"/>
                </a:lnTo>
                <a:lnTo>
                  <a:pt x="1688" y="805"/>
                </a:lnTo>
                <a:lnTo>
                  <a:pt x="1751" y="800"/>
                </a:lnTo>
                <a:lnTo>
                  <a:pt x="1814" y="795"/>
                </a:lnTo>
                <a:lnTo>
                  <a:pt x="1876" y="789"/>
                </a:lnTo>
                <a:lnTo>
                  <a:pt x="1936" y="781"/>
                </a:lnTo>
                <a:lnTo>
                  <a:pt x="1991" y="773"/>
                </a:lnTo>
                <a:lnTo>
                  <a:pt x="2044" y="765"/>
                </a:lnTo>
                <a:lnTo>
                  <a:pt x="2093" y="755"/>
                </a:lnTo>
                <a:lnTo>
                  <a:pt x="2137" y="743"/>
                </a:lnTo>
                <a:lnTo>
                  <a:pt x="2176" y="731"/>
                </a:lnTo>
                <a:lnTo>
                  <a:pt x="2208" y="718"/>
                </a:lnTo>
                <a:lnTo>
                  <a:pt x="2233" y="703"/>
                </a:lnTo>
                <a:lnTo>
                  <a:pt x="2250" y="696"/>
                </a:lnTo>
                <a:lnTo>
                  <a:pt x="2268" y="693"/>
                </a:lnTo>
                <a:lnTo>
                  <a:pt x="2286" y="697"/>
                </a:lnTo>
                <a:lnTo>
                  <a:pt x="2301" y="705"/>
                </a:lnTo>
                <a:lnTo>
                  <a:pt x="2314" y="718"/>
                </a:lnTo>
                <a:lnTo>
                  <a:pt x="2318" y="721"/>
                </a:lnTo>
                <a:lnTo>
                  <a:pt x="2323" y="730"/>
                </a:lnTo>
                <a:lnTo>
                  <a:pt x="2332" y="743"/>
                </a:lnTo>
                <a:lnTo>
                  <a:pt x="2344" y="761"/>
                </a:lnTo>
                <a:lnTo>
                  <a:pt x="2358" y="782"/>
                </a:lnTo>
                <a:lnTo>
                  <a:pt x="2373" y="808"/>
                </a:lnTo>
                <a:lnTo>
                  <a:pt x="2390" y="838"/>
                </a:lnTo>
                <a:lnTo>
                  <a:pt x="2409" y="871"/>
                </a:lnTo>
                <a:lnTo>
                  <a:pt x="2428" y="908"/>
                </a:lnTo>
                <a:lnTo>
                  <a:pt x="2448" y="948"/>
                </a:lnTo>
                <a:lnTo>
                  <a:pt x="2468" y="991"/>
                </a:lnTo>
                <a:lnTo>
                  <a:pt x="2488" y="1037"/>
                </a:lnTo>
                <a:lnTo>
                  <a:pt x="2524" y="677"/>
                </a:lnTo>
                <a:lnTo>
                  <a:pt x="2527" y="624"/>
                </a:lnTo>
                <a:lnTo>
                  <a:pt x="2523" y="570"/>
                </a:lnTo>
                <a:lnTo>
                  <a:pt x="2514" y="518"/>
                </a:lnTo>
                <a:lnTo>
                  <a:pt x="2501" y="467"/>
                </a:lnTo>
                <a:lnTo>
                  <a:pt x="2482" y="418"/>
                </a:lnTo>
                <a:lnTo>
                  <a:pt x="2458" y="372"/>
                </a:lnTo>
                <a:lnTo>
                  <a:pt x="2429" y="327"/>
                </a:lnTo>
                <a:lnTo>
                  <a:pt x="2396" y="285"/>
                </a:lnTo>
                <a:lnTo>
                  <a:pt x="2357" y="247"/>
                </a:lnTo>
                <a:lnTo>
                  <a:pt x="2316" y="214"/>
                </a:lnTo>
                <a:lnTo>
                  <a:pt x="2271" y="186"/>
                </a:lnTo>
                <a:lnTo>
                  <a:pt x="2224" y="162"/>
                </a:lnTo>
                <a:lnTo>
                  <a:pt x="2174" y="143"/>
                </a:lnTo>
                <a:lnTo>
                  <a:pt x="2123" y="129"/>
                </a:lnTo>
                <a:lnTo>
                  <a:pt x="2071" y="121"/>
                </a:lnTo>
                <a:lnTo>
                  <a:pt x="2018" y="118"/>
                </a:lnTo>
                <a:lnTo>
                  <a:pt x="1380" y="118"/>
                </a:lnTo>
                <a:close/>
                <a:moveTo>
                  <a:pt x="1380" y="0"/>
                </a:moveTo>
                <a:lnTo>
                  <a:pt x="2018" y="0"/>
                </a:lnTo>
                <a:lnTo>
                  <a:pt x="2077" y="3"/>
                </a:lnTo>
                <a:lnTo>
                  <a:pt x="2134" y="11"/>
                </a:lnTo>
                <a:lnTo>
                  <a:pt x="2191" y="24"/>
                </a:lnTo>
                <a:lnTo>
                  <a:pt x="2246" y="43"/>
                </a:lnTo>
                <a:lnTo>
                  <a:pt x="2298" y="66"/>
                </a:lnTo>
                <a:lnTo>
                  <a:pt x="2349" y="94"/>
                </a:lnTo>
                <a:lnTo>
                  <a:pt x="2397" y="127"/>
                </a:lnTo>
                <a:lnTo>
                  <a:pt x="2441" y="165"/>
                </a:lnTo>
                <a:lnTo>
                  <a:pt x="2482" y="206"/>
                </a:lnTo>
                <a:lnTo>
                  <a:pt x="2520" y="252"/>
                </a:lnTo>
                <a:lnTo>
                  <a:pt x="2552" y="299"/>
                </a:lnTo>
                <a:lnTo>
                  <a:pt x="2580" y="350"/>
                </a:lnTo>
                <a:lnTo>
                  <a:pt x="2603" y="404"/>
                </a:lnTo>
                <a:lnTo>
                  <a:pt x="2621" y="458"/>
                </a:lnTo>
                <a:lnTo>
                  <a:pt x="2634" y="515"/>
                </a:lnTo>
                <a:lnTo>
                  <a:pt x="2642" y="572"/>
                </a:lnTo>
                <a:lnTo>
                  <a:pt x="2644" y="630"/>
                </a:lnTo>
                <a:lnTo>
                  <a:pt x="2641" y="689"/>
                </a:lnTo>
                <a:lnTo>
                  <a:pt x="2584" y="1258"/>
                </a:lnTo>
                <a:lnTo>
                  <a:pt x="2581" y="1307"/>
                </a:lnTo>
                <a:lnTo>
                  <a:pt x="2578" y="1360"/>
                </a:lnTo>
                <a:lnTo>
                  <a:pt x="2577" y="1392"/>
                </a:lnTo>
                <a:lnTo>
                  <a:pt x="2569" y="1472"/>
                </a:lnTo>
                <a:lnTo>
                  <a:pt x="2558" y="1550"/>
                </a:lnTo>
                <a:lnTo>
                  <a:pt x="2541" y="1627"/>
                </a:lnTo>
                <a:lnTo>
                  <a:pt x="2520" y="1702"/>
                </a:lnTo>
                <a:lnTo>
                  <a:pt x="2496" y="1774"/>
                </a:lnTo>
                <a:lnTo>
                  <a:pt x="2466" y="1844"/>
                </a:lnTo>
                <a:lnTo>
                  <a:pt x="2431" y="1911"/>
                </a:lnTo>
                <a:lnTo>
                  <a:pt x="2393" y="1976"/>
                </a:lnTo>
                <a:lnTo>
                  <a:pt x="2351" y="2037"/>
                </a:lnTo>
                <a:lnTo>
                  <a:pt x="2304" y="2094"/>
                </a:lnTo>
                <a:lnTo>
                  <a:pt x="2263" y="2139"/>
                </a:lnTo>
                <a:lnTo>
                  <a:pt x="2263" y="2303"/>
                </a:lnTo>
                <a:lnTo>
                  <a:pt x="2434" y="2476"/>
                </a:lnTo>
                <a:lnTo>
                  <a:pt x="2439" y="2480"/>
                </a:lnTo>
                <a:lnTo>
                  <a:pt x="2442" y="2484"/>
                </a:lnTo>
                <a:lnTo>
                  <a:pt x="3019" y="2629"/>
                </a:lnTo>
                <a:lnTo>
                  <a:pt x="3078" y="2645"/>
                </a:lnTo>
                <a:lnTo>
                  <a:pt x="3132" y="2666"/>
                </a:lnTo>
                <a:lnTo>
                  <a:pt x="3181" y="2691"/>
                </a:lnTo>
                <a:lnTo>
                  <a:pt x="3226" y="2719"/>
                </a:lnTo>
                <a:lnTo>
                  <a:pt x="3266" y="2750"/>
                </a:lnTo>
                <a:lnTo>
                  <a:pt x="3300" y="2783"/>
                </a:lnTo>
                <a:lnTo>
                  <a:pt x="3330" y="2821"/>
                </a:lnTo>
                <a:lnTo>
                  <a:pt x="3354" y="2861"/>
                </a:lnTo>
                <a:lnTo>
                  <a:pt x="3373" y="2904"/>
                </a:lnTo>
                <a:lnTo>
                  <a:pt x="3387" y="2951"/>
                </a:lnTo>
                <a:lnTo>
                  <a:pt x="3396" y="3000"/>
                </a:lnTo>
                <a:lnTo>
                  <a:pt x="3398" y="3051"/>
                </a:lnTo>
                <a:lnTo>
                  <a:pt x="3398" y="3463"/>
                </a:lnTo>
                <a:lnTo>
                  <a:pt x="3396" y="3496"/>
                </a:lnTo>
                <a:lnTo>
                  <a:pt x="3387" y="3527"/>
                </a:lnTo>
                <a:lnTo>
                  <a:pt x="3373" y="3556"/>
                </a:lnTo>
                <a:lnTo>
                  <a:pt x="3354" y="3582"/>
                </a:lnTo>
                <a:lnTo>
                  <a:pt x="3332" y="3605"/>
                </a:lnTo>
                <a:lnTo>
                  <a:pt x="3307" y="3622"/>
                </a:lnTo>
                <a:lnTo>
                  <a:pt x="3278" y="3637"/>
                </a:lnTo>
                <a:lnTo>
                  <a:pt x="3247" y="3645"/>
                </a:lnTo>
                <a:lnTo>
                  <a:pt x="3213" y="3648"/>
                </a:lnTo>
                <a:lnTo>
                  <a:pt x="186" y="3648"/>
                </a:lnTo>
                <a:lnTo>
                  <a:pt x="152" y="3645"/>
                </a:lnTo>
                <a:lnTo>
                  <a:pt x="120" y="3637"/>
                </a:lnTo>
                <a:lnTo>
                  <a:pt x="91" y="3622"/>
                </a:lnTo>
                <a:lnTo>
                  <a:pt x="66" y="3605"/>
                </a:lnTo>
                <a:lnTo>
                  <a:pt x="43" y="3582"/>
                </a:lnTo>
                <a:lnTo>
                  <a:pt x="26" y="3556"/>
                </a:lnTo>
                <a:lnTo>
                  <a:pt x="11" y="3527"/>
                </a:lnTo>
                <a:lnTo>
                  <a:pt x="2" y="3496"/>
                </a:lnTo>
                <a:lnTo>
                  <a:pt x="0" y="3463"/>
                </a:lnTo>
                <a:lnTo>
                  <a:pt x="0" y="3051"/>
                </a:lnTo>
                <a:lnTo>
                  <a:pt x="2" y="3000"/>
                </a:lnTo>
                <a:lnTo>
                  <a:pt x="11" y="2951"/>
                </a:lnTo>
                <a:lnTo>
                  <a:pt x="24" y="2904"/>
                </a:lnTo>
                <a:lnTo>
                  <a:pt x="43" y="2861"/>
                </a:lnTo>
                <a:lnTo>
                  <a:pt x="68" y="2821"/>
                </a:lnTo>
                <a:lnTo>
                  <a:pt x="98" y="2783"/>
                </a:lnTo>
                <a:lnTo>
                  <a:pt x="132" y="2750"/>
                </a:lnTo>
                <a:lnTo>
                  <a:pt x="172" y="2719"/>
                </a:lnTo>
                <a:lnTo>
                  <a:pt x="217" y="2691"/>
                </a:lnTo>
                <a:lnTo>
                  <a:pt x="266" y="2666"/>
                </a:lnTo>
                <a:lnTo>
                  <a:pt x="320" y="2645"/>
                </a:lnTo>
                <a:lnTo>
                  <a:pt x="379" y="2629"/>
                </a:lnTo>
                <a:lnTo>
                  <a:pt x="957" y="2484"/>
                </a:lnTo>
                <a:lnTo>
                  <a:pt x="960" y="2480"/>
                </a:lnTo>
                <a:lnTo>
                  <a:pt x="963" y="2476"/>
                </a:lnTo>
                <a:lnTo>
                  <a:pt x="1136" y="2303"/>
                </a:lnTo>
                <a:lnTo>
                  <a:pt x="1136" y="2139"/>
                </a:lnTo>
                <a:lnTo>
                  <a:pt x="1093" y="2094"/>
                </a:lnTo>
                <a:lnTo>
                  <a:pt x="1047" y="2037"/>
                </a:lnTo>
                <a:lnTo>
                  <a:pt x="1004" y="1976"/>
                </a:lnTo>
                <a:lnTo>
                  <a:pt x="967" y="1911"/>
                </a:lnTo>
                <a:lnTo>
                  <a:pt x="932" y="1844"/>
                </a:lnTo>
                <a:lnTo>
                  <a:pt x="903" y="1774"/>
                </a:lnTo>
                <a:lnTo>
                  <a:pt x="878" y="1702"/>
                </a:lnTo>
                <a:lnTo>
                  <a:pt x="857" y="1627"/>
                </a:lnTo>
                <a:lnTo>
                  <a:pt x="840" y="1550"/>
                </a:lnTo>
                <a:lnTo>
                  <a:pt x="829" y="1472"/>
                </a:lnTo>
                <a:lnTo>
                  <a:pt x="822" y="1392"/>
                </a:lnTo>
                <a:lnTo>
                  <a:pt x="820" y="1360"/>
                </a:lnTo>
                <a:lnTo>
                  <a:pt x="818" y="1307"/>
                </a:lnTo>
                <a:lnTo>
                  <a:pt x="813" y="1256"/>
                </a:lnTo>
                <a:lnTo>
                  <a:pt x="757" y="689"/>
                </a:lnTo>
                <a:lnTo>
                  <a:pt x="753" y="630"/>
                </a:lnTo>
                <a:lnTo>
                  <a:pt x="756" y="572"/>
                </a:lnTo>
                <a:lnTo>
                  <a:pt x="763" y="515"/>
                </a:lnTo>
                <a:lnTo>
                  <a:pt x="777" y="458"/>
                </a:lnTo>
                <a:lnTo>
                  <a:pt x="794" y="404"/>
                </a:lnTo>
                <a:lnTo>
                  <a:pt x="818" y="350"/>
                </a:lnTo>
                <a:lnTo>
                  <a:pt x="846" y="299"/>
                </a:lnTo>
                <a:lnTo>
                  <a:pt x="878" y="252"/>
                </a:lnTo>
                <a:lnTo>
                  <a:pt x="916" y="206"/>
                </a:lnTo>
                <a:lnTo>
                  <a:pt x="957" y="165"/>
                </a:lnTo>
                <a:lnTo>
                  <a:pt x="1001" y="127"/>
                </a:lnTo>
                <a:lnTo>
                  <a:pt x="1049" y="94"/>
                </a:lnTo>
                <a:lnTo>
                  <a:pt x="1100" y="66"/>
                </a:lnTo>
                <a:lnTo>
                  <a:pt x="1152" y="43"/>
                </a:lnTo>
                <a:lnTo>
                  <a:pt x="1208" y="24"/>
                </a:lnTo>
                <a:lnTo>
                  <a:pt x="1263" y="11"/>
                </a:lnTo>
                <a:lnTo>
                  <a:pt x="1321" y="3"/>
                </a:lnTo>
                <a:lnTo>
                  <a:pt x="138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76" name="Group 281">
            <a:extLst>
              <a:ext uri="{FF2B5EF4-FFF2-40B4-BE49-F238E27FC236}">
                <a16:creationId xmlns:a16="http://schemas.microsoft.com/office/drawing/2014/main" id="{CF748B83-AC50-483D-8EC0-0A20658113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740498" y="3611497"/>
            <a:ext cx="402349" cy="333033"/>
            <a:chOff x="1163" y="976"/>
            <a:chExt cx="3268" cy="2705"/>
          </a:xfrm>
        </p:grpSpPr>
        <p:sp>
          <p:nvSpPr>
            <p:cNvPr id="77" name="Freeform 283">
              <a:extLst>
                <a:ext uri="{FF2B5EF4-FFF2-40B4-BE49-F238E27FC236}">
                  <a16:creationId xmlns:a16="http://schemas.microsoft.com/office/drawing/2014/main" id="{57C30F54-7D28-4A98-90EC-7E0E2BC62F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2" y="976"/>
              <a:ext cx="2450" cy="2705"/>
            </a:xfrm>
            <a:custGeom>
              <a:avLst/>
              <a:gdLst>
                <a:gd name="T0" fmla="*/ 343 w 4900"/>
                <a:gd name="T1" fmla="*/ 4290 h 5410"/>
                <a:gd name="T2" fmla="*/ 193 w 4900"/>
                <a:gd name="T3" fmla="*/ 4713 h 5410"/>
                <a:gd name="T4" fmla="*/ 329 w 4900"/>
                <a:gd name="T5" fmla="*/ 5218 h 5410"/>
                <a:gd name="T6" fmla="*/ 4707 w 4900"/>
                <a:gd name="T7" fmla="*/ 5109 h 5410"/>
                <a:gd name="T8" fmla="*/ 4596 w 4900"/>
                <a:gd name="T9" fmla="*/ 4346 h 5410"/>
                <a:gd name="T10" fmla="*/ 3546 w 4900"/>
                <a:gd name="T11" fmla="*/ 3989 h 5410"/>
                <a:gd name="T12" fmla="*/ 3160 w 4900"/>
                <a:gd name="T13" fmla="*/ 4568 h 5410"/>
                <a:gd name="T14" fmla="*/ 2450 w 4900"/>
                <a:gd name="T15" fmla="*/ 4796 h 5410"/>
                <a:gd name="T16" fmla="*/ 1743 w 4900"/>
                <a:gd name="T17" fmla="*/ 4568 h 5410"/>
                <a:gd name="T18" fmla="*/ 1354 w 4900"/>
                <a:gd name="T19" fmla="*/ 3989 h 5410"/>
                <a:gd name="T20" fmla="*/ 1647 w 4900"/>
                <a:gd name="T21" fmla="*/ 3783 h 5410"/>
                <a:gd name="T22" fmla="*/ 1687 w 4900"/>
                <a:gd name="T23" fmla="*/ 4251 h 5410"/>
                <a:gd name="T24" fmla="*/ 2246 w 4900"/>
                <a:gd name="T25" fmla="*/ 4584 h 5410"/>
                <a:gd name="T26" fmla="*/ 2930 w 4900"/>
                <a:gd name="T27" fmla="*/ 4487 h 5410"/>
                <a:gd name="T28" fmla="*/ 3342 w 4900"/>
                <a:gd name="T29" fmla="*/ 4011 h 5410"/>
                <a:gd name="T30" fmla="*/ 3197 w 4900"/>
                <a:gd name="T31" fmla="*/ 3615 h 5410"/>
                <a:gd name="T32" fmla="*/ 2783 w 4900"/>
                <a:gd name="T33" fmla="*/ 3625 h 5410"/>
                <a:gd name="T34" fmla="*/ 2014 w 4900"/>
                <a:gd name="T35" fmla="*/ 3591 h 5410"/>
                <a:gd name="T36" fmla="*/ 1705 w 4900"/>
                <a:gd name="T37" fmla="*/ 238 h 5410"/>
                <a:gd name="T38" fmla="*/ 1586 w 4900"/>
                <a:gd name="T39" fmla="*/ 479 h 5410"/>
                <a:gd name="T40" fmla="*/ 1190 w 4900"/>
                <a:gd name="T41" fmla="*/ 626 h 5410"/>
                <a:gd name="T42" fmla="*/ 1011 w 4900"/>
                <a:gd name="T43" fmla="*/ 1528 h 5410"/>
                <a:gd name="T44" fmla="*/ 1132 w 4900"/>
                <a:gd name="T45" fmla="*/ 1556 h 5410"/>
                <a:gd name="T46" fmla="*/ 1419 w 4900"/>
                <a:gd name="T47" fmla="*/ 1171 h 5410"/>
                <a:gd name="T48" fmla="*/ 3449 w 4900"/>
                <a:gd name="T49" fmla="*/ 1163 h 5410"/>
                <a:gd name="T50" fmla="*/ 3372 w 4900"/>
                <a:gd name="T51" fmla="*/ 1316 h 5410"/>
                <a:gd name="T52" fmla="*/ 1362 w 4900"/>
                <a:gd name="T53" fmla="*/ 1472 h 5410"/>
                <a:gd name="T54" fmla="*/ 1370 w 4900"/>
                <a:gd name="T55" fmla="*/ 2610 h 5410"/>
                <a:gd name="T56" fmla="*/ 1818 w 4900"/>
                <a:gd name="T57" fmla="*/ 3268 h 5410"/>
                <a:gd name="T58" fmla="*/ 2567 w 4900"/>
                <a:gd name="T59" fmla="*/ 3472 h 5410"/>
                <a:gd name="T60" fmla="*/ 3251 w 4900"/>
                <a:gd name="T61" fmla="*/ 3117 h 5410"/>
                <a:gd name="T62" fmla="*/ 3576 w 4900"/>
                <a:gd name="T63" fmla="*/ 2370 h 5410"/>
                <a:gd name="T64" fmla="*/ 3679 w 4900"/>
                <a:gd name="T65" fmla="*/ 1433 h 5410"/>
                <a:gd name="T66" fmla="*/ 3815 w 4900"/>
                <a:gd name="T67" fmla="*/ 1849 h 5410"/>
                <a:gd name="T68" fmla="*/ 3867 w 4900"/>
                <a:gd name="T69" fmla="*/ 735 h 5410"/>
                <a:gd name="T70" fmla="*/ 3506 w 4900"/>
                <a:gd name="T71" fmla="*/ 275 h 5410"/>
                <a:gd name="T72" fmla="*/ 3167 w 4900"/>
                <a:gd name="T73" fmla="*/ 0 h 5410"/>
                <a:gd name="T74" fmla="*/ 3814 w 4900"/>
                <a:gd name="T75" fmla="*/ 267 h 5410"/>
                <a:gd name="T76" fmla="*/ 4081 w 4900"/>
                <a:gd name="T77" fmla="*/ 914 h 5410"/>
                <a:gd name="T78" fmla="*/ 3905 w 4900"/>
                <a:gd name="T79" fmla="*/ 2069 h 5410"/>
                <a:gd name="T80" fmla="*/ 3687 w 4900"/>
                <a:gd name="T81" fmla="*/ 2755 h 5410"/>
                <a:gd name="T82" fmla="*/ 3368 w 4900"/>
                <a:gd name="T83" fmla="*/ 3407 h 5410"/>
                <a:gd name="T84" fmla="*/ 3471 w 4900"/>
                <a:gd name="T85" fmla="*/ 3761 h 5410"/>
                <a:gd name="T86" fmla="*/ 4628 w 4900"/>
                <a:gd name="T87" fmla="*/ 4086 h 5410"/>
                <a:gd name="T88" fmla="*/ 4896 w 4900"/>
                <a:gd name="T89" fmla="*/ 4627 h 5410"/>
                <a:gd name="T90" fmla="*/ 4783 w 4900"/>
                <a:gd name="T91" fmla="*/ 5339 h 5410"/>
                <a:gd name="T92" fmla="*/ 215 w 4900"/>
                <a:gd name="T93" fmla="*/ 5390 h 5410"/>
                <a:gd name="T94" fmla="*/ 0 w 4900"/>
                <a:gd name="T95" fmla="*/ 5109 h 5410"/>
                <a:gd name="T96" fmla="*/ 153 w 4900"/>
                <a:gd name="T97" fmla="*/ 4227 h 5410"/>
                <a:gd name="T98" fmla="*/ 595 w 4900"/>
                <a:gd name="T99" fmla="*/ 3910 h 5410"/>
                <a:gd name="T100" fmla="*/ 1523 w 4900"/>
                <a:gd name="T101" fmla="*/ 3529 h 5410"/>
                <a:gd name="T102" fmla="*/ 1318 w 4900"/>
                <a:gd name="T103" fmla="*/ 2982 h 5410"/>
                <a:gd name="T104" fmla="*/ 1126 w 4900"/>
                <a:gd name="T105" fmla="*/ 2212 h 5410"/>
                <a:gd name="T106" fmla="*/ 825 w 4900"/>
                <a:gd name="T107" fmla="*/ 1625 h 5410"/>
                <a:gd name="T108" fmla="*/ 948 w 4900"/>
                <a:gd name="T109" fmla="*/ 610 h 5410"/>
                <a:gd name="T110" fmla="*/ 1443 w 4900"/>
                <a:gd name="T111" fmla="*/ 311 h 5410"/>
                <a:gd name="T112" fmla="*/ 1766 w 4900"/>
                <a:gd name="T113" fmla="*/ 6 h 5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900" h="5410">
                  <a:moveTo>
                    <a:pt x="1354" y="3989"/>
                  </a:moveTo>
                  <a:lnTo>
                    <a:pt x="631" y="4098"/>
                  </a:lnTo>
                  <a:lnTo>
                    <a:pt x="561" y="4124"/>
                  </a:lnTo>
                  <a:lnTo>
                    <a:pt x="498" y="4156"/>
                  </a:lnTo>
                  <a:lnTo>
                    <a:pt x="440" y="4195"/>
                  </a:lnTo>
                  <a:lnTo>
                    <a:pt x="389" y="4241"/>
                  </a:lnTo>
                  <a:lnTo>
                    <a:pt x="343" y="4290"/>
                  </a:lnTo>
                  <a:lnTo>
                    <a:pt x="304" y="4346"/>
                  </a:lnTo>
                  <a:lnTo>
                    <a:pt x="270" y="4403"/>
                  </a:lnTo>
                  <a:lnTo>
                    <a:pt x="242" y="4465"/>
                  </a:lnTo>
                  <a:lnTo>
                    <a:pt x="220" y="4526"/>
                  </a:lnTo>
                  <a:lnTo>
                    <a:pt x="205" y="4590"/>
                  </a:lnTo>
                  <a:lnTo>
                    <a:pt x="195" y="4651"/>
                  </a:lnTo>
                  <a:lnTo>
                    <a:pt x="193" y="4713"/>
                  </a:lnTo>
                  <a:lnTo>
                    <a:pt x="193" y="5109"/>
                  </a:lnTo>
                  <a:lnTo>
                    <a:pt x="197" y="5139"/>
                  </a:lnTo>
                  <a:lnTo>
                    <a:pt x="211" y="5164"/>
                  </a:lnTo>
                  <a:lnTo>
                    <a:pt x="232" y="5186"/>
                  </a:lnTo>
                  <a:lnTo>
                    <a:pt x="260" y="5202"/>
                  </a:lnTo>
                  <a:lnTo>
                    <a:pt x="294" y="5214"/>
                  </a:lnTo>
                  <a:lnTo>
                    <a:pt x="329" y="5218"/>
                  </a:lnTo>
                  <a:lnTo>
                    <a:pt x="4571" y="5218"/>
                  </a:lnTo>
                  <a:lnTo>
                    <a:pt x="4608" y="5214"/>
                  </a:lnTo>
                  <a:lnTo>
                    <a:pt x="4640" y="5202"/>
                  </a:lnTo>
                  <a:lnTo>
                    <a:pt x="4668" y="5186"/>
                  </a:lnTo>
                  <a:lnTo>
                    <a:pt x="4689" y="5164"/>
                  </a:lnTo>
                  <a:lnTo>
                    <a:pt x="4703" y="5139"/>
                  </a:lnTo>
                  <a:lnTo>
                    <a:pt x="4707" y="5109"/>
                  </a:lnTo>
                  <a:lnTo>
                    <a:pt x="4707" y="4713"/>
                  </a:lnTo>
                  <a:lnTo>
                    <a:pt x="4705" y="4651"/>
                  </a:lnTo>
                  <a:lnTo>
                    <a:pt x="4695" y="4590"/>
                  </a:lnTo>
                  <a:lnTo>
                    <a:pt x="4680" y="4526"/>
                  </a:lnTo>
                  <a:lnTo>
                    <a:pt x="4658" y="4465"/>
                  </a:lnTo>
                  <a:lnTo>
                    <a:pt x="4630" y="4403"/>
                  </a:lnTo>
                  <a:lnTo>
                    <a:pt x="4596" y="4346"/>
                  </a:lnTo>
                  <a:lnTo>
                    <a:pt x="4557" y="4290"/>
                  </a:lnTo>
                  <a:lnTo>
                    <a:pt x="4511" y="4241"/>
                  </a:lnTo>
                  <a:lnTo>
                    <a:pt x="4460" y="4195"/>
                  </a:lnTo>
                  <a:lnTo>
                    <a:pt x="4402" y="4156"/>
                  </a:lnTo>
                  <a:lnTo>
                    <a:pt x="4339" y="4124"/>
                  </a:lnTo>
                  <a:lnTo>
                    <a:pt x="4269" y="4098"/>
                  </a:lnTo>
                  <a:lnTo>
                    <a:pt x="3546" y="3989"/>
                  </a:lnTo>
                  <a:lnTo>
                    <a:pt x="3518" y="4088"/>
                  </a:lnTo>
                  <a:lnTo>
                    <a:pt x="3481" y="4181"/>
                  </a:lnTo>
                  <a:lnTo>
                    <a:pt x="3433" y="4271"/>
                  </a:lnTo>
                  <a:lnTo>
                    <a:pt x="3376" y="4354"/>
                  </a:lnTo>
                  <a:lnTo>
                    <a:pt x="3310" y="4431"/>
                  </a:lnTo>
                  <a:lnTo>
                    <a:pt x="3239" y="4502"/>
                  </a:lnTo>
                  <a:lnTo>
                    <a:pt x="3160" y="4568"/>
                  </a:lnTo>
                  <a:lnTo>
                    <a:pt x="3072" y="4625"/>
                  </a:lnTo>
                  <a:lnTo>
                    <a:pt x="2981" y="4675"/>
                  </a:lnTo>
                  <a:lnTo>
                    <a:pt x="2882" y="4719"/>
                  </a:lnTo>
                  <a:lnTo>
                    <a:pt x="2781" y="4752"/>
                  </a:lnTo>
                  <a:lnTo>
                    <a:pt x="2674" y="4776"/>
                  </a:lnTo>
                  <a:lnTo>
                    <a:pt x="2563" y="4792"/>
                  </a:lnTo>
                  <a:lnTo>
                    <a:pt x="2450" y="4796"/>
                  </a:lnTo>
                  <a:lnTo>
                    <a:pt x="2337" y="4792"/>
                  </a:lnTo>
                  <a:lnTo>
                    <a:pt x="2226" y="4776"/>
                  </a:lnTo>
                  <a:lnTo>
                    <a:pt x="2121" y="4752"/>
                  </a:lnTo>
                  <a:lnTo>
                    <a:pt x="2018" y="4719"/>
                  </a:lnTo>
                  <a:lnTo>
                    <a:pt x="1921" y="4675"/>
                  </a:lnTo>
                  <a:lnTo>
                    <a:pt x="1828" y="4625"/>
                  </a:lnTo>
                  <a:lnTo>
                    <a:pt x="1743" y="4568"/>
                  </a:lnTo>
                  <a:lnTo>
                    <a:pt x="1663" y="4502"/>
                  </a:lnTo>
                  <a:lnTo>
                    <a:pt x="1590" y="4431"/>
                  </a:lnTo>
                  <a:lnTo>
                    <a:pt x="1525" y="4354"/>
                  </a:lnTo>
                  <a:lnTo>
                    <a:pt x="1469" y="4271"/>
                  </a:lnTo>
                  <a:lnTo>
                    <a:pt x="1421" y="4181"/>
                  </a:lnTo>
                  <a:lnTo>
                    <a:pt x="1382" y="4088"/>
                  </a:lnTo>
                  <a:lnTo>
                    <a:pt x="1354" y="3989"/>
                  </a:lnTo>
                  <a:close/>
                  <a:moveTo>
                    <a:pt x="1725" y="3436"/>
                  </a:moveTo>
                  <a:lnTo>
                    <a:pt x="1721" y="3496"/>
                  </a:lnTo>
                  <a:lnTo>
                    <a:pt x="1713" y="3555"/>
                  </a:lnTo>
                  <a:lnTo>
                    <a:pt x="1703" y="3615"/>
                  </a:lnTo>
                  <a:lnTo>
                    <a:pt x="1689" y="3672"/>
                  </a:lnTo>
                  <a:lnTo>
                    <a:pt x="1671" y="3730"/>
                  </a:lnTo>
                  <a:lnTo>
                    <a:pt x="1647" y="3783"/>
                  </a:lnTo>
                  <a:lnTo>
                    <a:pt x="1616" y="3835"/>
                  </a:lnTo>
                  <a:lnTo>
                    <a:pt x="1580" y="3880"/>
                  </a:lnTo>
                  <a:lnTo>
                    <a:pt x="1536" y="3922"/>
                  </a:lnTo>
                  <a:lnTo>
                    <a:pt x="1560" y="4011"/>
                  </a:lnTo>
                  <a:lnTo>
                    <a:pt x="1594" y="4096"/>
                  </a:lnTo>
                  <a:lnTo>
                    <a:pt x="1635" y="4176"/>
                  </a:lnTo>
                  <a:lnTo>
                    <a:pt x="1687" y="4251"/>
                  </a:lnTo>
                  <a:lnTo>
                    <a:pt x="1748" y="4318"/>
                  </a:lnTo>
                  <a:lnTo>
                    <a:pt x="1816" y="4382"/>
                  </a:lnTo>
                  <a:lnTo>
                    <a:pt x="1891" y="4437"/>
                  </a:lnTo>
                  <a:lnTo>
                    <a:pt x="1970" y="4487"/>
                  </a:lnTo>
                  <a:lnTo>
                    <a:pt x="2058" y="4528"/>
                  </a:lnTo>
                  <a:lnTo>
                    <a:pt x="2151" y="4560"/>
                  </a:lnTo>
                  <a:lnTo>
                    <a:pt x="2246" y="4584"/>
                  </a:lnTo>
                  <a:lnTo>
                    <a:pt x="2347" y="4600"/>
                  </a:lnTo>
                  <a:lnTo>
                    <a:pt x="2450" y="4604"/>
                  </a:lnTo>
                  <a:lnTo>
                    <a:pt x="2553" y="4600"/>
                  </a:lnTo>
                  <a:lnTo>
                    <a:pt x="2654" y="4584"/>
                  </a:lnTo>
                  <a:lnTo>
                    <a:pt x="2751" y="4560"/>
                  </a:lnTo>
                  <a:lnTo>
                    <a:pt x="2842" y="4528"/>
                  </a:lnTo>
                  <a:lnTo>
                    <a:pt x="2930" y="4487"/>
                  </a:lnTo>
                  <a:lnTo>
                    <a:pt x="3011" y="4437"/>
                  </a:lnTo>
                  <a:lnTo>
                    <a:pt x="3086" y="4382"/>
                  </a:lnTo>
                  <a:lnTo>
                    <a:pt x="3154" y="4318"/>
                  </a:lnTo>
                  <a:lnTo>
                    <a:pt x="3213" y="4251"/>
                  </a:lnTo>
                  <a:lnTo>
                    <a:pt x="3265" y="4176"/>
                  </a:lnTo>
                  <a:lnTo>
                    <a:pt x="3308" y="4096"/>
                  </a:lnTo>
                  <a:lnTo>
                    <a:pt x="3342" y="4011"/>
                  </a:lnTo>
                  <a:lnTo>
                    <a:pt x="3364" y="3922"/>
                  </a:lnTo>
                  <a:lnTo>
                    <a:pt x="3320" y="3880"/>
                  </a:lnTo>
                  <a:lnTo>
                    <a:pt x="3284" y="3835"/>
                  </a:lnTo>
                  <a:lnTo>
                    <a:pt x="3255" y="3783"/>
                  </a:lnTo>
                  <a:lnTo>
                    <a:pt x="3231" y="3730"/>
                  </a:lnTo>
                  <a:lnTo>
                    <a:pt x="3211" y="3672"/>
                  </a:lnTo>
                  <a:lnTo>
                    <a:pt x="3197" y="3615"/>
                  </a:lnTo>
                  <a:lnTo>
                    <a:pt x="3187" y="3555"/>
                  </a:lnTo>
                  <a:lnTo>
                    <a:pt x="3181" y="3496"/>
                  </a:lnTo>
                  <a:lnTo>
                    <a:pt x="3177" y="3436"/>
                  </a:lnTo>
                  <a:lnTo>
                    <a:pt x="3084" y="3496"/>
                  </a:lnTo>
                  <a:lnTo>
                    <a:pt x="2987" y="3547"/>
                  </a:lnTo>
                  <a:lnTo>
                    <a:pt x="2888" y="3591"/>
                  </a:lnTo>
                  <a:lnTo>
                    <a:pt x="2783" y="3625"/>
                  </a:lnTo>
                  <a:lnTo>
                    <a:pt x="2676" y="3650"/>
                  </a:lnTo>
                  <a:lnTo>
                    <a:pt x="2565" y="3666"/>
                  </a:lnTo>
                  <a:lnTo>
                    <a:pt x="2450" y="3670"/>
                  </a:lnTo>
                  <a:lnTo>
                    <a:pt x="2337" y="3666"/>
                  </a:lnTo>
                  <a:lnTo>
                    <a:pt x="2226" y="3650"/>
                  </a:lnTo>
                  <a:lnTo>
                    <a:pt x="2117" y="3625"/>
                  </a:lnTo>
                  <a:lnTo>
                    <a:pt x="2014" y="3591"/>
                  </a:lnTo>
                  <a:lnTo>
                    <a:pt x="1913" y="3547"/>
                  </a:lnTo>
                  <a:lnTo>
                    <a:pt x="1816" y="3496"/>
                  </a:lnTo>
                  <a:lnTo>
                    <a:pt x="1725" y="3436"/>
                  </a:lnTo>
                  <a:close/>
                  <a:moveTo>
                    <a:pt x="1836" y="190"/>
                  </a:moveTo>
                  <a:lnTo>
                    <a:pt x="1788" y="196"/>
                  </a:lnTo>
                  <a:lnTo>
                    <a:pt x="1744" y="212"/>
                  </a:lnTo>
                  <a:lnTo>
                    <a:pt x="1705" y="238"/>
                  </a:lnTo>
                  <a:lnTo>
                    <a:pt x="1671" y="269"/>
                  </a:lnTo>
                  <a:lnTo>
                    <a:pt x="1647" y="309"/>
                  </a:lnTo>
                  <a:lnTo>
                    <a:pt x="1632" y="355"/>
                  </a:lnTo>
                  <a:lnTo>
                    <a:pt x="1626" y="402"/>
                  </a:lnTo>
                  <a:lnTo>
                    <a:pt x="1620" y="432"/>
                  </a:lnTo>
                  <a:lnTo>
                    <a:pt x="1608" y="460"/>
                  </a:lnTo>
                  <a:lnTo>
                    <a:pt x="1586" y="479"/>
                  </a:lnTo>
                  <a:lnTo>
                    <a:pt x="1560" y="493"/>
                  </a:lnTo>
                  <a:lnTo>
                    <a:pt x="1528" y="497"/>
                  </a:lnTo>
                  <a:lnTo>
                    <a:pt x="1453" y="503"/>
                  </a:lnTo>
                  <a:lnTo>
                    <a:pt x="1380" y="519"/>
                  </a:lnTo>
                  <a:lnTo>
                    <a:pt x="1310" y="547"/>
                  </a:lnTo>
                  <a:lnTo>
                    <a:pt x="1247" y="583"/>
                  </a:lnTo>
                  <a:lnTo>
                    <a:pt x="1190" y="626"/>
                  </a:lnTo>
                  <a:lnTo>
                    <a:pt x="1138" y="676"/>
                  </a:lnTo>
                  <a:lnTo>
                    <a:pt x="1094" y="735"/>
                  </a:lnTo>
                  <a:lnTo>
                    <a:pt x="1059" y="799"/>
                  </a:lnTo>
                  <a:lnTo>
                    <a:pt x="1033" y="866"/>
                  </a:lnTo>
                  <a:lnTo>
                    <a:pt x="1017" y="939"/>
                  </a:lnTo>
                  <a:lnTo>
                    <a:pt x="1011" y="1017"/>
                  </a:lnTo>
                  <a:lnTo>
                    <a:pt x="1011" y="1528"/>
                  </a:lnTo>
                  <a:lnTo>
                    <a:pt x="1015" y="1611"/>
                  </a:lnTo>
                  <a:lnTo>
                    <a:pt x="1031" y="1694"/>
                  </a:lnTo>
                  <a:lnTo>
                    <a:pt x="1053" y="1772"/>
                  </a:lnTo>
                  <a:lnTo>
                    <a:pt x="1087" y="1849"/>
                  </a:lnTo>
                  <a:lnTo>
                    <a:pt x="1126" y="1920"/>
                  </a:lnTo>
                  <a:lnTo>
                    <a:pt x="1126" y="1631"/>
                  </a:lnTo>
                  <a:lnTo>
                    <a:pt x="1132" y="1556"/>
                  </a:lnTo>
                  <a:lnTo>
                    <a:pt x="1148" y="1484"/>
                  </a:lnTo>
                  <a:lnTo>
                    <a:pt x="1174" y="1417"/>
                  </a:lnTo>
                  <a:lnTo>
                    <a:pt x="1207" y="1355"/>
                  </a:lnTo>
                  <a:lnTo>
                    <a:pt x="1251" y="1298"/>
                  </a:lnTo>
                  <a:lnTo>
                    <a:pt x="1301" y="1248"/>
                  </a:lnTo>
                  <a:lnTo>
                    <a:pt x="1356" y="1207"/>
                  </a:lnTo>
                  <a:lnTo>
                    <a:pt x="1419" y="1171"/>
                  </a:lnTo>
                  <a:lnTo>
                    <a:pt x="1487" y="1145"/>
                  </a:lnTo>
                  <a:lnTo>
                    <a:pt x="1556" y="1130"/>
                  </a:lnTo>
                  <a:lnTo>
                    <a:pt x="1632" y="1126"/>
                  </a:lnTo>
                  <a:lnTo>
                    <a:pt x="3372" y="1126"/>
                  </a:lnTo>
                  <a:lnTo>
                    <a:pt x="3401" y="1130"/>
                  </a:lnTo>
                  <a:lnTo>
                    <a:pt x="3429" y="1143"/>
                  </a:lnTo>
                  <a:lnTo>
                    <a:pt x="3449" y="1163"/>
                  </a:lnTo>
                  <a:lnTo>
                    <a:pt x="3463" y="1191"/>
                  </a:lnTo>
                  <a:lnTo>
                    <a:pt x="3467" y="1221"/>
                  </a:lnTo>
                  <a:lnTo>
                    <a:pt x="3463" y="1250"/>
                  </a:lnTo>
                  <a:lnTo>
                    <a:pt x="3449" y="1278"/>
                  </a:lnTo>
                  <a:lnTo>
                    <a:pt x="3429" y="1298"/>
                  </a:lnTo>
                  <a:lnTo>
                    <a:pt x="3401" y="1312"/>
                  </a:lnTo>
                  <a:lnTo>
                    <a:pt x="3372" y="1316"/>
                  </a:lnTo>
                  <a:lnTo>
                    <a:pt x="1632" y="1316"/>
                  </a:lnTo>
                  <a:lnTo>
                    <a:pt x="1576" y="1322"/>
                  </a:lnTo>
                  <a:lnTo>
                    <a:pt x="1523" y="1336"/>
                  </a:lnTo>
                  <a:lnTo>
                    <a:pt x="1473" y="1359"/>
                  </a:lnTo>
                  <a:lnTo>
                    <a:pt x="1429" y="1391"/>
                  </a:lnTo>
                  <a:lnTo>
                    <a:pt x="1392" y="1429"/>
                  </a:lnTo>
                  <a:lnTo>
                    <a:pt x="1362" y="1472"/>
                  </a:lnTo>
                  <a:lnTo>
                    <a:pt x="1338" y="1522"/>
                  </a:lnTo>
                  <a:lnTo>
                    <a:pt x="1324" y="1573"/>
                  </a:lnTo>
                  <a:lnTo>
                    <a:pt x="1318" y="1631"/>
                  </a:lnTo>
                  <a:lnTo>
                    <a:pt x="1318" y="2243"/>
                  </a:lnTo>
                  <a:lnTo>
                    <a:pt x="1324" y="2370"/>
                  </a:lnTo>
                  <a:lnTo>
                    <a:pt x="1342" y="2493"/>
                  </a:lnTo>
                  <a:lnTo>
                    <a:pt x="1370" y="2610"/>
                  </a:lnTo>
                  <a:lnTo>
                    <a:pt x="1408" y="2725"/>
                  </a:lnTo>
                  <a:lnTo>
                    <a:pt x="1455" y="2832"/>
                  </a:lnTo>
                  <a:lnTo>
                    <a:pt x="1513" y="2933"/>
                  </a:lnTo>
                  <a:lnTo>
                    <a:pt x="1578" y="3028"/>
                  </a:lnTo>
                  <a:lnTo>
                    <a:pt x="1649" y="3117"/>
                  </a:lnTo>
                  <a:lnTo>
                    <a:pt x="1731" y="3197"/>
                  </a:lnTo>
                  <a:lnTo>
                    <a:pt x="1818" y="3268"/>
                  </a:lnTo>
                  <a:lnTo>
                    <a:pt x="1911" y="3329"/>
                  </a:lnTo>
                  <a:lnTo>
                    <a:pt x="2010" y="3381"/>
                  </a:lnTo>
                  <a:lnTo>
                    <a:pt x="2113" y="3422"/>
                  </a:lnTo>
                  <a:lnTo>
                    <a:pt x="2222" y="3454"/>
                  </a:lnTo>
                  <a:lnTo>
                    <a:pt x="2335" y="3472"/>
                  </a:lnTo>
                  <a:lnTo>
                    <a:pt x="2450" y="3478"/>
                  </a:lnTo>
                  <a:lnTo>
                    <a:pt x="2567" y="3472"/>
                  </a:lnTo>
                  <a:lnTo>
                    <a:pt x="2678" y="3454"/>
                  </a:lnTo>
                  <a:lnTo>
                    <a:pt x="2787" y="3422"/>
                  </a:lnTo>
                  <a:lnTo>
                    <a:pt x="2890" y="3381"/>
                  </a:lnTo>
                  <a:lnTo>
                    <a:pt x="2989" y="3329"/>
                  </a:lnTo>
                  <a:lnTo>
                    <a:pt x="3082" y="3268"/>
                  </a:lnTo>
                  <a:lnTo>
                    <a:pt x="3169" y="3197"/>
                  </a:lnTo>
                  <a:lnTo>
                    <a:pt x="3251" y="3117"/>
                  </a:lnTo>
                  <a:lnTo>
                    <a:pt x="3324" y="3028"/>
                  </a:lnTo>
                  <a:lnTo>
                    <a:pt x="3389" y="2933"/>
                  </a:lnTo>
                  <a:lnTo>
                    <a:pt x="3445" y="2832"/>
                  </a:lnTo>
                  <a:lnTo>
                    <a:pt x="3492" y="2725"/>
                  </a:lnTo>
                  <a:lnTo>
                    <a:pt x="3532" y="2610"/>
                  </a:lnTo>
                  <a:lnTo>
                    <a:pt x="3560" y="2493"/>
                  </a:lnTo>
                  <a:lnTo>
                    <a:pt x="3576" y="2370"/>
                  </a:lnTo>
                  <a:lnTo>
                    <a:pt x="3582" y="2243"/>
                  </a:lnTo>
                  <a:lnTo>
                    <a:pt x="3582" y="1528"/>
                  </a:lnTo>
                  <a:lnTo>
                    <a:pt x="3588" y="1498"/>
                  </a:lnTo>
                  <a:lnTo>
                    <a:pt x="3601" y="1470"/>
                  </a:lnTo>
                  <a:lnTo>
                    <a:pt x="3621" y="1451"/>
                  </a:lnTo>
                  <a:lnTo>
                    <a:pt x="3649" y="1437"/>
                  </a:lnTo>
                  <a:lnTo>
                    <a:pt x="3679" y="1433"/>
                  </a:lnTo>
                  <a:lnTo>
                    <a:pt x="3708" y="1437"/>
                  </a:lnTo>
                  <a:lnTo>
                    <a:pt x="3734" y="1451"/>
                  </a:lnTo>
                  <a:lnTo>
                    <a:pt x="3756" y="1470"/>
                  </a:lnTo>
                  <a:lnTo>
                    <a:pt x="3770" y="1498"/>
                  </a:lnTo>
                  <a:lnTo>
                    <a:pt x="3774" y="1528"/>
                  </a:lnTo>
                  <a:lnTo>
                    <a:pt x="3774" y="1920"/>
                  </a:lnTo>
                  <a:lnTo>
                    <a:pt x="3815" y="1849"/>
                  </a:lnTo>
                  <a:lnTo>
                    <a:pt x="3847" y="1772"/>
                  </a:lnTo>
                  <a:lnTo>
                    <a:pt x="3871" y="1694"/>
                  </a:lnTo>
                  <a:lnTo>
                    <a:pt x="3885" y="1611"/>
                  </a:lnTo>
                  <a:lnTo>
                    <a:pt x="3889" y="1528"/>
                  </a:lnTo>
                  <a:lnTo>
                    <a:pt x="3889" y="914"/>
                  </a:lnTo>
                  <a:lnTo>
                    <a:pt x="3883" y="822"/>
                  </a:lnTo>
                  <a:lnTo>
                    <a:pt x="3867" y="735"/>
                  </a:lnTo>
                  <a:lnTo>
                    <a:pt x="3841" y="652"/>
                  </a:lnTo>
                  <a:lnTo>
                    <a:pt x="3806" y="575"/>
                  </a:lnTo>
                  <a:lnTo>
                    <a:pt x="3760" y="501"/>
                  </a:lnTo>
                  <a:lnTo>
                    <a:pt x="3706" y="434"/>
                  </a:lnTo>
                  <a:lnTo>
                    <a:pt x="3647" y="374"/>
                  </a:lnTo>
                  <a:lnTo>
                    <a:pt x="3580" y="321"/>
                  </a:lnTo>
                  <a:lnTo>
                    <a:pt x="3506" y="275"/>
                  </a:lnTo>
                  <a:lnTo>
                    <a:pt x="3427" y="240"/>
                  </a:lnTo>
                  <a:lnTo>
                    <a:pt x="3344" y="214"/>
                  </a:lnTo>
                  <a:lnTo>
                    <a:pt x="3257" y="196"/>
                  </a:lnTo>
                  <a:lnTo>
                    <a:pt x="3167" y="190"/>
                  </a:lnTo>
                  <a:lnTo>
                    <a:pt x="1836" y="190"/>
                  </a:lnTo>
                  <a:close/>
                  <a:moveTo>
                    <a:pt x="1836" y="0"/>
                  </a:moveTo>
                  <a:lnTo>
                    <a:pt x="3167" y="0"/>
                  </a:lnTo>
                  <a:lnTo>
                    <a:pt x="3272" y="6"/>
                  </a:lnTo>
                  <a:lnTo>
                    <a:pt x="3376" y="24"/>
                  </a:lnTo>
                  <a:lnTo>
                    <a:pt x="3475" y="53"/>
                  </a:lnTo>
                  <a:lnTo>
                    <a:pt x="3568" y="93"/>
                  </a:lnTo>
                  <a:lnTo>
                    <a:pt x="3657" y="143"/>
                  </a:lnTo>
                  <a:lnTo>
                    <a:pt x="3738" y="200"/>
                  </a:lnTo>
                  <a:lnTo>
                    <a:pt x="3814" y="267"/>
                  </a:lnTo>
                  <a:lnTo>
                    <a:pt x="3881" y="343"/>
                  </a:lnTo>
                  <a:lnTo>
                    <a:pt x="3938" y="424"/>
                  </a:lnTo>
                  <a:lnTo>
                    <a:pt x="3988" y="511"/>
                  </a:lnTo>
                  <a:lnTo>
                    <a:pt x="4028" y="606"/>
                  </a:lnTo>
                  <a:lnTo>
                    <a:pt x="4057" y="703"/>
                  </a:lnTo>
                  <a:lnTo>
                    <a:pt x="4075" y="806"/>
                  </a:lnTo>
                  <a:lnTo>
                    <a:pt x="4081" y="914"/>
                  </a:lnTo>
                  <a:lnTo>
                    <a:pt x="4081" y="1528"/>
                  </a:lnTo>
                  <a:lnTo>
                    <a:pt x="4077" y="1625"/>
                  </a:lnTo>
                  <a:lnTo>
                    <a:pt x="4061" y="1722"/>
                  </a:lnTo>
                  <a:lnTo>
                    <a:pt x="4035" y="1813"/>
                  </a:lnTo>
                  <a:lnTo>
                    <a:pt x="4002" y="1902"/>
                  </a:lnTo>
                  <a:lnTo>
                    <a:pt x="3958" y="1988"/>
                  </a:lnTo>
                  <a:lnTo>
                    <a:pt x="3905" y="2069"/>
                  </a:lnTo>
                  <a:lnTo>
                    <a:pt x="3843" y="2142"/>
                  </a:lnTo>
                  <a:lnTo>
                    <a:pt x="3774" y="2212"/>
                  </a:lnTo>
                  <a:lnTo>
                    <a:pt x="3774" y="2243"/>
                  </a:lnTo>
                  <a:lnTo>
                    <a:pt x="3768" y="2378"/>
                  </a:lnTo>
                  <a:lnTo>
                    <a:pt x="3752" y="2507"/>
                  </a:lnTo>
                  <a:lnTo>
                    <a:pt x="3724" y="2634"/>
                  </a:lnTo>
                  <a:lnTo>
                    <a:pt x="3687" y="2755"/>
                  </a:lnTo>
                  <a:lnTo>
                    <a:pt x="3639" y="2871"/>
                  </a:lnTo>
                  <a:lnTo>
                    <a:pt x="3584" y="2982"/>
                  </a:lnTo>
                  <a:lnTo>
                    <a:pt x="3518" y="3086"/>
                  </a:lnTo>
                  <a:lnTo>
                    <a:pt x="3445" y="3185"/>
                  </a:lnTo>
                  <a:lnTo>
                    <a:pt x="3366" y="3274"/>
                  </a:lnTo>
                  <a:lnTo>
                    <a:pt x="3366" y="3341"/>
                  </a:lnTo>
                  <a:lnTo>
                    <a:pt x="3368" y="3407"/>
                  </a:lnTo>
                  <a:lnTo>
                    <a:pt x="3372" y="3468"/>
                  </a:lnTo>
                  <a:lnTo>
                    <a:pt x="3378" y="3529"/>
                  </a:lnTo>
                  <a:lnTo>
                    <a:pt x="3387" y="3585"/>
                  </a:lnTo>
                  <a:lnTo>
                    <a:pt x="3401" y="3636"/>
                  </a:lnTo>
                  <a:lnTo>
                    <a:pt x="3419" y="3684"/>
                  </a:lnTo>
                  <a:lnTo>
                    <a:pt x="3443" y="3726"/>
                  </a:lnTo>
                  <a:lnTo>
                    <a:pt x="3471" y="3761"/>
                  </a:lnTo>
                  <a:lnTo>
                    <a:pt x="3506" y="3789"/>
                  </a:lnTo>
                  <a:lnTo>
                    <a:pt x="4305" y="3910"/>
                  </a:lnTo>
                  <a:lnTo>
                    <a:pt x="4317" y="3912"/>
                  </a:lnTo>
                  <a:lnTo>
                    <a:pt x="4402" y="3942"/>
                  </a:lnTo>
                  <a:lnTo>
                    <a:pt x="4483" y="3981"/>
                  </a:lnTo>
                  <a:lnTo>
                    <a:pt x="4559" y="4029"/>
                  </a:lnTo>
                  <a:lnTo>
                    <a:pt x="4628" y="4086"/>
                  </a:lnTo>
                  <a:lnTo>
                    <a:pt x="4691" y="4152"/>
                  </a:lnTo>
                  <a:lnTo>
                    <a:pt x="4749" y="4227"/>
                  </a:lnTo>
                  <a:lnTo>
                    <a:pt x="4795" y="4300"/>
                  </a:lnTo>
                  <a:lnTo>
                    <a:pt x="4832" y="4378"/>
                  </a:lnTo>
                  <a:lnTo>
                    <a:pt x="4862" y="4459"/>
                  </a:lnTo>
                  <a:lnTo>
                    <a:pt x="4882" y="4542"/>
                  </a:lnTo>
                  <a:lnTo>
                    <a:pt x="4896" y="4627"/>
                  </a:lnTo>
                  <a:lnTo>
                    <a:pt x="4900" y="4713"/>
                  </a:lnTo>
                  <a:lnTo>
                    <a:pt x="4900" y="5109"/>
                  </a:lnTo>
                  <a:lnTo>
                    <a:pt x="4896" y="5162"/>
                  </a:lnTo>
                  <a:lnTo>
                    <a:pt x="4880" y="5214"/>
                  </a:lnTo>
                  <a:lnTo>
                    <a:pt x="4856" y="5262"/>
                  </a:lnTo>
                  <a:lnTo>
                    <a:pt x="4822" y="5303"/>
                  </a:lnTo>
                  <a:lnTo>
                    <a:pt x="4783" y="5339"/>
                  </a:lnTo>
                  <a:lnTo>
                    <a:pt x="4737" y="5369"/>
                  </a:lnTo>
                  <a:lnTo>
                    <a:pt x="4686" y="5390"/>
                  </a:lnTo>
                  <a:lnTo>
                    <a:pt x="4630" y="5404"/>
                  </a:lnTo>
                  <a:lnTo>
                    <a:pt x="4571" y="5410"/>
                  </a:lnTo>
                  <a:lnTo>
                    <a:pt x="329" y="5410"/>
                  </a:lnTo>
                  <a:lnTo>
                    <a:pt x="270" y="5404"/>
                  </a:lnTo>
                  <a:lnTo>
                    <a:pt x="215" y="5390"/>
                  </a:lnTo>
                  <a:lnTo>
                    <a:pt x="163" y="5369"/>
                  </a:lnTo>
                  <a:lnTo>
                    <a:pt x="117" y="5339"/>
                  </a:lnTo>
                  <a:lnTo>
                    <a:pt x="78" y="5303"/>
                  </a:lnTo>
                  <a:lnTo>
                    <a:pt x="46" y="5262"/>
                  </a:lnTo>
                  <a:lnTo>
                    <a:pt x="20" y="5214"/>
                  </a:lnTo>
                  <a:lnTo>
                    <a:pt x="6" y="5162"/>
                  </a:lnTo>
                  <a:lnTo>
                    <a:pt x="0" y="5109"/>
                  </a:lnTo>
                  <a:lnTo>
                    <a:pt x="0" y="4713"/>
                  </a:lnTo>
                  <a:lnTo>
                    <a:pt x="4" y="4627"/>
                  </a:lnTo>
                  <a:lnTo>
                    <a:pt x="18" y="4542"/>
                  </a:lnTo>
                  <a:lnTo>
                    <a:pt x="40" y="4459"/>
                  </a:lnTo>
                  <a:lnTo>
                    <a:pt x="70" y="4378"/>
                  </a:lnTo>
                  <a:lnTo>
                    <a:pt x="108" y="4300"/>
                  </a:lnTo>
                  <a:lnTo>
                    <a:pt x="153" y="4227"/>
                  </a:lnTo>
                  <a:lnTo>
                    <a:pt x="209" y="4152"/>
                  </a:lnTo>
                  <a:lnTo>
                    <a:pt x="272" y="4086"/>
                  </a:lnTo>
                  <a:lnTo>
                    <a:pt x="343" y="4029"/>
                  </a:lnTo>
                  <a:lnTo>
                    <a:pt x="419" y="3981"/>
                  </a:lnTo>
                  <a:lnTo>
                    <a:pt x="498" y="3942"/>
                  </a:lnTo>
                  <a:lnTo>
                    <a:pt x="585" y="3912"/>
                  </a:lnTo>
                  <a:lnTo>
                    <a:pt x="595" y="3910"/>
                  </a:lnTo>
                  <a:lnTo>
                    <a:pt x="1394" y="3789"/>
                  </a:lnTo>
                  <a:lnTo>
                    <a:pt x="1429" y="3761"/>
                  </a:lnTo>
                  <a:lnTo>
                    <a:pt x="1459" y="3726"/>
                  </a:lnTo>
                  <a:lnTo>
                    <a:pt x="1481" y="3684"/>
                  </a:lnTo>
                  <a:lnTo>
                    <a:pt x="1501" y="3636"/>
                  </a:lnTo>
                  <a:lnTo>
                    <a:pt x="1513" y="3585"/>
                  </a:lnTo>
                  <a:lnTo>
                    <a:pt x="1523" y="3529"/>
                  </a:lnTo>
                  <a:lnTo>
                    <a:pt x="1530" y="3468"/>
                  </a:lnTo>
                  <a:lnTo>
                    <a:pt x="1532" y="3407"/>
                  </a:lnTo>
                  <a:lnTo>
                    <a:pt x="1534" y="3341"/>
                  </a:lnTo>
                  <a:lnTo>
                    <a:pt x="1536" y="3274"/>
                  </a:lnTo>
                  <a:lnTo>
                    <a:pt x="1455" y="3185"/>
                  </a:lnTo>
                  <a:lnTo>
                    <a:pt x="1382" y="3086"/>
                  </a:lnTo>
                  <a:lnTo>
                    <a:pt x="1318" y="2982"/>
                  </a:lnTo>
                  <a:lnTo>
                    <a:pt x="1261" y="2871"/>
                  </a:lnTo>
                  <a:lnTo>
                    <a:pt x="1213" y="2755"/>
                  </a:lnTo>
                  <a:lnTo>
                    <a:pt x="1176" y="2634"/>
                  </a:lnTo>
                  <a:lnTo>
                    <a:pt x="1150" y="2507"/>
                  </a:lnTo>
                  <a:lnTo>
                    <a:pt x="1132" y="2378"/>
                  </a:lnTo>
                  <a:lnTo>
                    <a:pt x="1126" y="2243"/>
                  </a:lnTo>
                  <a:lnTo>
                    <a:pt x="1126" y="2212"/>
                  </a:lnTo>
                  <a:lnTo>
                    <a:pt x="1057" y="2142"/>
                  </a:lnTo>
                  <a:lnTo>
                    <a:pt x="995" y="2069"/>
                  </a:lnTo>
                  <a:lnTo>
                    <a:pt x="944" y="1988"/>
                  </a:lnTo>
                  <a:lnTo>
                    <a:pt x="900" y="1902"/>
                  </a:lnTo>
                  <a:lnTo>
                    <a:pt x="865" y="1813"/>
                  </a:lnTo>
                  <a:lnTo>
                    <a:pt x="841" y="1722"/>
                  </a:lnTo>
                  <a:lnTo>
                    <a:pt x="825" y="1625"/>
                  </a:lnTo>
                  <a:lnTo>
                    <a:pt x="819" y="1528"/>
                  </a:lnTo>
                  <a:lnTo>
                    <a:pt x="819" y="1017"/>
                  </a:lnTo>
                  <a:lnTo>
                    <a:pt x="825" y="927"/>
                  </a:lnTo>
                  <a:lnTo>
                    <a:pt x="841" y="840"/>
                  </a:lnTo>
                  <a:lnTo>
                    <a:pt x="867" y="759"/>
                  </a:lnTo>
                  <a:lnTo>
                    <a:pt x="902" y="682"/>
                  </a:lnTo>
                  <a:lnTo>
                    <a:pt x="948" y="610"/>
                  </a:lnTo>
                  <a:lnTo>
                    <a:pt x="999" y="543"/>
                  </a:lnTo>
                  <a:lnTo>
                    <a:pt x="1059" y="483"/>
                  </a:lnTo>
                  <a:lnTo>
                    <a:pt x="1126" y="432"/>
                  </a:lnTo>
                  <a:lnTo>
                    <a:pt x="1198" y="388"/>
                  </a:lnTo>
                  <a:lnTo>
                    <a:pt x="1275" y="353"/>
                  </a:lnTo>
                  <a:lnTo>
                    <a:pt x="1358" y="327"/>
                  </a:lnTo>
                  <a:lnTo>
                    <a:pt x="1443" y="311"/>
                  </a:lnTo>
                  <a:lnTo>
                    <a:pt x="1465" y="248"/>
                  </a:lnTo>
                  <a:lnTo>
                    <a:pt x="1495" y="188"/>
                  </a:lnTo>
                  <a:lnTo>
                    <a:pt x="1536" y="135"/>
                  </a:lnTo>
                  <a:lnTo>
                    <a:pt x="1584" y="89"/>
                  </a:lnTo>
                  <a:lnTo>
                    <a:pt x="1639" y="51"/>
                  </a:lnTo>
                  <a:lnTo>
                    <a:pt x="1701" y="24"/>
                  </a:lnTo>
                  <a:lnTo>
                    <a:pt x="1766" y="6"/>
                  </a:lnTo>
                  <a:lnTo>
                    <a:pt x="183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8" name="Freeform 284">
              <a:extLst>
                <a:ext uri="{FF2B5EF4-FFF2-40B4-BE49-F238E27FC236}">
                  <a16:creationId xmlns:a16="http://schemas.microsoft.com/office/drawing/2014/main" id="{D37140A9-4815-4827-AB2B-FC5568698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" y="1436"/>
              <a:ext cx="1017" cy="1784"/>
            </a:xfrm>
            <a:custGeom>
              <a:avLst/>
              <a:gdLst>
                <a:gd name="T0" fmla="*/ 1381 w 2033"/>
                <a:gd name="T1" fmla="*/ 20 h 3570"/>
                <a:gd name="T2" fmla="*/ 1415 w 2033"/>
                <a:gd name="T3" fmla="*/ 127 h 3570"/>
                <a:gd name="T4" fmla="*/ 1324 w 2033"/>
                <a:gd name="T5" fmla="*/ 193 h 3570"/>
                <a:gd name="T6" fmla="*/ 1120 w 2033"/>
                <a:gd name="T7" fmla="*/ 234 h 3570"/>
                <a:gd name="T8" fmla="*/ 1082 w 2033"/>
                <a:gd name="T9" fmla="*/ 353 h 3570"/>
                <a:gd name="T10" fmla="*/ 943 w 2033"/>
                <a:gd name="T11" fmla="*/ 399 h 3570"/>
                <a:gd name="T12" fmla="*/ 755 w 2033"/>
                <a:gd name="T13" fmla="*/ 526 h 3570"/>
                <a:gd name="T14" fmla="*/ 704 w 2033"/>
                <a:gd name="T15" fmla="*/ 1025 h 3570"/>
                <a:gd name="T16" fmla="*/ 721 w 2033"/>
                <a:gd name="T17" fmla="*/ 1013 h 3570"/>
                <a:gd name="T18" fmla="*/ 844 w 2033"/>
                <a:gd name="T19" fmla="*/ 803 h 3570"/>
                <a:gd name="T20" fmla="*/ 1078 w 2033"/>
                <a:gd name="T21" fmla="*/ 718 h 3570"/>
                <a:gd name="T22" fmla="*/ 1401 w 2033"/>
                <a:gd name="T23" fmla="*/ 757 h 3570"/>
                <a:gd name="T24" fmla="*/ 1401 w 2033"/>
                <a:gd name="T25" fmla="*/ 870 h 3570"/>
                <a:gd name="T26" fmla="*/ 1078 w 2033"/>
                <a:gd name="T27" fmla="*/ 910 h 3570"/>
                <a:gd name="T28" fmla="*/ 931 w 2033"/>
                <a:gd name="T29" fmla="*/ 993 h 3570"/>
                <a:gd name="T30" fmla="*/ 914 w 2033"/>
                <a:gd name="T31" fmla="*/ 1584 h 3570"/>
                <a:gd name="T32" fmla="*/ 1035 w 2033"/>
                <a:gd name="T33" fmla="*/ 1925 h 3570"/>
                <a:gd name="T34" fmla="*/ 1278 w 2033"/>
                <a:gd name="T35" fmla="*/ 2163 h 3570"/>
                <a:gd name="T36" fmla="*/ 1607 w 2033"/>
                <a:gd name="T37" fmla="*/ 2252 h 3570"/>
                <a:gd name="T38" fmla="*/ 1895 w 2033"/>
                <a:gd name="T39" fmla="*/ 2184 h 3570"/>
                <a:gd name="T40" fmla="*/ 2006 w 2033"/>
                <a:gd name="T41" fmla="*/ 2202 h 3570"/>
                <a:gd name="T42" fmla="*/ 2023 w 2033"/>
                <a:gd name="T43" fmla="*/ 2315 h 3570"/>
                <a:gd name="T44" fmla="*/ 1799 w 2033"/>
                <a:gd name="T45" fmla="*/ 2422 h 3570"/>
                <a:gd name="T46" fmla="*/ 1425 w 2033"/>
                <a:gd name="T47" fmla="*/ 2424 h 3570"/>
                <a:gd name="T48" fmla="*/ 1171 w 2033"/>
                <a:gd name="T49" fmla="*/ 2369 h 3570"/>
                <a:gd name="T50" fmla="*/ 1108 w 2033"/>
                <a:gd name="T51" fmla="*/ 2535 h 3570"/>
                <a:gd name="T52" fmla="*/ 1005 w 2033"/>
                <a:gd name="T53" fmla="*/ 2630 h 3570"/>
                <a:gd name="T54" fmla="*/ 991 w 2033"/>
                <a:gd name="T55" fmla="*/ 2638 h 3570"/>
                <a:gd name="T56" fmla="*/ 448 w 2033"/>
                <a:gd name="T57" fmla="*/ 2721 h 3570"/>
                <a:gd name="T58" fmla="*/ 272 w 2033"/>
                <a:gd name="T59" fmla="*/ 2846 h 3570"/>
                <a:gd name="T60" fmla="*/ 194 w 2033"/>
                <a:gd name="T61" fmla="*/ 3037 h 3570"/>
                <a:gd name="T62" fmla="*/ 208 w 2033"/>
                <a:gd name="T63" fmla="*/ 3367 h 3570"/>
                <a:gd name="T64" fmla="*/ 638 w 2033"/>
                <a:gd name="T65" fmla="*/ 3383 h 3570"/>
                <a:gd name="T66" fmla="*/ 704 w 2033"/>
                <a:gd name="T67" fmla="*/ 3474 h 3570"/>
                <a:gd name="T68" fmla="*/ 638 w 2033"/>
                <a:gd name="T69" fmla="*/ 3566 h 3570"/>
                <a:gd name="T70" fmla="*/ 151 w 2033"/>
                <a:gd name="T71" fmla="*/ 3552 h 3570"/>
                <a:gd name="T72" fmla="*/ 20 w 2033"/>
                <a:gd name="T73" fmla="*/ 3431 h 3570"/>
                <a:gd name="T74" fmla="*/ 4 w 2033"/>
                <a:gd name="T75" fmla="*/ 3025 h 3570"/>
                <a:gd name="T76" fmla="*/ 85 w 2033"/>
                <a:gd name="T77" fmla="*/ 2785 h 3570"/>
                <a:gd name="T78" fmla="*/ 272 w 2033"/>
                <a:gd name="T79" fmla="*/ 2593 h 3570"/>
                <a:gd name="T80" fmla="*/ 922 w 2033"/>
                <a:gd name="T81" fmla="*/ 2456 h 3570"/>
                <a:gd name="T82" fmla="*/ 983 w 2033"/>
                <a:gd name="T83" fmla="*/ 2325 h 3570"/>
                <a:gd name="T84" fmla="*/ 931 w 2033"/>
                <a:gd name="T85" fmla="*/ 2111 h 3570"/>
                <a:gd name="T86" fmla="*/ 759 w 2033"/>
                <a:gd name="T87" fmla="*/ 1780 h 3570"/>
                <a:gd name="T88" fmla="*/ 715 w 2033"/>
                <a:gd name="T89" fmla="*/ 1487 h 3570"/>
                <a:gd name="T90" fmla="*/ 551 w 2033"/>
                <a:gd name="T91" fmla="*/ 1243 h 3570"/>
                <a:gd name="T92" fmla="*/ 511 w 2033"/>
                <a:gd name="T93" fmla="*/ 692 h 3570"/>
                <a:gd name="T94" fmla="*/ 589 w 2033"/>
                <a:gd name="T95" fmla="*/ 429 h 3570"/>
                <a:gd name="T96" fmla="*/ 791 w 2033"/>
                <a:gd name="T97" fmla="*/ 248 h 3570"/>
                <a:gd name="T98" fmla="*/ 971 w 2033"/>
                <a:gd name="T99" fmla="*/ 113 h 3570"/>
                <a:gd name="T100" fmla="*/ 1149 w 2033"/>
                <a:gd name="T101" fmla="*/ 6 h 3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033" h="3570">
                  <a:moveTo>
                    <a:pt x="1203" y="0"/>
                  </a:moveTo>
                  <a:lnTo>
                    <a:pt x="1324" y="0"/>
                  </a:lnTo>
                  <a:lnTo>
                    <a:pt x="1354" y="6"/>
                  </a:lnTo>
                  <a:lnTo>
                    <a:pt x="1381" y="20"/>
                  </a:lnTo>
                  <a:lnTo>
                    <a:pt x="1401" y="40"/>
                  </a:lnTo>
                  <a:lnTo>
                    <a:pt x="1415" y="68"/>
                  </a:lnTo>
                  <a:lnTo>
                    <a:pt x="1419" y="98"/>
                  </a:lnTo>
                  <a:lnTo>
                    <a:pt x="1415" y="127"/>
                  </a:lnTo>
                  <a:lnTo>
                    <a:pt x="1401" y="153"/>
                  </a:lnTo>
                  <a:lnTo>
                    <a:pt x="1381" y="175"/>
                  </a:lnTo>
                  <a:lnTo>
                    <a:pt x="1354" y="189"/>
                  </a:lnTo>
                  <a:lnTo>
                    <a:pt x="1324" y="193"/>
                  </a:lnTo>
                  <a:lnTo>
                    <a:pt x="1203" y="193"/>
                  </a:lnTo>
                  <a:lnTo>
                    <a:pt x="1171" y="199"/>
                  </a:lnTo>
                  <a:lnTo>
                    <a:pt x="1144" y="213"/>
                  </a:lnTo>
                  <a:lnTo>
                    <a:pt x="1120" y="234"/>
                  </a:lnTo>
                  <a:lnTo>
                    <a:pt x="1106" y="264"/>
                  </a:lnTo>
                  <a:lnTo>
                    <a:pt x="1100" y="296"/>
                  </a:lnTo>
                  <a:lnTo>
                    <a:pt x="1096" y="325"/>
                  </a:lnTo>
                  <a:lnTo>
                    <a:pt x="1082" y="353"/>
                  </a:lnTo>
                  <a:lnTo>
                    <a:pt x="1062" y="373"/>
                  </a:lnTo>
                  <a:lnTo>
                    <a:pt x="1035" y="387"/>
                  </a:lnTo>
                  <a:lnTo>
                    <a:pt x="1005" y="391"/>
                  </a:lnTo>
                  <a:lnTo>
                    <a:pt x="943" y="399"/>
                  </a:lnTo>
                  <a:lnTo>
                    <a:pt x="888" y="415"/>
                  </a:lnTo>
                  <a:lnTo>
                    <a:pt x="836" y="442"/>
                  </a:lnTo>
                  <a:lnTo>
                    <a:pt x="793" y="480"/>
                  </a:lnTo>
                  <a:lnTo>
                    <a:pt x="755" y="526"/>
                  </a:lnTo>
                  <a:lnTo>
                    <a:pt x="727" y="575"/>
                  </a:lnTo>
                  <a:lnTo>
                    <a:pt x="709" y="633"/>
                  </a:lnTo>
                  <a:lnTo>
                    <a:pt x="704" y="692"/>
                  </a:lnTo>
                  <a:lnTo>
                    <a:pt x="704" y="1025"/>
                  </a:lnTo>
                  <a:lnTo>
                    <a:pt x="708" y="1077"/>
                  </a:lnTo>
                  <a:lnTo>
                    <a:pt x="715" y="1128"/>
                  </a:lnTo>
                  <a:lnTo>
                    <a:pt x="715" y="1079"/>
                  </a:lnTo>
                  <a:lnTo>
                    <a:pt x="721" y="1013"/>
                  </a:lnTo>
                  <a:lnTo>
                    <a:pt x="739" y="952"/>
                  </a:lnTo>
                  <a:lnTo>
                    <a:pt x="765" y="896"/>
                  </a:lnTo>
                  <a:lnTo>
                    <a:pt x="801" y="847"/>
                  </a:lnTo>
                  <a:lnTo>
                    <a:pt x="844" y="803"/>
                  </a:lnTo>
                  <a:lnTo>
                    <a:pt x="896" y="767"/>
                  </a:lnTo>
                  <a:lnTo>
                    <a:pt x="951" y="740"/>
                  </a:lnTo>
                  <a:lnTo>
                    <a:pt x="1013" y="724"/>
                  </a:lnTo>
                  <a:lnTo>
                    <a:pt x="1078" y="718"/>
                  </a:lnTo>
                  <a:lnTo>
                    <a:pt x="1324" y="718"/>
                  </a:lnTo>
                  <a:lnTo>
                    <a:pt x="1354" y="722"/>
                  </a:lnTo>
                  <a:lnTo>
                    <a:pt x="1381" y="736"/>
                  </a:lnTo>
                  <a:lnTo>
                    <a:pt x="1401" y="757"/>
                  </a:lnTo>
                  <a:lnTo>
                    <a:pt x="1415" y="783"/>
                  </a:lnTo>
                  <a:lnTo>
                    <a:pt x="1419" y="813"/>
                  </a:lnTo>
                  <a:lnTo>
                    <a:pt x="1415" y="845"/>
                  </a:lnTo>
                  <a:lnTo>
                    <a:pt x="1401" y="870"/>
                  </a:lnTo>
                  <a:lnTo>
                    <a:pt x="1381" y="890"/>
                  </a:lnTo>
                  <a:lnTo>
                    <a:pt x="1354" y="904"/>
                  </a:lnTo>
                  <a:lnTo>
                    <a:pt x="1324" y="910"/>
                  </a:lnTo>
                  <a:lnTo>
                    <a:pt x="1078" y="910"/>
                  </a:lnTo>
                  <a:lnTo>
                    <a:pt x="1033" y="916"/>
                  </a:lnTo>
                  <a:lnTo>
                    <a:pt x="993" y="932"/>
                  </a:lnTo>
                  <a:lnTo>
                    <a:pt x="957" y="960"/>
                  </a:lnTo>
                  <a:lnTo>
                    <a:pt x="931" y="993"/>
                  </a:lnTo>
                  <a:lnTo>
                    <a:pt x="914" y="1033"/>
                  </a:lnTo>
                  <a:lnTo>
                    <a:pt x="908" y="1079"/>
                  </a:lnTo>
                  <a:lnTo>
                    <a:pt x="908" y="1487"/>
                  </a:lnTo>
                  <a:lnTo>
                    <a:pt x="914" y="1584"/>
                  </a:lnTo>
                  <a:lnTo>
                    <a:pt x="929" y="1675"/>
                  </a:lnTo>
                  <a:lnTo>
                    <a:pt x="955" y="1764"/>
                  </a:lnTo>
                  <a:lnTo>
                    <a:pt x="991" y="1847"/>
                  </a:lnTo>
                  <a:lnTo>
                    <a:pt x="1035" y="1925"/>
                  </a:lnTo>
                  <a:lnTo>
                    <a:pt x="1084" y="1996"/>
                  </a:lnTo>
                  <a:lnTo>
                    <a:pt x="1144" y="2060"/>
                  </a:lnTo>
                  <a:lnTo>
                    <a:pt x="1209" y="2115"/>
                  </a:lnTo>
                  <a:lnTo>
                    <a:pt x="1278" y="2163"/>
                  </a:lnTo>
                  <a:lnTo>
                    <a:pt x="1356" y="2200"/>
                  </a:lnTo>
                  <a:lnTo>
                    <a:pt x="1435" y="2230"/>
                  </a:lnTo>
                  <a:lnTo>
                    <a:pt x="1520" y="2246"/>
                  </a:lnTo>
                  <a:lnTo>
                    <a:pt x="1607" y="2252"/>
                  </a:lnTo>
                  <a:lnTo>
                    <a:pt x="1683" y="2248"/>
                  </a:lnTo>
                  <a:lnTo>
                    <a:pt x="1754" y="2236"/>
                  </a:lnTo>
                  <a:lnTo>
                    <a:pt x="1825" y="2214"/>
                  </a:lnTo>
                  <a:lnTo>
                    <a:pt x="1895" y="2184"/>
                  </a:lnTo>
                  <a:lnTo>
                    <a:pt x="1924" y="2174"/>
                  </a:lnTo>
                  <a:lnTo>
                    <a:pt x="1954" y="2176"/>
                  </a:lnTo>
                  <a:lnTo>
                    <a:pt x="1982" y="2184"/>
                  </a:lnTo>
                  <a:lnTo>
                    <a:pt x="2006" y="2202"/>
                  </a:lnTo>
                  <a:lnTo>
                    <a:pt x="2023" y="2228"/>
                  </a:lnTo>
                  <a:lnTo>
                    <a:pt x="2033" y="2258"/>
                  </a:lnTo>
                  <a:lnTo>
                    <a:pt x="2033" y="2287"/>
                  </a:lnTo>
                  <a:lnTo>
                    <a:pt x="2023" y="2315"/>
                  </a:lnTo>
                  <a:lnTo>
                    <a:pt x="2006" y="2339"/>
                  </a:lnTo>
                  <a:lnTo>
                    <a:pt x="1980" y="2357"/>
                  </a:lnTo>
                  <a:lnTo>
                    <a:pt x="1891" y="2394"/>
                  </a:lnTo>
                  <a:lnTo>
                    <a:pt x="1799" y="2422"/>
                  </a:lnTo>
                  <a:lnTo>
                    <a:pt x="1704" y="2438"/>
                  </a:lnTo>
                  <a:lnTo>
                    <a:pt x="1607" y="2444"/>
                  </a:lnTo>
                  <a:lnTo>
                    <a:pt x="1514" y="2440"/>
                  </a:lnTo>
                  <a:lnTo>
                    <a:pt x="1425" y="2424"/>
                  </a:lnTo>
                  <a:lnTo>
                    <a:pt x="1340" y="2400"/>
                  </a:lnTo>
                  <a:lnTo>
                    <a:pt x="1256" y="2367"/>
                  </a:lnTo>
                  <a:lnTo>
                    <a:pt x="1177" y="2325"/>
                  </a:lnTo>
                  <a:lnTo>
                    <a:pt x="1171" y="2369"/>
                  </a:lnTo>
                  <a:lnTo>
                    <a:pt x="1161" y="2412"/>
                  </a:lnTo>
                  <a:lnTo>
                    <a:pt x="1147" y="2456"/>
                  </a:lnTo>
                  <a:lnTo>
                    <a:pt x="1132" y="2497"/>
                  </a:lnTo>
                  <a:lnTo>
                    <a:pt x="1108" y="2535"/>
                  </a:lnTo>
                  <a:lnTo>
                    <a:pt x="1082" y="2571"/>
                  </a:lnTo>
                  <a:lnTo>
                    <a:pt x="1048" y="2603"/>
                  </a:lnTo>
                  <a:lnTo>
                    <a:pt x="1007" y="2628"/>
                  </a:lnTo>
                  <a:lnTo>
                    <a:pt x="1005" y="2630"/>
                  </a:lnTo>
                  <a:lnTo>
                    <a:pt x="1003" y="2632"/>
                  </a:lnTo>
                  <a:lnTo>
                    <a:pt x="1001" y="2632"/>
                  </a:lnTo>
                  <a:lnTo>
                    <a:pt x="993" y="2636"/>
                  </a:lnTo>
                  <a:lnTo>
                    <a:pt x="991" y="2638"/>
                  </a:lnTo>
                  <a:lnTo>
                    <a:pt x="981" y="2640"/>
                  </a:lnTo>
                  <a:lnTo>
                    <a:pt x="977" y="2642"/>
                  </a:lnTo>
                  <a:lnTo>
                    <a:pt x="971" y="2642"/>
                  </a:lnTo>
                  <a:lnTo>
                    <a:pt x="448" y="2721"/>
                  </a:lnTo>
                  <a:lnTo>
                    <a:pt x="396" y="2741"/>
                  </a:lnTo>
                  <a:lnTo>
                    <a:pt x="349" y="2771"/>
                  </a:lnTo>
                  <a:lnTo>
                    <a:pt x="307" y="2807"/>
                  </a:lnTo>
                  <a:lnTo>
                    <a:pt x="272" y="2846"/>
                  </a:lnTo>
                  <a:lnTo>
                    <a:pt x="244" y="2892"/>
                  </a:lnTo>
                  <a:lnTo>
                    <a:pt x="222" y="2939"/>
                  </a:lnTo>
                  <a:lnTo>
                    <a:pt x="204" y="2987"/>
                  </a:lnTo>
                  <a:lnTo>
                    <a:pt x="194" y="3037"/>
                  </a:lnTo>
                  <a:lnTo>
                    <a:pt x="192" y="3086"/>
                  </a:lnTo>
                  <a:lnTo>
                    <a:pt x="192" y="3342"/>
                  </a:lnTo>
                  <a:lnTo>
                    <a:pt x="196" y="3356"/>
                  </a:lnTo>
                  <a:lnTo>
                    <a:pt x="208" y="3367"/>
                  </a:lnTo>
                  <a:lnTo>
                    <a:pt x="224" y="3375"/>
                  </a:lnTo>
                  <a:lnTo>
                    <a:pt x="246" y="3377"/>
                  </a:lnTo>
                  <a:lnTo>
                    <a:pt x="608" y="3377"/>
                  </a:lnTo>
                  <a:lnTo>
                    <a:pt x="638" y="3383"/>
                  </a:lnTo>
                  <a:lnTo>
                    <a:pt x="664" y="3397"/>
                  </a:lnTo>
                  <a:lnTo>
                    <a:pt x="686" y="3417"/>
                  </a:lnTo>
                  <a:lnTo>
                    <a:pt x="700" y="3445"/>
                  </a:lnTo>
                  <a:lnTo>
                    <a:pt x="704" y="3474"/>
                  </a:lnTo>
                  <a:lnTo>
                    <a:pt x="700" y="3504"/>
                  </a:lnTo>
                  <a:lnTo>
                    <a:pt x="686" y="3530"/>
                  </a:lnTo>
                  <a:lnTo>
                    <a:pt x="664" y="3552"/>
                  </a:lnTo>
                  <a:lnTo>
                    <a:pt x="638" y="3566"/>
                  </a:lnTo>
                  <a:lnTo>
                    <a:pt x="608" y="3570"/>
                  </a:lnTo>
                  <a:lnTo>
                    <a:pt x="246" y="3570"/>
                  </a:lnTo>
                  <a:lnTo>
                    <a:pt x="196" y="3566"/>
                  </a:lnTo>
                  <a:lnTo>
                    <a:pt x="151" y="3552"/>
                  </a:lnTo>
                  <a:lnTo>
                    <a:pt x="109" y="3532"/>
                  </a:lnTo>
                  <a:lnTo>
                    <a:pt x="71" y="3504"/>
                  </a:lnTo>
                  <a:lnTo>
                    <a:pt x="42" y="3471"/>
                  </a:lnTo>
                  <a:lnTo>
                    <a:pt x="20" y="3431"/>
                  </a:lnTo>
                  <a:lnTo>
                    <a:pt x="6" y="3387"/>
                  </a:lnTo>
                  <a:lnTo>
                    <a:pt x="0" y="3342"/>
                  </a:lnTo>
                  <a:lnTo>
                    <a:pt x="0" y="3086"/>
                  </a:lnTo>
                  <a:lnTo>
                    <a:pt x="4" y="3025"/>
                  </a:lnTo>
                  <a:lnTo>
                    <a:pt x="14" y="2965"/>
                  </a:lnTo>
                  <a:lnTo>
                    <a:pt x="30" y="2904"/>
                  </a:lnTo>
                  <a:lnTo>
                    <a:pt x="54" y="2842"/>
                  </a:lnTo>
                  <a:lnTo>
                    <a:pt x="85" y="2785"/>
                  </a:lnTo>
                  <a:lnTo>
                    <a:pt x="121" y="2729"/>
                  </a:lnTo>
                  <a:lnTo>
                    <a:pt x="164" y="2678"/>
                  </a:lnTo>
                  <a:lnTo>
                    <a:pt x="214" y="2632"/>
                  </a:lnTo>
                  <a:lnTo>
                    <a:pt x="272" y="2593"/>
                  </a:lnTo>
                  <a:lnTo>
                    <a:pt x="333" y="2559"/>
                  </a:lnTo>
                  <a:lnTo>
                    <a:pt x="402" y="2535"/>
                  </a:lnTo>
                  <a:lnTo>
                    <a:pt x="414" y="2533"/>
                  </a:lnTo>
                  <a:lnTo>
                    <a:pt x="922" y="2456"/>
                  </a:lnTo>
                  <a:lnTo>
                    <a:pt x="945" y="2432"/>
                  </a:lnTo>
                  <a:lnTo>
                    <a:pt x="963" y="2402"/>
                  </a:lnTo>
                  <a:lnTo>
                    <a:pt x="975" y="2367"/>
                  </a:lnTo>
                  <a:lnTo>
                    <a:pt x="983" y="2325"/>
                  </a:lnTo>
                  <a:lnTo>
                    <a:pt x="989" y="2279"/>
                  </a:lnTo>
                  <a:lnTo>
                    <a:pt x="993" y="2232"/>
                  </a:lnTo>
                  <a:lnTo>
                    <a:pt x="993" y="2180"/>
                  </a:lnTo>
                  <a:lnTo>
                    <a:pt x="931" y="2111"/>
                  </a:lnTo>
                  <a:lnTo>
                    <a:pt x="878" y="2036"/>
                  </a:lnTo>
                  <a:lnTo>
                    <a:pt x="830" y="1956"/>
                  </a:lnTo>
                  <a:lnTo>
                    <a:pt x="791" y="1871"/>
                  </a:lnTo>
                  <a:lnTo>
                    <a:pt x="759" y="1780"/>
                  </a:lnTo>
                  <a:lnTo>
                    <a:pt x="735" y="1687"/>
                  </a:lnTo>
                  <a:lnTo>
                    <a:pt x="721" y="1588"/>
                  </a:lnTo>
                  <a:lnTo>
                    <a:pt x="715" y="1487"/>
                  </a:lnTo>
                  <a:lnTo>
                    <a:pt x="715" y="1487"/>
                  </a:lnTo>
                  <a:lnTo>
                    <a:pt x="664" y="1433"/>
                  </a:lnTo>
                  <a:lnTo>
                    <a:pt x="618" y="1374"/>
                  </a:lnTo>
                  <a:lnTo>
                    <a:pt x="581" y="1310"/>
                  </a:lnTo>
                  <a:lnTo>
                    <a:pt x="551" y="1243"/>
                  </a:lnTo>
                  <a:lnTo>
                    <a:pt x="529" y="1174"/>
                  </a:lnTo>
                  <a:lnTo>
                    <a:pt x="515" y="1100"/>
                  </a:lnTo>
                  <a:lnTo>
                    <a:pt x="511" y="1025"/>
                  </a:lnTo>
                  <a:lnTo>
                    <a:pt x="511" y="692"/>
                  </a:lnTo>
                  <a:lnTo>
                    <a:pt x="517" y="621"/>
                  </a:lnTo>
                  <a:lnTo>
                    <a:pt x="531" y="553"/>
                  </a:lnTo>
                  <a:lnTo>
                    <a:pt x="557" y="488"/>
                  </a:lnTo>
                  <a:lnTo>
                    <a:pt x="589" y="429"/>
                  </a:lnTo>
                  <a:lnTo>
                    <a:pt x="630" y="373"/>
                  </a:lnTo>
                  <a:lnTo>
                    <a:pt x="678" y="325"/>
                  </a:lnTo>
                  <a:lnTo>
                    <a:pt x="731" y="284"/>
                  </a:lnTo>
                  <a:lnTo>
                    <a:pt x="791" y="248"/>
                  </a:lnTo>
                  <a:lnTo>
                    <a:pt x="854" y="222"/>
                  </a:lnTo>
                  <a:lnTo>
                    <a:pt x="924" y="207"/>
                  </a:lnTo>
                  <a:lnTo>
                    <a:pt x="943" y="157"/>
                  </a:lnTo>
                  <a:lnTo>
                    <a:pt x="971" y="113"/>
                  </a:lnTo>
                  <a:lnTo>
                    <a:pt x="1009" y="76"/>
                  </a:lnTo>
                  <a:lnTo>
                    <a:pt x="1050" y="44"/>
                  </a:lnTo>
                  <a:lnTo>
                    <a:pt x="1098" y="20"/>
                  </a:lnTo>
                  <a:lnTo>
                    <a:pt x="1149" y="6"/>
                  </a:lnTo>
                  <a:lnTo>
                    <a:pt x="120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9" name="Freeform 285">
              <a:extLst>
                <a:ext uri="{FF2B5EF4-FFF2-40B4-BE49-F238E27FC236}">
                  <a16:creationId xmlns:a16="http://schemas.microsoft.com/office/drawing/2014/main" id="{4E491687-D7A1-4DF4-8891-D9982C1D2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5" y="1436"/>
              <a:ext cx="1016" cy="1784"/>
            </a:xfrm>
            <a:custGeom>
              <a:avLst/>
              <a:gdLst>
                <a:gd name="T0" fmla="*/ 1090 w 2031"/>
                <a:gd name="T1" fmla="*/ 6 h 3570"/>
                <a:gd name="T2" fmla="*/ 1290 w 2031"/>
                <a:gd name="T3" fmla="*/ 84 h 3570"/>
                <a:gd name="T4" fmla="*/ 1438 w 2031"/>
                <a:gd name="T5" fmla="*/ 232 h 3570"/>
                <a:gd name="T6" fmla="*/ 1514 w 2031"/>
                <a:gd name="T7" fmla="*/ 432 h 3570"/>
                <a:gd name="T8" fmla="*/ 1516 w 2031"/>
                <a:gd name="T9" fmla="*/ 1100 h 3570"/>
                <a:gd name="T10" fmla="*/ 1450 w 2031"/>
                <a:gd name="T11" fmla="*/ 1310 h 3570"/>
                <a:gd name="T12" fmla="*/ 1316 w 2031"/>
                <a:gd name="T13" fmla="*/ 1487 h 3570"/>
                <a:gd name="T14" fmla="*/ 1296 w 2031"/>
                <a:gd name="T15" fmla="*/ 1687 h 3570"/>
                <a:gd name="T16" fmla="*/ 1201 w 2031"/>
                <a:gd name="T17" fmla="*/ 1956 h 3570"/>
                <a:gd name="T18" fmla="*/ 1038 w 2031"/>
                <a:gd name="T19" fmla="*/ 2180 h 3570"/>
                <a:gd name="T20" fmla="*/ 1048 w 2031"/>
                <a:gd name="T21" fmla="*/ 2325 h 3570"/>
                <a:gd name="T22" fmla="*/ 1086 w 2031"/>
                <a:gd name="T23" fmla="*/ 2432 h 3570"/>
                <a:gd name="T24" fmla="*/ 1629 w 2031"/>
                <a:gd name="T25" fmla="*/ 2535 h 3570"/>
                <a:gd name="T26" fmla="*/ 1817 w 2031"/>
                <a:gd name="T27" fmla="*/ 2632 h 3570"/>
                <a:gd name="T28" fmla="*/ 1948 w 2031"/>
                <a:gd name="T29" fmla="*/ 2785 h 3570"/>
                <a:gd name="T30" fmla="*/ 2019 w 2031"/>
                <a:gd name="T31" fmla="*/ 2965 h 3570"/>
                <a:gd name="T32" fmla="*/ 2031 w 2031"/>
                <a:gd name="T33" fmla="*/ 3342 h 3570"/>
                <a:gd name="T34" fmla="*/ 1989 w 2031"/>
                <a:gd name="T35" fmla="*/ 3471 h 3570"/>
                <a:gd name="T36" fmla="*/ 1880 w 2031"/>
                <a:gd name="T37" fmla="*/ 3552 h 3570"/>
                <a:gd name="T38" fmla="*/ 1425 w 2031"/>
                <a:gd name="T39" fmla="*/ 3570 h 3570"/>
                <a:gd name="T40" fmla="*/ 1347 w 2031"/>
                <a:gd name="T41" fmla="*/ 3530 h 3570"/>
                <a:gd name="T42" fmla="*/ 1333 w 2031"/>
                <a:gd name="T43" fmla="*/ 3445 h 3570"/>
                <a:gd name="T44" fmla="*/ 1393 w 2031"/>
                <a:gd name="T45" fmla="*/ 3383 h 3570"/>
                <a:gd name="T46" fmla="*/ 1807 w 2031"/>
                <a:gd name="T47" fmla="*/ 3375 h 3570"/>
                <a:gd name="T48" fmla="*/ 1841 w 2031"/>
                <a:gd name="T49" fmla="*/ 3342 h 3570"/>
                <a:gd name="T50" fmla="*/ 1827 w 2031"/>
                <a:gd name="T51" fmla="*/ 2987 h 3570"/>
                <a:gd name="T52" fmla="*/ 1760 w 2031"/>
                <a:gd name="T53" fmla="*/ 2846 h 3570"/>
                <a:gd name="T54" fmla="*/ 1637 w 2031"/>
                <a:gd name="T55" fmla="*/ 2741 h 3570"/>
                <a:gd name="T56" fmla="*/ 1054 w 2031"/>
                <a:gd name="T57" fmla="*/ 2642 h 3570"/>
                <a:gd name="T58" fmla="*/ 1038 w 2031"/>
                <a:gd name="T59" fmla="*/ 2636 h 3570"/>
                <a:gd name="T60" fmla="*/ 1026 w 2031"/>
                <a:gd name="T61" fmla="*/ 2630 h 3570"/>
                <a:gd name="T62" fmla="*/ 951 w 2031"/>
                <a:gd name="T63" fmla="*/ 2571 h 3570"/>
                <a:gd name="T64" fmla="*/ 884 w 2031"/>
                <a:gd name="T65" fmla="*/ 2456 h 3570"/>
                <a:gd name="T66" fmla="*/ 854 w 2031"/>
                <a:gd name="T67" fmla="*/ 2325 h 3570"/>
                <a:gd name="T68" fmla="*/ 606 w 2031"/>
                <a:gd name="T69" fmla="*/ 2424 h 3570"/>
                <a:gd name="T70" fmla="*/ 329 w 2031"/>
                <a:gd name="T71" fmla="*/ 2438 h 3570"/>
                <a:gd name="T72" fmla="*/ 51 w 2031"/>
                <a:gd name="T73" fmla="*/ 2357 h 3570"/>
                <a:gd name="T74" fmla="*/ 0 w 2031"/>
                <a:gd name="T75" fmla="*/ 2287 h 3570"/>
                <a:gd name="T76" fmla="*/ 25 w 2031"/>
                <a:gd name="T77" fmla="*/ 2202 h 3570"/>
                <a:gd name="T78" fmla="*/ 107 w 2031"/>
                <a:gd name="T79" fmla="*/ 2174 h 3570"/>
                <a:gd name="T80" fmla="*/ 277 w 2031"/>
                <a:gd name="T81" fmla="*/ 2236 h 3570"/>
                <a:gd name="T82" fmla="*/ 513 w 2031"/>
                <a:gd name="T83" fmla="*/ 2246 h 3570"/>
                <a:gd name="T84" fmla="*/ 753 w 2031"/>
                <a:gd name="T85" fmla="*/ 2163 h 3570"/>
                <a:gd name="T86" fmla="*/ 947 w 2031"/>
                <a:gd name="T87" fmla="*/ 1996 h 3570"/>
                <a:gd name="T88" fmla="*/ 1076 w 2031"/>
                <a:gd name="T89" fmla="*/ 1764 h 3570"/>
                <a:gd name="T90" fmla="*/ 1123 w 2031"/>
                <a:gd name="T91" fmla="*/ 1487 h 3570"/>
                <a:gd name="T92" fmla="*/ 1100 w 2031"/>
                <a:gd name="T93" fmla="*/ 993 h 3570"/>
                <a:gd name="T94" fmla="*/ 1000 w 2031"/>
                <a:gd name="T95" fmla="*/ 916 h 3570"/>
                <a:gd name="T96" fmla="*/ 677 w 2031"/>
                <a:gd name="T97" fmla="*/ 904 h 3570"/>
                <a:gd name="T98" fmla="*/ 616 w 2031"/>
                <a:gd name="T99" fmla="*/ 845 h 3570"/>
                <a:gd name="T100" fmla="*/ 630 w 2031"/>
                <a:gd name="T101" fmla="*/ 757 h 3570"/>
                <a:gd name="T102" fmla="*/ 707 w 2031"/>
                <a:gd name="T103" fmla="*/ 718 h 3570"/>
                <a:gd name="T104" fmla="*/ 1080 w 2031"/>
                <a:gd name="T105" fmla="*/ 740 h 3570"/>
                <a:gd name="T106" fmla="*/ 1230 w 2031"/>
                <a:gd name="T107" fmla="*/ 847 h 3570"/>
                <a:gd name="T108" fmla="*/ 1310 w 2031"/>
                <a:gd name="T109" fmla="*/ 1013 h 3570"/>
                <a:gd name="T110" fmla="*/ 1326 w 2031"/>
                <a:gd name="T111" fmla="*/ 1077 h 3570"/>
                <a:gd name="T112" fmla="*/ 1324 w 2031"/>
                <a:gd name="T113" fmla="*/ 450 h 3570"/>
                <a:gd name="T114" fmla="*/ 1254 w 2031"/>
                <a:gd name="T115" fmla="*/ 306 h 3570"/>
                <a:gd name="T116" fmla="*/ 1123 w 2031"/>
                <a:gd name="T117" fmla="*/ 213 h 3570"/>
                <a:gd name="T118" fmla="*/ 707 w 2031"/>
                <a:gd name="T119" fmla="*/ 193 h 3570"/>
                <a:gd name="T120" fmla="*/ 630 w 2031"/>
                <a:gd name="T121" fmla="*/ 153 h 3570"/>
                <a:gd name="T122" fmla="*/ 616 w 2031"/>
                <a:gd name="T123" fmla="*/ 66 h 3570"/>
                <a:gd name="T124" fmla="*/ 677 w 2031"/>
                <a:gd name="T125" fmla="*/ 6 h 3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31" h="3570">
                  <a:moveTo>
                    <a:pt x="707" y="0"/>
                  </a:moveTo>
                  <a:lnTo>
                    <a:pt x="1014" y="0"/>
                  </a:lnTo>
                  <a:lnTo>
                    <a:pt x="1090" y="6"/>
                  </a:lnTo>
                  <a:lnTo>
                    <a:pt x="1161" y="22"/>
                  </a:lnTo>
                  <a:lnTo>
                    <a:pt x="1228" y="48"/>
                  </a:lnTo>
                  <a:lnTo>
                    <a:pt x="1290" y="84"/>
                  </a:lnTo>
                  <a:lnTo>
                    <a:pt x="1345" y="125"/>
                  </a:lnTo>
                  <a:lnTo>
                    <a:pt x="1397" y="175"/>
                  </a:lnTo>
                  <a:lnTo>
                    <a:pt x="1438" y="232"/>
                  </a:lnTo>
                  <a:lnTo>
                    <a:pt x="1472" y="294"/>
                  </a:lnTo>
                  <a:lnTo>
                    <a:pt x="1498" y="361"/>
                  </a:lnTo>
                  <a:lnTo>
                    <a:pt x="1514" y="432"/>
                  </a:lnTo>
                  <a:lnTo>
                    <a:pt x="1520" y="506"/>
                  </a:lnTo>
                  <a:lnTo>
                    <a:pt x="1520" y="1023"/>
                  </a:lnTo>
                  <a:lnTo>
                    <a:pt x="1516" y="1100"/>
                  </a:lnTo>
                  <a:lnTo>
                    <a:pt x="1502" y="1174"/>
                  </a:lnTo>
                  <a:lnTo>
                    <a:pt x="1480" y="1243"/>
                  </a:lnTo>
                  <a:lnTo>
                    <a:pt x="1450" y="1310"/>
                  </a:lnTo>
                  <a:lnTo>
                    <a:pt x="1413" y="1374"/>
                  </a:lnTo>
                  <a:lnTo>
                    <a:pt x="1367" y="1433"/>
                  </a:lnTo>
                  <a:lnTo>
                    <a:pt x="1316" y="1487"/>
                  </a:lnTo>
                  <a:lnTo>
                    <a:pt x="1316" y="1487"/>
                  </a:lnTo>
                  <a:lnTo>
                    <a:pt x="1310" y="1588"/>
                  </a:lnTo>
                  <a:lnTo>
                    <a:pt x="1296" y="1687"/>
                  </a:lnTo>
                  <a:lnTo>
                    <a:pt x="1272" y="1780"/>
                  </a:lnTo>
                  <a:lnTo>
                    <a:pt x="1240" y="1871"/>
                  </a:lnTo>
                  <a:lnTo>
                    <a:pt x="1201" y="1956"/>
                  </a:lnTo>
                  <a:lnTo>
                    <a:pt x="1153" y="2036"/>
                  </a:lnTo>
                  <a:lnTo>
                    <a:pt x="1100" y="2111"/>
                  </a:lnTo>
                  <a:lnTo>
                    <a:pt x="1038" y="2180"/>
                  </a:lnTo>
                  <a:lnTo>
                    <a:pt x="1040" y="2232"/>
                  </a:lnTo>
                  <a:lnTo>
                    <a:pt x="1042" y="2279"/>
                  </a:lnTo>
                  <a:lnTo>
                    <a:pt x="1048" y="2325"/>
                  </a:lnTo>
                  <a:lnTo>
                    <a:pt x="1056" y="2367"/>
                  </a:lnTo>
                  <a:lnTo>
                    <a:pt x="1070" y="2402"/>
                  </a:lnTo>
                  <a:lnTo>
                    <a:pt x="1086" y="2432"/>
                  </a:lnTo>
                  <a:lnTo>
                    <a:pt x="1109" y="2456"/>
                  </a:lnTo>
                  <a:lnTo>
                    <a:pt x="1617" y="2533"/>
                  </a:lnTo>
                  <a:lnTo>
                    <a:pt x="1629" y="2535"/>
                  </a:lnTo>
                  <a:lnTo>
                    <a:pt x="1698" y="2559"/>
                  </a:lnTo>
                  <a:lnTo>
                    <a:pt x="1762" y="2593"/>
                  </a:lnTo>
                  <a:lnTo>
                    <a:pt x="1817" y="2632"/>
                  </a:lnTo>
                  <a:lnTo>
                    <a:pt x="1867" y="2678"/>
                  </a:lnTo>
                  <a:lnTo>
                    <a:pt x="1910" y="2729"/>
                  </a:lnTo>
                  <a:lnTo>
                    <a:pt x="1948" y="2785"/>
                  </a:lnTo>
                  <a:lnTo>
                    <a:pt x="1978" y="2842"/>
                  </a:lnTo>
                  <a:lnTo>
                    <a:pt x="2001" y="2904"/>
                  </a:lnTo>
                  <a:lnTo>
                    <a:pt x="2019" y="2965"/>
                  </a:lnTo>
                  <a:lnTo>
                    <a:pt x="2029" y="3025"/>
                  </a:lnTo>
                  <a:lnTo>
                    <a:pt x="2031" y="3086"/>
                  </a:lnTo>
                  <a:lnTo>
                    <a:pt x="2031" y="3342"/>
                  </a:lnTo>
                  <a:lnTo>
                    <a:pt x="2027" y="3387"/>
                  </a:lnTo>
                  <a:lnTo>
                    <a:pt x="2013" y="3431"/>
                  </a:lnTo>
                  <a:lnTo>
                    <a:pt x="1989" y="3471"/>
                  </a:lnTo>
                  <a:lnTo>
                    <a:pt x="1960" y="3504"/>
                  </a:lnTo>
                  <a:lnTo>
                    <a:pt x="1922" y="3532"/>
                  </a:lnTo>
                  <a:lnTo>
                    <a:pt x="1880" y="3552"/>
                  </a:lnTo>
                  <a:lnTo>
                    <a:pt x="1835" y="3566"/>
                  </a:lnTo>
                  <a:lnTo>
                    <a:pt x="1785" y="3570"/>
                  </a:lnTo>
                  <a:lnTo>
                    <a:pt x="1425" y="3570"/>
                  </a:lnTo>
                  <a:lnTo>
                    <a:pt x="1393" y="3566"/>
                  </a:lnTo>
                  <a:lnTo>
                    <a:pt x="1367" y="3552"/>
                  </a:lnTo>
                  <a:lnTo>
                    <a:pt x="1347" y="3530"/>
                  </a:lnTo>
                  <a:lnTo>
                    <a:pt x="1333" y="3504"/>
                  </a:lnTo>
                  <a:lnTo>
                    <a:pt x="1327" y="3474"/>
                  </a:lnTo>
                  <a:lnTo>
                    <a:pt x="1333" y="3445"/>
                  </a:lnTo>
                  <a:lnTo>
                    <a:pt x="1347" y="3417"/>
                  </a:lnTo>
                  <a:lnTo>
                    <a:pt x="1367" y="3397"/>
                  </a:lnTo>
                  <a:lnTo>
                    <a:pt x="1393" y="3383"/>
                  </a:lnTo>
                  <a:lnTo>
                    <a:pt x="1425" y="3377"/>
                  </a:lnTo>
                  <a:lnTo>
                    <a:pt x="1785" y="3377"/>
                  </a:lnTo>
                  <a:lnTo>
                    <a:pt x="1807" y="3375"/>
                  </a:lnTo>
                  <a:lnTo>
                    <a:pt x="1825" y="3367"/>
                  </a:lnTo>
                  <a:lnTo>
                    <a:pt x="1835" y="3356"/>
                  </a:lnTo>
                  <a:lnTo>
                    <a:pt x="1841" y="3342"/>
                  </a:lnTo>
                  <a:lnTo>
                    <a:pt x="1841" y="3086"/>
                  </a:lnTo>
                  <a:lnTo>
                    <a:pt x="1837" y="3037"/>
                  </a:lnTo>
                  <a:lnTo>
                    <a:pt x="1827" y="2987"/>
                  </a:lnTo>
                  <a:lnTo>
                    <a:pt x="1811" y="2939"/>
                  </a:lnTo>
                  <a:lnTo>
                    <a:pt x="1789" y="2892"/>
                  </a:lnTo>
                  <a:lnTo>
                    <a:pt x="1760" y="2846"/>
                  </a:lnTo>
                  <a:lnTo>
                    <a:pt x="1724" y="2807"/>
                  </a:lnTo>
                  <a:lnTo>
                    <a:pt x="1684" y="2771"/>
                  </a:lnTo>
                  <a:lnTo>
                    <a:pt x="1637" y="2741"/>
                  </a:lnTo>
                  <a:lnTo>
                    <a:pt x="1583" y="2721"/>
                  </a:lnTo>
                  <a:lnTo>
                    <a:pt x="1060" y="2642"/>
                  </a:lnTo>
                  <a:lnTo>
                    <a:pt x="1054" y="2642"/>
                  </a:lnTo>
                  <a:lnTo>
                    <a:pt x="1052" y="2640"/>
                  </a:lnTo>
                  <a:lnTo>
                    <a:pt x="1040" y="2638"/>
                  </a:lnTo>
                  <a:lnTo>
                    <a:pt x="1038" y="2636"/>
                  </a:lnTo>
                  <a:lnTo>
                    <a:pt x="1030" y="2632"/>
                  </a:lnTo>
                  <a:lnTo>
                    <a:pt x="1028" y="2632"/>
                  </a:lnTo>
                  <a:lnTo>
                    <a:pt x="1026" y="2630"/>
                  </a:lnTo>
                  <a:lnTo>
                    <a:pt x="1024" y="2628"/>
                  </a:lnTo>
                  <a:lnTo>
                    <a:pt x="985" y="2603"/>
                  </a:lnTo>
                  <a:lnTo>
                    <a:pt x="951" y="2571"/>
                  </a:lnTo>
                  <a:lnTo>
                    <a:pt x="923" y="2535"/>
                  </a:lnTo>
                  <a:lnTo>
                    <a:pt x="901" y="2497"/>
                  </a:lnTo>
                  <a:lnTo>
                    <a:pt x="884" y="2456"/>
                  </a:lnTo>
                  <a:lnTo>
                    <a:pt x="870" y="2412"/>
                  </a:lnTo>
                  <a:lnTo>
                    <a:pt x="860" y="2369"/>
                  </a:lnTo>
                  <a:lnTo>
                    <a:pt x="854" y="2325"/>
                  </a:lnTo>
                  <a:lnTo>
                    <a:pt x="775" y="2367"/>
                  </a:lnTo>
                  <a:lnTo>
                    <a:pt x="693" y="2400"/>
                  </a:lnTo>
                  <a:lnTo>
                    <a:pt x="606" y="2424"/>
                  </a:lnTo>
                  <a:lnTo>
                    <a:pt x="517" y="2440"/>
                  </a:lnTo>
                  <a:lnTo>
                    <a:pt x="426" y="2444"/>
                  </a:lnTo>
                  <a:lnTo>
                    <a:pt x="329" y="2438"/>
                  </a:lnTo>
                  <a:lnTo>
                    <a:pt x="234" y="2422"/>
                  </a:lnTo>
                  <a:lnTo>
                    <a:pt x="140" y="2394"/>
                  </a:lnTo>
                  <a:lnTo>
                    <a:pt x="51" y="2357"/>
                  </a:lnTo>
                  <a:lnTo>
                    <a:pt x="25" y="2339"/>
                  </a:lnTo>
                  <a:lnTo>
                    <a:pt x="8" y="2315"/>
                  </a:lnTo>
                  <a:lnTo>
                    <a:pt x="0" y="2287"/>
                  </a:lnTo>
                  <a:lnTo>
                    <a:pt x="0" y="2258"/>
                  </a:lnTo>
                  <a:lnTo>
                    <a:pt x="8" y="2228"/>
                  </a:lnTo>
                  <a:lnTo>
                    <a:pt x="25" y="2202"/>
                  </a:lnTo>
                  <a:lnTo>
                    <a:pt x="49" y="2184"/>
                  </a:lnTo>
                  <a:lnTo>
                    <a:pt x="77" y="2176"/>
                  </a:lnTo>
                  <a:lnTo>
                    <a:pt x="107" y="2174"/>
                  </a:lnTo>
                  <a:lnTo>
                    <a:pt x="136" y="2184"/>
                  </a:lnTo>
                  <a:lnTo>
                    <a:pt x="206" y="2214"/>
                  </a:lnTo>
                  <a:lnTo>
                    <a:pt x="277" y="2236"/>
                  </a:lnTo>
                  <a:lnTo>
                    <a:pt x="350" y="2248"/>
                  </a:lnTo>
                  <a:lnTo>
                    <a:pt x="426" y="2252"/>
                  </a:lnTo>
                  <a:lnTo>
                    <a:pt x="513" y="2246"/>
                  </a:lnTo>
                  <a:lnTo>
                    <a:pt x="596" y="2230"/>
                  </a:lnTo>
                  <a:lnTo>
                    <a:pt x="677" y="2200"/>
                  </a:lnTo>
                  <a:lnTo>
                    <a:pt x="753" y="2163"/>
                  </a:lnTo>
                  <a:lnTo>
                    <a:pt x="824" y="2115"/>
                  </a:lnTo>
                  <a:lnTo>
                    <a:pt x="890" y="2060"/>
                  </a:lnTo>
                  <a:lnTo>
                    <a:pt x="947" y="1996"/>
                  </a:lnTo>
                  <a:lnTo>
                    <a:pt x="999" y="1925"/>
                  </a:lnTo>
                  <a:lnTo>
                    <a:pt x="1042" y="1847"/>
                  </a:lnTo>
                  <a:lnTo>
                    <a:pt x="1076" y="1764"/>
                  </a:lnTo>
                  <a:lnTo>
                    <a:pt x="1102" y="1675"/>
                  </a:lnTo>
                  <a:lnTo>
                    <a:pt x="1117" y="1584"/>
                  </a:lnTo>
                  <a:lnTo>
                    <a:pt x="1123" y="1487"/>
                  </a:lnTo>
                  <a:lnTo>
                    <a:pt x="1123" y="1079"/>
                  </a:lnTo>
                  <a:lnTo>
                    <a:pt x="1117" y="1033"/>
                  </a:lnTo>
                  <a:lnTo>
                    <a:pt x="1100" y="993"/>
                  </a:lnTo>
                  <a:lnTo>
                    <a:pt x="1074" y="960"/>
                  </a:lnTo>
                  <a:lnTo>
                    <a:pt x="1040" y="932"/>
                  </a:lnTo>
                  <a:lnTo>
                    <a:pt x="1000" y="916"/>
                  </a:lnTo>
                  <a:lnTo>
                    <a:pt x="955" y="910"/>
                  </a:lnTo>
                  <a:lnTo>
                    <a:pt x="707" y="910"/>
                  </a:lnTo>
                  <a:lnTo>
                    <a:pt x="677" y="904"/>
                  </a:lnTo>
                  <a:lnTo>
                    <a:pt x="652" y="890"/>
                  </a:lnTo>
                  <a:lnTo>
                    <a:pt x="630" y="870"/>
                  </a:lnTo>
                  <a:lnTo>
                    <a:pt x="616" y="845"/>
                  </a:lnTo>
                  <a:lnTo>
                    <a:pt x="612" y="813"/>
                  </a:lnTo>
                  <a:lnTo>
                    <a:pt x="616" y="783"/>
                  </a:lnTo>
                  <a:lnTo>
                    <a:pt x="630" y="757"/>
                  </a:lnTo>
                  <a:lnTo>
                    <a:pt x="652" y="736"/>
                  </a:lnTo>
                  <a:lnTo>
                    <a:pt x="677" y="722"/>
                  </a:lnTo>
                  <a:lnTo>
                    <a:pt x="707" y="718"/>
                  </a:lnTo>
                  <a:lnTo>
                    <a:pt x="955" y="718"/>
                  </a:lnTo>
                  <a:lnTo>
                    <a:pt x="1020" y="724"/>
                  </a:lnTo>
                  <a:lnTo>
                    <a:pt x="1080" y="740"/>
                  </a:lnTo>
                  <a:lnTo>
                    <a:pt x="1137" y="767"/>
                  </a:lnTo>
                  <a:lnTo>
                    <a:pt x="1187" y="803"/>
                  </a:lnTo>
                  <a:lnTo>
                    <a:pt x="1230" y="847"/>
                  </a:lnTo>
                  <a:lnTo>
                    <a:pt x="1266" y="896"/>
                  </a:lnTo>
                  <a:lnTo>
                    <a:pt x="1294" y="952"/>
                  </a:lnTo>
                  <a:lnTo>
                    <a:pt x="1310" y="1013"/>
                  </a:lnTo>
                  <a:lnTo>
                    <a:pt x="1316" y="1079"/>
                  </a:lnTo>
                  <a:lnTo>
                    <a:pt x="1316" y="1128"/>
                  </a:lnTo>
                  <a:lnTo>
                    <a:pt x="1326" y="1077"/>
                  </a:lnTo>
                  <a:lnTo>
                    <a:pt x="1327" y="1025"/>
                  </a:lnTo>
                  <a:lnTo>
                    <a:pt x="1327" y="506"/>
                  </a:lnTo>
                  <a:lnTo>
                    <a:pt x="1324" y="450"/>
                  </a:lnTo>
                  <a:lnTo>
                    <a:pt x="1308" y="397"/>
                  </a:lnTo>
                  <a:lnTo>
                    <a:pt x="1286" y="349"/>
                  </a:lnTo>
                  <a:lnTo>
                    <a:pt x="1254" y="306"/>
                  </a:lnTo>
                  <a:lnTo>
                    <a:pt x="1217" y="266"/>
                  </a:lnTo>
                  <a:lnTo>
                    <a:pt x="1173" y="236"/>
                  </a:lnTo>
                  <a:lnTo>
                    <a:pt x="1123" y="213"/>
                  </a:lnTo>
                  <a:lnTo>
                    <a:pt x="1072" y="199"/>
                  </a:lnTo>
                  <a:lnTo>
                    <a:pt x="1014" y="193"/>
                  </a:lnTo>
                  <a:lnTo>
                    <a:pt x="707" y="193"/>
                  </a:lnTo>
                  <a:lnTo>
                    <a:pt x="677" y="189"/>
                  </a:lnTo>
                  <a:lnTo>
                    <a:pt x="652" y="175"/>
                  </a:lnTo>
                  <a:lnTo>
                    <a:pt x="630" y="153"/>
                  </a:lnTo>
                  <a:lnTo>
                    <a:pt x="616" y="127"/>
                  </a:lnTo>
                  <a:lnTo>
                    <a:pt x="612" y="98"/>
                  </a:lnTo>
                  <a:lnTo>
                    <a:pt x="616" y="66"/>
                  </a:lnTo>
                  <a:lnTo>
                    <a:pt x="630" y="40"/>
                  </a:lnTo>
                  <a:lnTo>
                    <a:pt x="652" y="20"/>
                  </a:lnTo>
                  <a:lnTo>
                    <a:pt x="677" y="6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80" name="Graphic 79">
            <a:extLst>
              <a:ext uri="{FF2B5EF4-FFF2-40B4-BE49-F238E27FC236}">
                <a16:creationId xmlns:a16="http://schemas.microsoft.com/office/drawing/2014/main" id="{43FA1D0C-D4E2-4B06-A114-A4332F5C8F3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6197" y="4876251"/>
            <a:ext cx="370951" cy="37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9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965CC-52C2-9F45-8C54-BDAE084C5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95BC3DE9-6C7F-621B-669C-586E27CF9E15}"/>
              </a:ext>
            </a:extLst>
          </p:cNvPr>
          <p:cNvSpPr/>
          <p:nvPr/>
        </p:nvSpPr>
        <p:spPr>
          <a:xfrm>
            <a:off x="55107" y="1444314"/>
            <a:ext cx="2143819" cy="3650726"/>
          </a:xfrm>
          <a:prstGeom prst="roundRect">
            <a:avLst>
              <a:gd name="adj" fmla="val 1849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6000">
                <a:srgbClr val="7DCAF8">
                  <a:alpha val="3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F19341-8A5E-C1ED-5E28-C20B1D439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>
                <a:latin typeface="Arial" panose="020B0604020202020204" pitchFamily="34" charset="0"/>
              </a:rPr>
              <a:t>Sse cillumdolore eufugiatn ulla Pariatur'e xcepteurs intocc aeca tcup idata tnonp roident 65 su 75 NTIn, culpaquiof fi 30% ci 40% ade seruntm olli tanimides tlaborumc</a:t>
            </a:r>
            <a:endParaRPr lang="en-US" sz="1800" b="0">
              <a:latin typeface="Arial" panose="020B0604020202020204" pitchFamily="34" charset="0"/>
            </a:endParaRP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1E75E14A-B50C-C8D0-6307-959423BF41AA}"/>
              </a:ext>
            </a:extLst>
          </p:cNvPr>
          <p:cNvSpPr/>
          <p:nvPr/>
        </p:nvSpPr>
        <p:spPr bwMode="auto">
          <a:xfrm>
            <a:off x="94632" y="1012994"/>
            <a:ext cx="6383938" cy="299235"/>
          </a:xfrm>
          <a:prstGeom prst="roundRect">
            <a:avLst>
              <a:gd name="adj" fmla="val 21221"/>
            </a:avLst>
          </a:prstGeom>
          <a:gradFill>
            <a:gsLst>
              <a:gs pos="50000">
                <a:srgbClr val="4472C4"/>
              </a:gs>
              <a:gs pos="0">
                <a:srgbClr val="459FED">
                  <a:alpha val="0"/>
                </a:srgbClr>
              </a:gs>
              <a:gs pos="70000">
                <a:srgbClr val="71A7E3"/>
              </a:gs>
              <a:gs pos="30000">
                <a:srgbClr val="71A7E3"/>
              </a:gs>
              <a:gs pos="100000">
                <a:srgbClr val="459FED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cs typeface="Arial"/>
              </a:rPr>
              <a:t>Urabit Urnon Nullasita Metni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314333E-E679-0884-BAB0-872468ECFA51}"/>
              </a:ext>
            </a:extLst>
          </p:cNvPr>
          <p:cNvSpPr/>
          <p:nvPr/>
        </p:nvSpPr>
        <p:spPr bwMode="auto">
          <a:xfrm>
            <a:off x="93904" y="1485846"/>
            <a:ext cx="12030693" cy="1114498"/>
          </a:xfrm>
          <a:prstGeom prst="roundRect">
            <a:avLst>
              <a:gd name="adj" fmla="val 5698"/>
            </a:avLst>
          </a:prstGeom>
          <a:gradFill>
            <a:gsLst>
              <a:gs pos="0">
                <a:srgbClr val="445CBB">
                  <a:alpha val="16000"/>
                </a:srgbClr>
              </a:gs>
              <a:gs pos="99083">
                <a:srgbClr val="B2E0FA">
                  <a:alpha val="0"/>
                </a:srgbClr>
              </a:gs>
              <a:gs pos="72000">
                <a:srgbClr val="B2E0FA">
                  <a:alpha val="16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4DA1A781-C299-9B60-25BB-C49E60161D49}"/>
              </a:ext>
            </a:extLst>
          </p:cNvPr>
          <p:cNvSpPr/>
          <p:nvPr/>
        </p:nvSpPr>
        <p:spPr bwMode="auto">
          <a:xfrm>
            <a:off x="93904" y="2717941"/>
            <a:ext cx="12030693" cy="1114498"/>
          </a:xfrm>
          <a:prstGeom prst="roundRect">
            <a:avLst>
              <a:gd name="adj" fmla="val 5698"/>
            </a:avLst>
          </a:prstGeom>
          <a:gradFill>
            <a:gsLst>
              <a:gs pos="0">
                <a:srgbClr val="445CBB">
                  <a:alpha val="16000"/>
                </a:srgbClr>
              </a:gs>
              <a:gs pos="99083">
                <a:srgbClr val="B2E0FA">
                  <a:alpha val="0"/>
                </a:srgbClr>
              </a:gs>
              <a:gs pos="72000">
                <a:srgbClr val="B2E0FA">
                  <a:alpha val="16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FCDE5BCD-7C5B-D4FB-A777-07F6E0F3E7F6}"/>
              </a:ext>
            </a:extLst>
          </p:cNvPr>
          <p:cNvSpPr/>
          <p:nvPr/>
        </p:nvSpPr>
        <p:spPr bwMode="auto">
          <a:xfrm>
            <a:off x="93904" y="3945229"/>
            <a:ext cx="12029965" cy="1114498"/>
          </a:xfrm>
          <a:prstGeom prst="roundRect">
            <a:avLst>
              <a:gd name="adj" fmla="val 5698"/>
            </a:avLst>
          </a:prstGeom>
          <a:gradFill>
            <a:gsLst>
              <a:gs pos="0">
                <a:srgbClr val="445CBB">
                  <a:alpha val="16000"/>
                </a:srgbClr>
              </a:gs>
              <a:gs pos="99083">
                <a:srgbClr val="B2E0FA">
                  <a:alpha val="0"/>
                </a:srgbClr>
              </a:gs>
              <a:gs pos="72000">
                <a:srgbClr val="B2E0FA">
                  <a:alpha val="16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845E9E4-B46D-9CA9-BAB8-CDC9B432F6E5}"/>
              </a:ext>
            </a:extLst>
          </p:cNvPr>
          <p:cNvSpPr txBox="1"/>
          <p:nvPr/>
        </p:nvSpPr>
        <p:spPr>
          <a:xfrm>
            <a:off x="864824" y="3117607"/>
            <a:ext cx="1630172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Sltempus Convallis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>
                <a:solidFill>
                  <a:srgbClr val="43515C"/>
                </a:solidFill>
                <a:latin typeface="Arial" panose="020B0604020202020204" pitchFamily="34" charset="0"/>
              </a:rPr>
              <a:t>Qui Sacle 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48335368-2691-D64E-DCC2-56557FD47249}"/>
              </a:ext>
            </a:extLst>
          </p:cNvPr>
          <p:cNvGrpSpPr/>
          <p:nvPr/>
        </p:nvGrpSpPr>
        <p:grpSpPr>
          <a:xfrm>
            <a:off x="3329805" y="1498288"/>
            <a:ext cx="1460446" cy="1088444"/>
            <a:chOff x="4017436" y="1615967"/>
            <a:chExt cx="1180614" cy="1064663"/>
          </a:xfrm>
        </p:grpSpPr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BF321566-5E55-A783-C1BC-DFFDC2F0A036}"/>
                </a:ext>
              </a:extLst>
            </p:cNvPr>
            <p:cNvSpPr/>
            <p:nvPr/>
          </p:nvSpPr>
          <p:spPr>
            <a:xfrm>
              <a:off x="4017436" y="2597942"/>
              <a:ext cx="1180591" cy="82688"/>
            </a:xfrm>
            <a:custGeom>
              <a:avLst/>
              <a:gdLst>
                <a:gd name="connsiteX0" fmla="*/ 990010 w 990086"/>
                <a:gd name="connsiteY0" fmla="*/ 31627 h 62207"/>
                <a:gd name="connsiteX1" fmla="*/ 486423 w 990086"/>
                <a:gd name="connsiteY1" fmla="*/ 62203 h 62207"/>
                <a:gd name="connsiteX2" fmla="*/ 77 w 990086"/>
                <a:gd name="connsiteY2" fmla="*/ 30580 h 62207"/>
                <a:gd name="connsiteX3" fmla="*/ 503663 w 990086"/>
                <a:gd name="connsiteY3" fmla="*/ 4 h 62207"/>
                <a:gd name="connsiteX4" fmla="*/ 990010 w 990086"/>
                <a:gd name="connsiteY4" fmla="*/ 31627 h 62207"/>
                <a:gd name="connsiteX5" fmla="*/ 494996 w 990086"/>
                <a:gd name="connsiteY5" fmla="*/ 31056 h 62207"/>
                <a:gd name="connsiteX6" fmla="*/ 494996 w 990086"/>
                <a:gd name="connsiteY6" fmla="*/ 31056 h 6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90086" h="62207">
                  <a:moveTo>
                    <a:pt x="990010" y="31627"/>
                  </a:moveTo>
                  <a:cubicBezTo>
                    <a:pt x="985247" y="48772"/>
                    <a:pt x="759791" y="62488"/>
                    <a:pt x="486423" y="62203"/>
                  </a:cubicBezTo>
                  <a:cubicBezTo>
                    <a:pt x="213056" y="61917"/>
                    <a:pt x="-4686" y="47725"/>
                    <a:pt x="77" y="30580"/>
                  </a:cubicBezTo>
                  <a:cubicBezTo>
                    <a:pt x="4839" y="13435"/>
                    <a:pt x="230296" y="-281"/>
                    <a:pt x="503663" y="4"/>
                  </a:cubicBezTo>
                  <a:cubicBezTo>
                    <a:pt x="777031" y="290"/>
                    <a:pt x="994772" y="14482"/>
                    <a:pt x="990010" y="31627"/>
                  </a:cubicBezTo>
                  <a:close/>
                  <a:moveTo>
                    <a:pt x="494996" y="31056"/>
                  </a:moveTo>
                  <a:lnTo>
                    <a:pt x="494996" y="31056"/>
                  </a:lnTo>
                </a:path>
              </a:pathLst>
            </a:custGeom>
            <a:gradFill flip="none" rotWithShape="1">
              <a:gsLst>
                <a:gs pos="100000">
                  <a:srgbClr val="B2AFDD">
                    <a:alpha val="69000"/>
                  </a:srgbClr>
                </a:gs>
                <a:gs pos="0">
                  <a:srgbClr val="432852">
                    <a:alpha val="47000"/>
                  </a:srgbClr>
                </a:gs>
              </a:gsLst>
              <a:lin ang="54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645980F4-7C11-BA92-3578-418830956E45}"/>
                </a:ext>
              </a:extLst>
            </p:cNvPr>
            <p:cNvSpPr/>
            <p:nvPr/>
          </p:nvSpPr>
          <p:spPr>
            <a:xfrm>
              <a:off x="4017550" y="1615967"/>
              <a:ext cx="1180500" cy="1064662"/>
            </a:xfrm>
            <a:custGeom>
              <a:avLst/>
              <a:gdLst>
                <a:gd name="connsiteX0" fmla="*/ 494996 w 990009"/>
                <a:gd name="connsiteY0" fmla="*/ 0 h 800961"/>
                <a:gd name="connsiteX1" fmla="*/ 990010 w 990009"/>
                <a:gd name="connsiteY1" fmla="*/ 770382 h 800961"/>
                <a:gd name="connsiteX2" fmla="*/ 486423 w 990009"/>
                <a:gd name="connsiteY2" fmla="*/ 800957 h 800961"/>
                <a:gd name="connsiteX3" fmla="*/ 77 w 990009"/>
                <a:gd name="connsiteY3" fmla="*/ 769334 h 800961"/>
                <a:gd name="connsiteX4" fmla="*/ 458 w 990009"/>
                <a:gd name="connsiteY4" fmla="*/ 768572 h 800961"/>
                <a:gd name="connsiteX5" fmla="*/ 495091 w 990009"/>
                <a:gd name="connsiteY5" fmla="*/ 0 h 80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009" h="800961">
                  <a:moveTo>
                    <a:pt x="494996" y="0"/>
                  </a:moveTo>
                  <a:lnTo>
                    <a:pt x="990010" y="770382"/>
                  </a:lnTo>
                  <a:cubicBezTo>
                    <a:pt x="985248" y="787527"/>
                    <a:pt x="759791" y="801243"/>
                    <a:pt x="486423" y="800957"/>
                  </a:cubicBezTo>
                  <a:cubicBezTo>
                    <a:pt x="213056" y="800672"/>
                    <a:pt x="-4686" y="786479"/>
                    <a:pt x="77" y="769334"/>
                  </a:cubicBezTo>
                  <a:cubicBezTo>
                    <a:pt x="77" y="769049"/>
                    <a:pt x="267" y="768858"/>
                    <a:pt x="458" y="768572"/>
                  </a:cubicBezTo>
                  <a:cubicBezTo>
                    <a:pt x="148857" y="537972"/>
                    <a:pt x="346691" y="230600"/>
                    <a:pt x="495091" y="0"/>
                  </a:cubicBezTo>
                  <a:close/>
                </a:path>
              </a:pathLst>
            </a:custGeom>
            <a:gradFill flip="none" rotWithShape="1">
              <a:gsLst>
                <a:gs pos="33000">
                  <a:srgbClr val="4472C4"/>
                </a:gs>
                <a:gs pos="100000">
                  <a:srgbClr val="4FB7F6">
                    <a:alpha val="58000"/>
                  </a:srgbClr>
                </a:gs>
              </a:gsLst>
              <a:lin ang="1800000" scaled="0"/>
              <a:tileRect/>
            </a:gradFill>
            <a:ln w="9525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600" b="1">
                <a:solidFill>
                  <a:srgbClr val="43515C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7ED6BF97-501D-C100-7E3D-01BC110B6341}"/>
              </a:ext>
            </a:extLst>
          </p:cNvPr>
          <p:cNvGrpSpPr/>
          <p:nvPr/>
        </p:nvGrpSpPr>
        <p:grpSpPr>
          <a:xfrm>
            <a:off x="2778724" y="2874806"/>
            <a:ext cx="2562609" cy="889346"/>
            <a:chOff x="3326429" y="2970477"/>
            <a:chExt cx="2562609" cy="889346"/>
          </a:xfrm>
        </p:grpSpPr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C740D3-A078-1965-2E79-FF9C7B81D8D0}"/>
                </a:ext>
              </a:extLst>
            </p:cNvPr>
            <p:cNvSpPr/>
            <p:nvPr/>
          </p:nvSpPr>
          <p:spPr>
            <a:xfrm>
              <a:off x="3326429" y="3681068"/>
              <a:ext cx="2562609" cy="178755"/>
            </a:xfrm>
            <a:custGeom>
              <a:avLst/>
              <a:gdLst>
                <a:gd name="connsiteX0" fmla="*/ 1980115 w 1980268"/>
                <a:gd name="connsiteY0" fmla="*/ 70305 h 138134"/>
                <a:gd name="connsiteX1" fmla="*/ 972846 w 1980268"/>
                <a:gd name="connsiteY1" fmla="*/ 138123 h 138134"/>
                <a:gd name="connsiteX2" fmla="*/ 153 w 1980268"/>
                <a:gd name="connsiteY2" fmla="*/ 67829 h 138134"/>
                <a:gd name="connsiteX3" fmla="*/ 1007422 w 1980268"/>
                <a:gd name="connsiteY3" fmla="*/ 11 h 138134"/>
                <a:gd name="connsiteX4" fmla="*/ 1980115 w 1980268"/>
                <a:gd name="connsiteY4" fmla="*/ 70305 h 138134"/>
                <a:gd name="connsiteX5" fmla="*/ 990182 w 1980268"/>
                <a:gd name="connsiteY5" fmla="*/ 69067 h 138134"/>
                <a:gd name="connsiteX6" fmla="*/ 990182 w 1980268"/>
                <a:gd name="connsiteY6" fmla="*/ 69067 h 138134"/>
                <a:gd name="connsiteX7" fmla="*/ 990182 w 1980268"/>
                <a:gd name="connsiteY7" fmla="*/ 69067 h 138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80268" h="138134">
                  <a:moveTo>
                    <a:pt x="1980115" y="70305"/>
                  </a:moveTo>
                  <a:cubicBezTo>
                    <a:pt x="1970590" y="108405"/>
                    <a:pt x="1519581" y="138790"/>
                    <a:pt x="972846" y="138123"/>
                  </a:cubicBezTo>
                  <a:cubicBezTo>
                    <a:pt x="426111" y="137456"/>
                    <a:pt x="-9372" y="106024"/>
                    <a:pt x="153" y="67829"/>
                  </a:cubicBezTo>
                  <a:cubicBezTo>
                    <a:pt x="9678" y="29729"/>
                    <a:pt x="460687" y="-656"/>
                    <a:pt x="1007422" y="11"/>
                  </a:cubicBezTo>
                  <a:cubicBezTo>
                    <a:pt x="1554157" y="677"/>
                    <a:pt x="1989640" y="32110"/>
                    <a:pt x="1980115" y="70305"/>
                  </a:cubicBezTo>
                  <a:close/>
                  <a:moveTo>
                    <a:pt x="990182" y="69067"/>
                  </a:moveTo>
                  <a:lnTo>
                    <a:pt x="990182" y="69067"/>
                  </a:lnTo>
                  <a:lnTo>
                    <a:pt x="990182" y="69067"/>
                  </a:lnTo>
                </a:path>
              </a:pathLst>
            </a:custGeom>
            <a:gradFill flip="none" rotWithShape="1">
              <a:gsLst>
                <a:gs pos="100000">
                  <a:srgbClr val="B2AFDD">
                    <a:alpha val="69000"/>
                  </a:srgbClr>
                </a:gs>
                <a:gs pos="0">
                  <a:srgbClr val="432852">
                    <a:alpha val="47000"/>
                  </a:srgbClr>
                </a:gs>
              </a:gsLst>
              <a:lin ang="54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2FB6EF14-B3CF-3137-4C4E-1A6F2E1625E9}"/>
                </a:ext>
              </a:extLst>
            </p:cNvPr>
            <p:cNvSpPr/>
            <p:nvPr/>
          </p:nvSpPr>
          <p:spPr>
            <a:xfrm>
              <a:off x="3326553" y="3030516"/>
              <a:ext cx="2562410" cy="829307"/>
            </a:xfrm>
            <a:custGeom>
              <a:avLst/>
              <a:gdLst>
                <a:gd name="connsiteX0" fmla="*/ 330290 w 1980115"/>
                <a:gd name="connsiteY0" fmla="*/ 95 h 640852"/>
                <a:gd name="connsiteX1" fmla="*/ 329814 w 1980115"/>
                <a:gd name="connsiteY1" fmla="*/ 1143 h 640852"/>
                <a:gd name="connsiteX2" fmla="*/ 978561 w 1980115"/>
                <a:gd name="connsiteY2" fmla="*/ 48006 h 640852"/>
                <a:gd name="connsiteX3" fmla="*/ 1650360 w 1980115"/>
                <a:gd name="connsiteY3" fmla="*/ 2762 h 640852"/>
                <a:gd name="connsiteX4" fmla="*/ 1980115 w 1980115"/>
                <a:gd name="connsiteY4" fmla="*/ 573024 h 640852"/>
                <a:gd name="connsiteX5" fmla="*/ 972846 w 1980115"/>
                <a:gd name="connsiteY5" fmla="*/ 640842 h 640852"/>
                <a:gd name="connsiteX6" fmla="*/ 153 w 1980115"/>
                <a:gd name="connsiteY6" fmla="*/ 570547 h 640852"/>
                <a:gd name="connsiteX7" fmla="*/ 820 w 1980115"/>
                <a:gd name="connsiteY7" fmla="*/ 568928 h 640852"/>
                <a:gd name="connsiteX8" fmla="*/ 330290 w 1980115"/>
                <a:gd name="connsiteY8" fmla="*/ 0 h 640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0115" h="640852">
                  <a:moveTo>
                    <a:pt x="330290" y="95"/>
                  </a:moveTo>
                  <a:cubicBezTo>
                    <a:pt x="330290" y="95"/>
                    <a:pt x="329909" y="857"/>
                    <a:pt x="329814" y="1143"/>
                  </a:cubicBezTo>
                  <a:cubicBezTo>
                    <a:pt x="323432" y="26575"/>
                    <a:pt x="613849" y="47530"/>
                    <a:pt x="978561" y="48006"/>
                  </a:cubicBezTo>
                  <a:cubicBezTo>
                    <a:pt x="1343274" y="48482"/>
                    <a:pt x="1643978" y="28194"/>
                    <a:pt x="1650360" y="2762"/>
                  </a:cubicBezTo>
                  <a:lnTo>
                    <a:pt x="1980115" y="573024"/>
                  </a:lnTo>
                  <a:cubicBezTo>
                    <a:pt x="1970590" y="611124"/>
                    <a:pt x="1519581" y="641509"/>
                    <a:pt x="972846" y="640842"/>
                  </a:cubicBezTo>
                  <a:cubicBezTo>
                    <a:pt x="426111" y="640175"/>
                    <a:pt x="-9372" y="608743"/>
                    <a:pt x="153" y="570547"/>
                  </a:cubicBezTo>
                  <a:cubicBezTo>
                    <a:pt x="249" y="569976"/>
                    <a:pt x="534" y="569500"/>
                    <a:pt x="820" y="568928"/>
                  </a:cubicBezTo>
                  <a:cubicBezTo>
                    <a:pt x="110643" y="379285"/>
                    <a:pt x="220467" y="189643"/>
                    <a:pt x="330290" y="0"/>
                  </a:cubicBezTo>
                  <a:close/>
                </a:path>
              </a:pathLst>
            </a:custGeom>
            <a:gradFill flip="none" rotWithShape="1">
              <a:gsLst>
                <a:gs pos="33000">
                  <a:srgbClr val="4472C4"/>
                </a:gs>
                <a:gs pos="100000">
                  <a:srgbClr val="4FB7F6">
                    <a:alpha val="69000"/>
                  </a:srgbClr>
                </a:gs>
              </a:gsLst>
              <a:lin ang="1800000" scaled="0"/>
              <a:tileRect/>
            </a:gradFill>
            <a:ln w="9525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600" b="1">
                <a:solidFill>
                  <a:srgbClr val="43515C"/>
                </a:solidFill>
                <a:latin typeface="Arial"/>
                <a:cs typeface="Arial"/>
              </a:endParaRPr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63B61414-8C9A-462C-E52A-C7B91BE69B50}"/>
                </a:ext>
              </a:extLst>
            </p:cNvPr>
            <p:cNvSpPr/>
            <p:nvPr/>
          </p:nvSpPr>
          <p:spPr>
            <a:xfrm>
              <a:off x="3754947" y="2970477"/>
              <a:ext cx="1705570" cy="118966"/>
            </a:xfrm>
            <a:custGeom>
              <a:avLst/>
              <a:gdLst>
                <a:gd name="connsiteX0" fmla="*/ 1317792 w 1317987"/>
                <a:gd name="connsiteY0" fmla="*/ 46776 h 91932"/>
                <a:gd name="connsiteX1" fmla="*/ 647422 w 1317987"/>
                <a:gd name="connsiteY1" fmla="*/ 91925 h 91932"/>
                <a:gd name="connsiteX2" fmla="*/ 103 w 1317987"/>
                <a:gd name="connsiteY2" fmla="*/ 45157 h 91932"/>
                <a:gd name="connsiteX3" fmla="*/ 670473 w 1317987"/>
                <a:gd name="connsiteY3" fmla="*/ 8 h 91932"/>
                <a:gd name="connsiteX4" fmla="*/ 1317887 w 1317987"/>
                <a:gd name="connsiteY4" fmla="*/ 46776 h 91932"/>
                <a:gd name="connsiteX5" fmla="*/ 658948 w 1317987"/>
                <a:gd name="connsiteY5" fmla="*/ 46014 h 91932"/>
                <a:gd name="connsiteX6" fmla="*/ 658948 w 1317987"/>
                <a:gd name="connsiteY6" fmla="*/ 46014 h 91932"/>
                <a:gd name="connsiteX7" fmla="*/ 658948 w 1317987"/>
                <a:gd name="connsiteY7" fmla="*/ 46014 h 9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7987" h="91932">
                  <a:moveTo>
                    <a:pt x="1317792" y="46776"/>
                  </a:moveTo>
                  <a:cubicBezTo>
                    <a:pt x="1311410" y="72113"/>
                    <a:pt x="1011277" y="92401"/>
                    <a:pt x="647422" y="91925"/>
                  </a:cubicBezTo>
                  <a:cubicBezTo>
                    <a:pt x="283567" y="91448"/>
                    <a:pt x="-6278" y="70588"/>
                    <a:pt x="103" y="45157"/>
                  </a:cubicBezTo>
                  <a:cubicBezTo>
                    <a:pt x="6485" y="19725"/>
                    <a:pt x="306618" y="-468"/>
                    <a:pt x="670473" y="8"/>
                  </a:cubicBezTo>
                  <a:cubicBezTo>
                    <a:pt x="1034328" y="485"/>
                    <a:pt x="1324174" y="21344"/>
                    <a:pt x="1317887" y="46776"/>
                  </a:cubicBezTo>
                  <a:close/>
                  <a:moveTo>
                    <a:pt x="658948" y="46014"/>
                  </a:moveTo>
                  <a:lnTo>
                    <a:pt x="658948" y="46014"/>
                  </a:lnTo>
                  <a:lnTo>
                    <a:pt x="658948" y="46014"/>
                  </a:lnTo>
                </a:path>
              </a:pathLst>
            </a:custGeom>
            <a:gradFill flip="none" rotWithShape="1">
              <a:gsLst>
                <a:gs pos="100000">
                  <a:srgbClr val="C1CBEF"/>
                </a:gs>
                <a:gs pos="0">
                  <a:srgbClr val="4472C4"/>
                </a:gs>
              </a:gsLst>
              <a:lin ang="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C90354B5-6298-3EA9-7AC7-CC6548D2557D}"/>
              </a:ext>
            </a:extLst>
          </p:cNvPr>
          <p:cNvGrpSpPr/>
          <p:nvPr/>
        </p:nvGrpSpPr>
        <p:grpSpPr>
          <a:xfrm>
            <a:off x="2092063" y="4052241"/>
            <a:ext cx="3935930" cy="932855"/>
            <a:chOff x="2639768" y="4174974"/>
            <a:chExt cx="3935930" cy="932855"/>
          </a:xfrm>
        </p:grpSpPr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CF4E2594-4FA9-EB5D-8BD8-0447054ECB69}"/>
                </a:ext>
              </a:extLst>
            </p:cNvPr>
            <p:cNvSpPr/>
            <p:nvPr/>
          </p:nvSpPr>
          <p:spPr>
            <a:xfrm>
              <a:off x="2639768" y="4833271"/>
              <a:ext cx="3935930" cy="274558"/>
            </a:xfrm>
            <a:custGeom>
              <a:avLst/>
              <a:gdLst>
                <a:gd name="connsiteX0" fmla="*/ 3282856 w 3283110"/>
                <a:gd name="connsiteY0" fmla="*/ 116510 h 229019"/>
                <a:gd name="connsiteX1" fmla="*/ 1612933 w 3283110"/>
                <a:gd name="connsiteY1" fmla="*/ 229000 h 229019"/>
                <a:gd name="connsiteX2" fmla="*/ 255 w 3283110"/>
                <a:gd name="connsiteY2" fmla="*/ 112509 h 229019"/>
                <a:gd name="connsiteX3" fmla="*/ 1670178 w 3283110"/>
                <a:gd name="connsiteY3" fmla="*/ 19 h 229019"/>
                <a:gd name="connsiteX4" fmla="*/ 3282856 w 3283110"/>
                <a:gd name="connsiteY4" fmla="*/ 116510 h 229019"/>
                <a:gd name="connsiteX5" fmla="*/ 1641603 w 3283110"/>
                <a:gd name="connsiteY5" fmla="*/ 114510 h 229019"/>
                <a:gd name="connsiteX6" fmla="*/ 1641603 w 3283110"/>
                <a:gd name="connsiteY6" fmla="*/ 114510 h 229019"/>
                <a:gd name="connsiteX7" fmla="*/ 1641603 w 3283110"/>
                <a:gd name="connsiteY7" fmla="*/ 114510 h 22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83110" h="229019">
                  <a:moveTo>
                    <a:pt x="3282856" y="116510"/>
                  </a:moveTo>
                  <a:cubicBezTo>
                    <a:pt x="3267044" y="179756"/>
                    <a:pt x="2519332" y="230143"/>
                    <a:pt x="1612933" y="229000"/>
                  </a:cubicBezTo>
                  <a:cubicBezTo>
                    <a:pt x="706438" y="227857"/>
                    <a:pt x="-15557" y="175755"/>
                    <a:pt x="255" y="112509"/>
                  </a:cubicBezTo>
                  <a:cubicBezTo>
                    <a:pt x="16066" y="49263"/>
                    <a:pt x="763779" y="-1124"/>
                    <a:pt x="1670178" y="19"/>
                  </a:cubicBezTo>
                  <a:cubicBezTo>
                    <a:pt x="2576672" y="1162"/>
                    <a:pt x="3298667" y="53264"/>
                    <a:pt x="3282856" y="116510"/>
                  </a:cubicBezTo>
                  <a:close/>
                  <a:moveTo>
                    <a:pt x="1641603" y="114510"/>
                  </a:moveTo>
                  <a:lnTo>
                    <a:pt x="1641603" y="114510"/>
                  </a:lnTo>
                  <a:lnTo>
                    <a:pt x="1641603" y="114510"/>
                  </a:lnTo>
                </a:path>
              </a:pathLst>
            </a:custGeom>
            <a:gradFill flip="none" rotWithShape="1">
              <a:gsLst>
                <a:gs pos="100000">
                  <a:srgbClr val="B2AFDD">
                    <a:alpha val="69000"/>
                  </a:srgbClr>
                </a:gs>
                <a:gs pos="0">
                  <a:srgbClr val="432852">
                    <a:alpha val="47000"/>
                  </a:srgbClr>
                </a:gs>
              </a:gsLst>
              <a:lin ang="54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77C3C3DA-251C-58BC-3CAF-D977B4F8343E}"/>
                </a:ext>
              </a:extLst>
            </p:cNvPr>
            <p:cNvSpPr/>
            <p:nvPr/>
          </p:nvSpPr>
          <p:spPr>
            <a:xfrm>
              <a:off x="3036980" y="4174974"/>
              <a:ext cx="3141621" cy="219162"/>
            </a:xfrm>
            <a:custGeom>
              <a:avLst/>
              <a:gdLst>
                <a:gd name="connsiteX0" fmla="*/ 2620342 w 2620546"/>
                <a:gd name="connsiteY0" fmla="*/ 92978 h 182811"/>
                <a:gd name="connsiteX1" fmla="*/ 1287413 w 2620546"/>
                <a:gd name="connsiteY1" fmla="*/ 182798 h 182811"/>
                <a:gd name="connsiteX2" fmla="*/ 205 w 2620546"/>
                <a:gd name="connsiteY2" fmla="*/ 89834 h 182811"/>
                <a:gd name="connsiteX3" fmla="*/ 1333133 w 2620546"/>
                <a:gd name="connsiteY3" fmla="*/ 13 h 182811"/>
                <a:gd name="connsiteX4" fmla="*/ 2620342 w 2620546"/>
                <a:gd name="connsiteY4" fmla="*/ 92978 h 182811"/>
                <a:gd name="connsiteX5" fmla="*/ 1310274 w 2620546"/>
                <a:gd name="connsiteY5" fmla="*/ 91358 h 182811"/>
                <a:gd name="connsiteX6" fmla="*/ 1310274 w 2620546"/>
                <a:gd name="connsiteY6" fmla="*/ 91358 h 182811"/>
                <a:gd name="connsiteX7" fmla="*/ 1310274 w 2620546"/>
                <a:gd name="connsiteY7" fmla="*/ 91358 h 182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20546" h="182811">
                  <a:moveTo>
                    <a:pt x="2620342" y="92978"/>
                  </a:moveTo>
                  <a:cubicBezTo>
                    <a:pt x="2607674" y="143460"/>
                    <a:pt x="2010932" y="183655"/>
                    <a:pt x="1287413" y="182798"/>
                  </a:cubicBezTo>
                  <a:cubicBezTo>
                    <a:pt x="563894" y="181941"/>
                    <a:pt x="-12463" y="140317"/>
                    <a:pt x="205" y="89834"/>
                  </a:cubicBezTo>
                  <a:cubicBezTo>
                    <a:pt x="12873" y="39352"/>
                    <a:pt x="609614" y="-844"/>
                    <a:pt x="1333133" y="13"/>
                  </a:cubicBezTo>
                  <a:cubicBezTo>
                    <a:pt x="2056653" y="871"/>
                    <a:pt x="2633010" y="42495"/>
                    <a:pt x="2620342" y="92978"/>
                  </a:cubicBezTo>
                  <a:close/>
                  <a:moveTo>
                    <a:pt x="1310274" y="91358"/>
                  </a:moveTo>
                  <a:lnTo>
                    <a:pt x="1310274" y="91358"/>
                  </a:lnTo>
                  <a:lnTo>
                    <a:pt x="1310274" y="91358"/>
                  </a:lnTo>
                </a:path>
              </a:pathLst>
            </a:custGeom>
            <a:gradFill flip="none" rotWithShape="1">
              <a:gsLst>
                <a:gs pos="100000">
                  <a:srgbClr val="C1CBEF"/>
                </a:gs>
                <a:gs pos="0">
                  <a:srgbClr val="4472C4"/>
                </a:gs>
              </a:gsLst>
              <a:lin ang="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6FF1F1FE-9F3E-7952-48FF-85DBE2122D53}"/>
                </a:ext>
              </a:extLst>
            </p:cNvPr>
            <p:cNvSpPr/>
            <p:nvPr/>
          </p:nvSpPr>
          <p:spPr>
            <a:xfrm>
              <a:off x="2639768" y="4279931"/>
              <a:ext cx="3935625" cy="827783"/>
            </a:xfrm>
            <a:custGeom>
              <a:avLst/>
              <a:gdLst>
                <a:gd name="connsiteX0" fmla="*/ 332392 w 3282855"/>
                <a:gd name="connsiteY0" fmla="*/ 95 h 690486"/>
                <a:gd name="connsiteX1" fmla="*/ 331534 w 3282855"/>
                <a:gd name="connsiteY1" fmla="*/ 2191 h 690486"/>
                <a:gd name="connsiteX2" fmla="*/ 1618743 w 3282855"/>
                <a:gd name="connsiteY2" fmla="*/ 95155 h 690486"/>
                <a:gd name="connsiteX3" fmla="*/ 2951672 w 3282855"/>
                <a:gd name="connsiteY3" fmla="*/ 5334 h 690486"/>
                <a:gd name="connsiteX4" fmla="*/ 3282856 w 3282855"/>
                <a:gd name="connsiteY4" fmla="*/ 577977 h 690486"/>
                <a:gd name="connsiteX5" fmla="*/ 1612933 w 3282855"/>
                <a:gd name="connsiteY5" fmla="*/ 690467 h 690486"/>
                <a:gd name="connsiteX6" fmla="*/ 255 w 3282855"/>
                <a:gd name="connsiteY6" fmla="*/ 573977 h 690486"/>
                <a:gd name="connsiteX7" fmla="*/ 1398 w 3282855"/>
                <a:gd name="connsiteY7" fmla="*/ 571310 h 690486"/>
                <a:gd name="connsiteX8" fmla="*/ 332392 w 3282855"/>
                <a:gd name="connsiteY8" fmla="*/ 0 h 690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82855" h="690486">
                  <a:moveTo>
                    <a:pt x="332392" y="95"/>
                  </a:moveTo>
                  <a:cubicBezTo>
                    <a:pt x="332011" y="762"/>
                    <a:pt x="331725" y="1524"/>
                    <a:pt x="331534" y="2191"/>
                  </a:cubicBezTo>
                  <a:cubicBezTo>
                    <a:pt x="318866" y="52673"/>
                    <a:pt x="895224" y="94297"/>
                    <a:pt x="1618743" y="95155"/>
                  </a:cubicBezTo>
                  <a:cubicBezTo>
                    <a:pt x="2342262" y="96012"/>
                    <a:pt x="2939099" y="55817"/>
                    <a:pt x="2951672" y="5334"/>
                  </a:cubicBezTo>
                  <a:lnTo>
                    <a:pt x="3282856" y="577977"/>
                  </a:lnTo>
                  <a:cubicBezTo>
                    <a:pt x="3267044" y="641223"/>
                    <a:pt x="2519332" y="691610"/>
                    <a:pt x="1612933" y="690467"/>
                  </a:cubicBezTo>
                  <a:cubicBezTo>
                    <a:pt x="706438" y="689324"/>
                    <a:pt x="-15557" y="637222"/>
                    <a:pt x="255" y="573977"/>
                  </a:cubicBezTo>
                  <a:cubicBezTo>
                    <a:pt x="445" y="573119"/>
                    <a:pt x="826" y="572167"/>
                    <a:pt x="1398" y="571310"/>
                  </a:cubicBezTo>
                  <a:cubicBezTo>
                    <a:pt x="111697" y="380905"/>
                    <a:pt x="221997" y="190405"/>
                    <a:pt x="332392" y="0"/>
                  </a:cubicBezTo>
                  <a:close/>
                </a:path>
              </a:pathLst>
            </a:custGeom>
            <a:gradFill flip="none" rotWithShape="1">
              <a:gsLst>
                <a:gs pos="33000">
                  <a:srgbClr val="4472C4">
                    <a:alpha val="90000"/>
                  </a:srgbClr>
                </a:gs>
                <a:gs pos="100000">
                  <a:srgbClr val="4FB7F6">
                    <a:alpha val="80000"/>
                  </a:srgbClr>
                </a:gs>
              </a:gsLst>
              <a:lin ang="1800000" scaled="0"/>
              <a:tileRect/>
            </a:gradFill>
            <a:ln w="9525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600" b="1">
                <a:solidFill>
                  <a:srgbClr val="43515C"/>
                </a:solidFill>
                <a:latin typeface="Arial"/>
                <a:cs typeface="Arial"/>
              </a:endParaRPr>
            </a:p>
          </p:txBody>
        </p:sp>
      </p:grpSp>
      <p:sp>
        <p:nvSpPr>
          <p:cNvPr id="489" name="TextBox 488">
            <a:extLst>
              <a:ext uri="{FF2B5EF4-FFF2-40B4-BE49-F238E27FC236}">
                <a16:creationId xmlns:a16="http://schemas.microsoft.com/office/drawing/2014/main" id="{A6DBF1AC-011F-BE20-6691-F7238F16A7A4}"/>
              </a:ext>
            </a:extLst>
          </p:cNvPr>
          <p:cNvSpPr txBox="1"/>
          <p:nvPr/>
        </p:nvSpPr>
        <p:spPr>
          <a:xfrm>
            <a:off x="3390973" y="2094985"/>
            <a:ext cx="1338110" cy="504754"/>
          </a:xfrm>
          <a:prstGeom prst="rect">
            <a:avLst/>
          </a:prstGeom>
          <a:noFill/>
        </p:spPr>
        <p:txBody>
          <a:bodyPr wrap="square" lIns="73152" tIns="36576" rIns="73152" bIns="36576" rtlCol="0">
            <a:spAutoFit/>
          </a:bodyPr>
          <a:lstStyle/>
          <a:p>
            <a:pPr algn="ctr"/>
            <a:r>
              <a:rPr lang="en-GB" sz="1400" b="1">
                <a:solidFill>
                  <a:schemeClr val="bg1"/>
                </a:solidFill>
              </a:rPr>
              <a:t>Ctuspelle Ntesqueini 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5A28B50D-F1EC-FB5D-4EA4-A2EEE9DF6A7C}"/>
              </a:ext>
            </a:extLst>
          </p:cNvPr>
          <p:cNvSpPr txBox="1"/>
          <p:nvPr/>
        </p:nvSpPr>
        <p:spPr>
          <a:xfrm>
            <a:off x="3008248" y="3410230"/>
            <a:ext cx="2165914" cy="289310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/>
          <a:p>
            <a:pPr algn="ctr"/>
            <a:r>
              <a:rPr lang="en-GB" sz="1400" b="1">
                <a:solidFill>
                  <a:schemeClr val="bg1"/>
                </a:solidFill>
              </a:rPr>
              <a:t>Psumidorc Iportadapi </a:t>
            </a:r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9DE622E2-387B-7B98-4EAB-BE752D9C60F3}"/>
              </a:ext>
            </a:extLst>
          </p:cNvPr>
          <p:cNvSpPr txBox="1"/>
          <p:nvPr/>
        </p:nvSpPr>
        <p:spPr>
          <a:xfrm>
            <a:off x="3110660" y="4631307"/>
            <a:ext cx="2016611" cy="289310"/>
          </a:xfrm>
          <a:prstGeom prst="rect">
            <a:avLst/>
          </a:prstGeom>
          <a:noFill/>
        </p:spPr>
        <p:txBody>
          <a:bodyPr wrap="square" lIns="73152" tIns="36576" rIns="73152" bIns="36576" rtlCol="0">
            <a:spAutoFit/>
          </a:bodyPr>
          <a:lstStyle/>
          <a:p>
            <a:pPr algn="ctr"/>
            <a:r>
              <a:rPr lang="en-GB" sz="1400" b="1">
                <a:solidFill>
                  <a:schemeClr val="bg1"/>
                </a:solidFill>
              </a:rPr>
              <a:t> </a:t>
            </a:r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DA5FA7D-7CB3-50D7-8DE5-347BFAAE1C38}"/>
              </a:ext>
            </a:extLst>
          </p:cNvPr>
          <p:cNvGrpSpPr/>
          <p:nvPr/>
        </p:nvGrpSpPr>
        <p:grpSpPr>
          <a:xfrm>
            <a:off x="165440" y="1723055"/>
            <a:ext cx="640082" cy="640080"/>
            <a:chOff x="356437" y="1792600"/>
            <a:chExt cx="640082" cy="640080"/>
          </a:xfrm>
        </p:grpSpPr>
        <p:sp>
          <p:nvSpPr>
            <p:cNvPr id="504" name="Oval 503">
              <a:extLst>
                <a:ext uri="{FF2B5EF4-FFF2-40B4-BE49-F238E27FC236}">
                  <a16:creationId xmlns:a16="http://schemas.microsoft.com/office/drawing/2014/main" id="{91B7510F-5953-246C-99C0-569B9C3925E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6437" y="1792600"/>
              <a:ext cx="640082" cy="640080"/>
            </a:xfrm>
            <a:prstGeom prst="ellipse">
              <a:avLst/>
            </a:prstGeom>
            <a:solidFill>
              <a:schemeClr val="bg1">
                <a:alpha val="63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square" lIns="73152" tIns="36576" rIns="73152" bIns="3657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05" name="Freeform 13">
              <a:extLst>
                <a:ext uri="{FF2B5EF4-FFF2-40B4-BE49-F238E27FC236}">
                  <a16:creationId xmlns:a16="http://schemas.microsoft.com/office/drawing/2014/main" id="{05C8295D-3A54-C4F5-6A2E-C8EFC957F1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3361" y="1918562"/>
              <a:ext cx="346234" cy="388157"/>
            </a:xfrm>
            <a:custGeom>
              <a:avLst/>
              <a:gdLst>
                <a:gd name="T0" fmla="*/ 570 w 1370"/>
                <a:gd name="T1" fmla="*/ 1374 h 1536"/>
                <a:gd name="T2" fmla="*/ 71 w 1370"/>
                <a:gd name="T3" fmla="*/ 1200 h 1536"/>
                <a:gd name="T4" fmla="*/ 103 w 1370"/>
                <a:gd name="T5" fmla="*/ 576 h 1536"/>
                <a:gd name="T6" fmla="*/ 212 w 1370"/>
                <a:gd name="T7" fmla="*/ 360 h 1536"/>
                <a:gd name="T8" fmla="*/ 657 w 1370"/>
                <a:gd name="T9" fmla="*/ 3 h 1536"/>
                <a:gd name="T10" fmla="*/ 803 w 1370"/>
                <a:gd name="T11" fmla="*/ 149 h 1536"/>
                <a:gd name="T12" fmla="*/ 1300 w 1370"/>
                <a:gd name="T13" fmla="*/ 337 h 1536"/>
                <a:gd name="T14" fmla="*/ 1267 w 1370"/>
                <a:gd name="T15" fmla="*/ 957 h 1536"/>
                <a:gd name="T16" fmla="*/ 1165 w 1370"/>
                <a:gd name="T17" fmla="*/ 1181 h 1536"/>
                <a:gd name="T18" fmla="*/ 801 w 1370"/>
                <a:gd name="T19" fmla="*/ 1449 h 1536"/>
                <a:gd name="T20" fmla="*/ 1222 w 1370"/>
                <a:gd name="T21" fmla="*/ 967 h 1536"/>
                <a:gd name="T22" fmla="*/ 1161 w 1370"/>
                <a:gd name="T23" fmla="*/ 531 h 1536"/>
                <a:gd name="T24" fmla="*/ 1060 w 1370"/>
                <a:gd name="T25" fmla="*/ 526 h 1536"/>
                <a:gd name="T26" fmla="*/ 1119 w 1370"/>
                <a:gd name="T27" fmla="*/ 398 h 1536"/>
                <a:gd name="T28" fmla="*/ 708 w 1370"/>
                <a:gd name="T29" fmla="*/ 252 h 1536"/>
                <a:gd name="T30" fmla="*/ 662 w 1370"/>
                <a:gd name="T31" fmla="*/ 251 h 1536"/>
                <a:gd name="T32" fmla="*/ 248 w 1370"/>
                <a:gd name="T33" fmla="*/ 400 h 1536"/>
                <a:gd name="T34" fmla="*/ 310 w 1370"/>
                <a:gd name="T35" fmla="*/ 525 h 1536"/>
                <a:gd name="T36" fmla="*/ 209 w 1370"/>
                <a:gd name="T37" fmla="*/ 530 h 1536"/>
                <a:gd name="T38" fmla="*/ 159 w 1370"/>
                <a:gd name="T39" fmla="*/ 976 h 1536"/>
                <a:gd name="T40" fmla="*/ 322 w 1370"/>
                <a:gd name="T41" fmla="*/ 978 h 1536"/>
                <a:gd name="T42" fmla="*/ 242 w 1370"/>
                <a:gd name="T43" fmla="*/ 1118 h 1536"/>
                <a:gd name="T44" fmla="*/ 650 w 1370"/>
                <a:gd name="T45" fmla="*/ 1300 h 1536"/>
                <a:gd name="T46" fmla="*/ 707 w 1370"/>
                <a:gd name="T47" fmla="*/ 1212 h 1536"/>
                <a:gd name="T48" fmla="*/ 1123 w 1370"/>
                <a:gd name="T49" fmla="*/ 1136 h 1536"/>
                <a:gd name="T50" fmla="*/ 1056 w 1370"/>
                <a:gd name="T51" fmla="*/ 1007 h 1536"/>
                <a:gd name="T52" fmla="*/ 1149 w 1370"/>
                <a:gd name="T53" fmla="*/ 1010 h 1536"/>
                <a:gd name="T54" fmla="*/ 761 w 1370"/>
                <a:gd name="T55" fmla="*/ 121 h 1536"/>
                <a:gd name="T56" fmla="*/ 1321 w 1370"/>
                <a:gd name="T57" fmla="*/ 1091 h 1536"/>
                <a:gd name="T58" fmla="*/ 761 w 1370"/>
                <a:gd name="T59" fmla="*/ 1414 h 1536"/>
                <a:gd name="T60" fmla="*/ 761 w 1370"/>
                <a:gd name="T61" fmla="*/ 1414 h 1536"/>
                <a:gd name="T62" fmla="*/ 49 w 1370"/>
                <a:gd name="T63" fmla="*/ 1092 h 1536"/>
                <a:gd name="T64" fmla="*/ 201 w 1370"/>
                <a:gd name="T65" fmla="*/ 445 h 1536"/>
                <a:gd name="T66" fmla="*/ 1169 w 1370"/>
                <a:gd name="T67" fmla="*/ 444 h 1536"/>
                <a:gd name="T68" fmla="*/ 584 w 1370"/>
                <a:gd name="T69" fmla="*/ 733 h 1536"/>
                <a:gd name="T70" fmla="*/ 460 w 1370"/>
                <a:gd name="T71" fmla="*/ 676 h 1536"/>
                <a:gd name="T72" fmla="*/ 329 w 1370"/>
                <a:gd name="T73" fmla="*/ 809 h 1536"/>
                <a:gd name="T74" fmla="*/ 428 w 1370"/>
                <a:gd name="T75" fmla="*/ 640 h 1536"/>
                <a:gd name="T76" fmla="*/ 676 w 1370"/>
                <a:gd name="T77" fmla="*/ 493 h 1536"/>
                <a:gd name="T78" fmla="*/ 949 w 1370"/>
                <a:gd name="T79" fmla="*/ 632 h 1536"/>
                <a:gd name="T80" fmla="*/ 1020 w 1370"/>
                <a:gd name="T81" fmla="*/ 837 h 1536"/>
                <a:gd name="T82" fmla="*/ 828 w 1370"/>
                <a:gd name="T83" fmla="*/ 681 h 1536"/>
                <a:gd name="T84" fmla="*/ 883 w 1370"/>
                <a:gd name="T85" fmla="*/ 895 h 1536"/>
                <a:gd name="T86" fmla="*/ 729 w 1370"/>
                <a:gd name="T87" fmla="*/ 765 h 1536"/>
                <a:gd name="T88" fmla="*/ 530 w 1370"/>
                <a:gd name="T89" fmla="*/ 909 h 1536"/>
                <a:gd name="T90" fmla="*/ 584 w 1370"/>
                <a:gd name="T91" fmla="*/ 733 h 1536"/>
                <a:gd name="T92" fmla="*/ 590 w 1370"/>
                <a:gd name="T93" fmla="*/ 631 h 1536"/>
                <a:gd name="T94" fmla="*/ 501 w 1370"/>
                <a:gd name="T95" fmla="*/ 452 h 1536"/>
                <a:gd name="T96" fmla="*/ 935 w 1370"/>
                <a:gd name="T97" fmla="*/ 556 h 1536"/>
                <a:gd name="T98" fmla="*/ 502 w 1370"/>
                <a:gd name="T99" fmla="*/ 1089 h 1536"/>
                <a:gd name="T100" fmla="*/ 896 w 1370"/>
                <a:gd name="T101" fmla="*/ 1111 h 1536"/>
                <a:gd name="T102" fmla="*/ 873 w 1370"/>
                <a:gd name="T103" fmla="*/ 1045 h 1536"/>
                <a:gd name="T104" fmla="*/ 784 w 1370"/>
                <a:gd name="T105" fmla="*/ 1024 h 1536"/>
                <a:gd name="T106" fmla="*/ 575 w 1370"/>
                <a:gd name="T107" fmla="*/ 1001 h 1536"/>
                <a:gd name="T108" fmla="*/ 575 w 1370"/>
                <a:gd name="T109" fmla="*/ 1001 h 1536"/>
                <a:gd name="T110" fmla="*/ 653 w 1370"/>
                <a:gd name="T111" fmla="*/ 1045 h 1536"/>
                <a:gd name="T112" fmla="*/ 475 w 1370"/>
                <a:gd name="T113" fmla="*/ 1023 h 1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70" h="1536">
                  <a:moveTo>
                    <a:pt x="667" y="1536"/>
                  </a:moveTo>
                  <a:cubicBezTo>
                    <a:pt x="656" y="1532"/>
                    <a:pt x="644" y="1529"/>
                    <a:pt x="633" y="1524"/>
                  </a:cubicBezTo>
                  <a:cubicBezTo>
                    <a:pt x="581" y="1500"/>
                    <a:pt x="554" y="1443"/>
                    <a:pt x="567" y="1387"/>
                  </a:cubicBezTo>
                  <a:cubicBezTo>
                    <a:pt x="568" y="1383"/>
                    <a:pt x="569" y="1379"/>
                    <a:pt x="570" y="1374"/>
                  </a:cubicBezTo>
                  <a:cubicBezTo>
                    <a:pt x="545" y="1360"/>
                    <a:pt x="521" y="1346"/>
                    <a:pt x="496" y="1332"/>
                  </a:cubicBezTo>
                  <a:cubicBezTo>
                    <a:pt x="407" y="1280"/>
                    <a:pt x="318" y="1229"/>
                    <a:pt x="229" y="1177"/>
                  </a:cubicBezTo>
                  <a:cubicBezTo>
                    <a:pt x="220" y="1172"/>
                    <a:pt x="215" y="1172"/>
                    <a:pt x="207" y="1179"/>
                  </a:cubicBezTo>
                  <a:cubicBezTo>
                    <a:pt x="169" y="1215"/>
                    <a:pt x="116" y="1222"/>
                    <a:pt x="71" y="1200"/>
                  </a:cubicBezTo>
                  <a:cubicBezTo>
                    <a:pt x="26" y="1178"/>
                    <a:pt x="0" y="1132"/>
                    <a:pt x="4" y="1081"/>
                  </a:cubicBezTo>
                  <a:cubicBezTo>
                    <a:pt x="8" y="1032"/>
                    <a:pt x="42" y="990"/>
                    <a:pt x="91" y="975"/>
                  </a:cubicBezTo>
                  <a:cubicBezTo>
                    <a:pt x="101" y="973"/>
                    <a:pt x="103" y="969"/>
                    <a:pt x="103" y="960"/>
                  </a:cubicBezTo>
                  <a:cubicBezTo>
                    <a:pt x="102" y="832"/>
                    <a:pt x="103" y="704"/>
                    <a:pt x="103" y="576"/>
                  </a:cubicBezTo>
                  <a:cubicBezTo>
                    <a:pt x="103" y="568"/>
                    <a:pt x="102" y="564"/>
                    <a:pt x="93" y="561"/>
                  </a:cubicBezTo>
                  <a:cubicBezTo>
                    <a:pt x="42" y="545"/>
                    <a:pt x="8" y="504"/>
                    <a:pt x="4" y="455"/>
                  </a:cubicBezTo>
                  <a:cubicBezTo>
                    <a:pt x="0" y="403"/>
                    <a:pt x="28" y="356"/>
                    <a:pt x="74" y="335"/>
                  </a:cubicBezTo>
                  <a:cubicBezTo>
                    <a:pt x="121" y="313"/>
                    <a:pt x="172" y="322"/>
                    <a:pt x="212" y="360"/>
                  </a:cubicBezTo>
                  <a:cubicBezTo>
                    <a:pt x="213" y="362"/>
                    <a:pt x="215" y="363"/>
                    <a:pt x="218" y="365"/>
                  </a:cubicBezTo>
                  <a:cubicBezTo>
                    <a:pt x="335" y="297"/>
                    <a:pt x="452" y="229"/>
                    <a:pt x="570" y="161"/>
                  </a:cubicBezTo>
                  <a:cubicBezTo>
                    <a:pt x="563" y="136"/>
                    <a:pt x="561" y="111"/>
                    <a:pt x="569" y="87"/>
                  </a:cubicBezTo>
                  <a:cubicBezTo>
                    <a:pt x="583" y="43"/>
                    <a:pt x="613" y="15"/>
                    <a:pt x="657" y="3"/>
                  </a:cubicBezTo>
                  <a:cubicBezTo>
                    <a:pt x="661" y="2"/>
                    <a:pt x="664" y="1"/>
                    <a:pt x="667" y="0"/>
                  </a:cubicBezTo>
                  <a:cubicBezTo>
                    <a:pt x="679" y="0"/>
                    <a:pt x="691" y="0"/>
                    <a:pt x="703" y="0"/>
                  </a:cubicBezTo>
                  <a:cubicBezTo>
                    <a:pt x="711" y="3"/>
                    <a:pt x="719" y="5"/>
                    <a:pt x="727" y="8"/>
                  </a:cubicBezTo>
                  <a:cubicBezTo>
                    <a:pt x="784" y="29"/>
                    <a:pt x="816" y="89"/>
                    <a:pt x="803" y="149"/>
                  </a:cubicBezTo>
                  <a:cubicBezTo>
                    <a:pt x="802" y="153"/>
                    <a:pt x="801" y="157"/>
                    <a:pt x="800" y="162"/>
                  </a:cubicBezTo>
                  <a:cubicBezTo>
                    <a:pt x="917" y="229"/>
                    <a:pt x="1034" y="297"/>
                    <a:pt x="1152" y="365"/>
                  </a:cubicBezTo>
                  <a:cubicBezTo>
                    <a:pt x="1158" y="360"/>
                    <a:pt x="1163" y="356"/>
                    <a:pt x="1168" y="351"/>
                  </a:cubicBezTo>
                  <a:cubicBezTo>
                    <a:pt x="1209" y="319"/>
                    <a:pt x="1254" y="313"/>
                    <a:pt x="1300" y="337"/>
                  </a:cubicBezTo>
                  <a:cubicBezTo>
                    <a:pt x="1347" y="361"/>
                    <a:pt x="1368" y="401"/>
                    <a:pt x="1366" y="454"/>
                  </a:cubicBezTo>
                  <a:cubicBezTo>
                    <a:pt x="1364" y="500"/>
                    <a:pt x="1331" y="543"/>
                    <a:pt x="1286" y="558"/>
                  </a:cubicBezTo>
                  <a:cubicBezTo>
                    <a:pt x="1270" y="563"/>
                    <a:pt x="1267" y="570"/>
                    <a:pt x="1267" y="585"/>
                  </a:cubicBezTo>
                  <a:cubicBezTo>
                    <a:pt x="1268" y="709"/>
                    <a:pt x="1268" y="833"/>
                    <a:pt x="1267" y="957"/>
                  </a:cubicBezTo>
                  <a:cubicBezTo>
                    <a:pt x="1267" y="968"/>
                    <a:pt x="1270" y="973"/>
                    <a:pt x="1281" y="976"/>
                  </a:cubicBezTo>
                  <a:cubicBezTo>
                    <a:pt x="1328" y="990"/>
                    <a:pt x="1362" y="1033"/>
                    <a:pt x="1366" y="1081"/>
                  </a:cubicBezTo>
                  <a:cubicBezTo>
                    <a:pt x="1370" y="1131"/>
                    <a:pt x="1344" y="1178"/>
                    <a:pt x="1299" y="1200"/>
                  </a:cubicBezTo>
                  <a:cubicBezTo>
                    <a:pt x="1255" y="1222"/>
                    <a:pt x="1202" y="1215"/>
                    <a:pt x="1165" y="1181"/>
                  </a:cubicBezTo>
                  <a:cubicBezTo>
                    <a:pt x="1155" y="1172"/>
                    <a:pt x="1149" y="1173"/>
                    <a:pt x="1138" y="1179"/>
                  </a:cubicBezTo>
                  <a:cubicBezTo>
                    <a:pt x="1030" y="1242"/>
                    <a:pt x="921" y="1304"/>
                    <a:pt x="813" y="1367"/>
                  </a:cubicBezTo>
                  <a:cubicBezTo>
                    <a:pt x="809" y="1370"/>
                    <a:pt x="805" y="1372"/>
                    <a:pt x="800" y="1375"/>
                  </a:cubicBezTo>
                  <a:cubicBezTo>
                    <a:pt x="807" y="1400"/>
                    <a:pt x="809" y="1425"/>
                    <a:pt x="801" y="1449"/>
                  </a:cubicBezTo>
                  <a:cubicBezTo>
                    <a:pt x="787" y="1492"/>
                    <a:pt x="758" y="1520"/>
                    <a:pt x="714" y="1532"/>
                  </a:cubicBezTo>
                  <a:cubicBezTo>
                    <a:pt x="710" y="1534"/>
                    <a:pt x="707" y="1535"/>
                    <a:pt x="703" y="1536"/>
                  </a:cubicBezTo>
                  <a:cubicBezTo>
                    <a:pt x="691" y="1536"/>
                    <a:pt x="679" y="1536"/>
                    <a:pt x="667" y="1536"/>
                  </a:cubicBezTo>
                  <a:close/>
                  <a:moveTo>
                    <a:pt x="1222" y="967"/>
                  </a:moveTo>
                  <a:cubicBezTo>
                    <a:pt x="1222" y="970"/>
                    <a:pt x="1222" y="968"/>
                    <a:pt x="1222" y="967"/>
                  </a:cubicBezTo>
                  <a:cubicBezTo>
                    <a:pt x="1222" y="836"/>
                    <a:pt x="1222" y="705"/>
                    <a:pt x="1223" y="574"/>
                  </a:cubicBezTo>
                  <a:cubicBezTo>
                    <a:pt x="1223" y="566"/>
                    <a:pt x="1219" y="564"/>
                    <a:pt x="1212" y="560"/>
                  </a:cubicBezTo>
                  <a:cubicBezTo>
                    <a:pt x="1195" y="552"/>
                    <a:pt x="1177" y="542"/>
                    <a:pt x="1161" y="531"/>
                  </a:cubicBezTo>
                  <a:cubicBezTo>
                    <a:pt x="1154" y="526"/>
                    <a:pt x="1150" y="525"/>
                    <a:pt x="1143" y="529"/>
                  </a:cubicBezTo>
                  <a:cubicBezTo>
                    <a:pt x="1123" y="541"/>
                    <a:pt x="1103" y="553"/>
                    <a:pt x="1082" y="564"/>
                  </a:cubicBezTo>
                  <a:cubicBezTo>
                    <a:pt x="1067" y="573"/>
                    <a:pt x="1054" y="570"/>
                    <a:pt x="1047" y="558"/>
                  </a:cubicBezTo>
                  <a:cubicBezTo>
                    <a:pt x="1041" y="546"/>
                    <a:pt x="1045" y="534"/>
                    <a:pt x="1060" y="526"/>
                  </a:cubicBezTo>
                  <a:cubicBezTo>
                    <a:pt x="1080" y="514"/>
                    <a:pt x="1100" y="502"/>
                    <a:pt x="1121" y="490"/>
                  </a:cubicBezTo>
                  <a:cubicBezTo>
                    <a:pt x="1128" y="486"/>
                    <a:pt x="1129" y="482"/>
                    <a:pt x="1128" y="474"/>
                  </a:cubicBezTo>
                  <a:cubicBezTo>
                    <a:pt x="1127" y="455"/>
                    <a:pt x="1126" y="435"/>
                    <a:pt x="1128" y="416"/>
                  </a:cubicBezTo>
                  <a:cubicBezTo>
                    <a:pt x="1129" y="406"/>
                    <a:pt x="1127" y="402"/>
                    <a:pt x="1119" y="398"/>
                  </a:cubicBezTo>
                  <a:cubicBezTo>
                    <a:pt x="1074" y="372"/>
                    <a:pt x="1029" y="346"/>
                    <a:pt x="984" y="320"/>
                  </a:cubicBezTo>
                  <a:cubicBezTo>
                    <a:pt x="915" y="280"/>
                    <a:pt x="847" y="240"/>
                    <a:pt x="783" y="203"/>
                  </a:cubicBezTo>
                  <a:cubicBezTo>
                    <a:pt x="758" y="216"/>
                    <a:pt x="735" y="227"/>
                    <a:pt x="714" y="239"/>
                  </a:cubicBezTo>
                  <a:cubicBezTo>
                    <a:pt x="711" y="241"/>
                    <a:pt x="708" y="248"/>
                    <a:pt x="708" y="252"/>
                  </a:cubicBezTo>
                  <a:cubicBezTo>
                    <a:pt x="707" y="276"/>
                    <a:pt x="708" y="300"/>
                    <a:pt x="707" y="324"/>
                  </a:cubicBezTo>
                  <a:cubicBezTo>
                    <a:pt x="707" y="336"/>
                    <a:pt x="703" y="346"/>
                    <a:pt x="690" y="348"/>
                  </a:cubicBezTo>
                  <a:cubicBezTo>
                    <a:pt x="675" y="352"/>
                    <a:pt x="663" y="342"/>
                    <a:pt x="663" y="325"/>
                  </a:cubicBezTo>
                  <a:cubicBezTo>
                    <a:pt x="662" y="300"/>
                    <a:pt x="663" y="276"/>
                    <a:pt x="662" y="251"/>
                  </a:cubicBezTo>
                  <a:cubicBezTo>
                    <a:pt x="662" y="247"/>
                    <a:pt x="658" y="241"/>
                    <a:pt x="654" y="238"/>
                  </a:cubicBezTo>
                  <a:cubicBezTo>
                    <a:pt x="633" y="227"/>
                    <a:pt x="612" y="216"/>
                    <a:pt x="591" y="205"/>
                  </a:cubicBezTo>
                  <a:cubicBezTo>
                    <a:pt x="592" y="202"/>
                    <a:pt x="591" y="202"/>
                    <a:pt x="590" y="202"/>
                  </a:cubicBezTo>
                  <a:cubicBezTo>
                    <a:pt x="476" y="268"/>
                    <a:pt x="362" y="334"/>
                    <a:pt x="248" y="400"/>
                  </a:cubicBezTo>
                  <a:cubicBezTo>
                    <a:pt x="244" y="402"/>
                    <a:pt x="242" y="409"/>
                    <a:pt x="242" y="414"/>
                  </a:cubicBezTo>
                  <a:cubicBezTo>
                    <a:pt x="241" y="434"/>
                    <a:pt x="243" y="454"/>
                    <a:pt x="241" y="475"/>
                  </a:cubicBezTo>
                  <a:cubicBezTo>
                    <a:pt x="241" y="482"/>
                    <a:pt x="242" y="486"/>
                    <a:pt x="249" y="490"/>
                  </a:cubicBezTo>
                  <a:cubicBezTo>
                    <a:pt x="269" y="501"/>
                    <a:pt x="289" y="513"/>
                    <a:pt x="310" y="525"/>
                  </a:cubicBezTo>
                  <a:cubicBezTo>
                    <a:pt x="325" y="534"/>
                    <a:pt x="329" y="546"/>
                    <a:pt x="322" y="558"/>
                  </a:cubicBezTo>
                  <a:cubicBezTo>
                    <a:pt x="315" y="571"/>
                    <a:pt x="303" y="573"/>
                    <a:pt x="287" y="564"/>
                  </a:cubicBezTo>
                  <a:cubicBezTo>
                    <a:pt x="267" y="552"/>
                    <a:pt x="246" y="541"/>
                    <a:pt x="226" y="529"/>
                  </a:cubicBezTo>
                  <a:cubicBezTo>
                    <a:pt x="220" y="525"/>
                    <a:pt x="216" y="526"/>
                    <a:pt x="209" y="530"/>
                  </a:cubicBezTo>
                  <a:cubicBezTo>
                    <a:pt x="193" y="542"/>
                    <a:pt x="175" y="552"/>
                    <a:pt x="157" y="561"/>
                  </a:cubicBezTo>
                  <a:cubicBezTo>
                    <a:pt x="150" y="564"/>
                    <a:pt x="147" y="567"/>
                    <a:pt x="147" y="575"/>
                  </a:cubicBezTo>
                  <a:cubicBezTo>
                    <a:pt x="148" y="704"/>
                    <a:pt x="148" y="832"/>
                    <a:pt x="147" y="961"/>
                  </a:cubicBezTo>
                  <a:cubicBezTo>
                    <a:pt x="147" y="970"/>
                    <a:pt x="151" y="972"/>
                    <a:pt x="159" y="976"/>
                  </a:cubicBezTo>
                  <a:cubicBezTo>
                    <a:pt x="176" y="984"/>
                    <a:pt x="193" y="993"/>
                    <a:pt x="208" y="1005"/>
                  </a:cubicBezTo>
                  <a:cubicBezTo>
                    <a:pt x="216" y="1010"/>
                    <a:pt x="220" y="1011"/>
                    <a:pt x="228" y="1006"/>
                  </a:cubicBezTo>
                  <a:cubicBezTo>
                    <a:pt x="247" y="994"/>
                    <a:pt x="267" y="983"/>
                    <a:pt x="287" y="972"/>
                  </a:cubicBezTo>
                  <a:cubicBezTo>
                    <a:pt x="303" y="963"/>
                    <a:pt x="315" y="965"/>
                    <a:pt x="322" y="978"/>
                  </a:cubicBezTo>
                  <a:cubicBezTo>
                    <a:pt x="329" y="990"/>
                    <a:pt x="325" y="1002"/>
                    <a:pt x="309" y="1011"/>
                  </a:cubicBezTo>
                  <a:cubicBezTo>
                    <a:pt x="289" y="1023"/>
                    <a:pt x="269" y="1035"/>
                    <a:pt x="248" y="1046"/>
                  </a:cubicBezTo>
                  <a:cubicBezTo>
                    <a:pt x="241" y="1050"/>
                    <a:pt x="241" y="1054"/>
                    <a:pt x="242" y="1061"/>
                  </a:cubicBezTo>
                  <a:cubicBezTo>
                    <a:pt x="243" y="1080"/>
                    <a:pt x="245" y="1099"/>
                    <a:pt x="242" y="1118"/>
                  </a:cubicBezTo>
                  <a:cubicBezTo>
                    <a:pt x="241" y="1130"/>
                    <a:pt x="243" y="1134"/>
                    <a:pt x="253" y="1140"/>
                  </a:cubicBezTo>
                  <a:cubicBezTo>
                    <a:pt x="327" y="1182"/>
                    <a:pt x="402" y="1225"/>
                    <a:pt x="476" y="1268"/>
                  </a:cubicBezTo>
                  <a:cubicBezTo>
                    <a:pt x="515" y="1291"/>
                    <a:pt x="554" y="1313"/>
                    <a:pt x="588" y="1333"/>
                  </a:cubicBezTo>
                  <a:cubicBezTo>
                    <a:pt x="611" y="1321"/>
                    <a:pt x="630" y="1309"/>
                    <a:pt x="650" y="1300"/>
                  </a:cubicBezTo>
                  <a:cubicBezTo>
                    <a:pt x="659" y="1295"/>
                    <a:pt x="663" y="1292"/>
                    <a:pt x="663" y="1282"/>
                  </a:cubicBezTo>
                  <a:cubicBezTo>
                    <a:pt x="662" y="1258"/>
                    <a:pt x="662" y="1235"/>
                    <a:pt x="663" y="1211"/>
                  </a:cubicBezTo>
                  <a:cubicBezTo>
                    <a:pt x="663" y="1194"/>
                    <a:pt x="676" y="1184"/>
                    <a:pt x="691" y="1188"/>
                  </a:cubicBezTo>
                  <a:cubicBezTo>
                    <a:pt x="703" y="1191"/>
                    <a:pt x="707" y="1201"/>
                    <a:pt x="707" y="1212"/>
                  </a:cubicBezTo>
                  <a:cubicBezTo>
                    <a:pt x="708" y="1236"/>
                    <a:pt x="707" y="1260"/>
                    <a:pt x="708" y="1284"/>
                  </a:cubicBezTo>
                  <a:cubicBezTo>
                    <a:pt x="708" y="1288"/>
                    <a:pt x="711" y="1295"/>
                    <a:pt x="714" y="1297"/>
                  </a:cubicBezTo>
                  <a:cubicBezTo>
                    <a:pt x="736" y="1309"/>
                    <a:pt x="758" y="1320"/>
                    <a:pt x="783" y="1333"/>
                  </a:cubicBezTo>
                  <a:cubicBezTo>
                    <a:pt x="893" y="1269"/>
                    <a:pt x="1008" y="1203"/>
                    <a:pt x="1123" y="1136"/>
                  </a:cubicBezTo>
                  <a:cubicBezTo>
                    <a:pt x="1126" y="1134"/>
                    <a:pt x="1128" y="1126"/>
                    <a:pt x="1128" y="1121"/>
                  </a:cubicBezTo>
                  <a:cubicBezTo>
                    <a:pt x="1128" y="1103"/>
                    <a:pt x="1125" y="1083"/>
                    <a:pt x="1128" y="1065"/>
                  </a:cubicBezTo>
                  <a:cubicBezTo>
                    <a:pt x="1129" y="1053"/>
                    <a:pt x="1127" y="1048"/>
                    <a:pt x="1117" y="1043"/>
                  </a:cubicBezTo>
                  <a:cubicBezTo>
                    <a:pt x="1096" y="1032"/>
                    <a:pt x="1076" y="1021"/>
                    <a:pt x="1056" y="1007"/>
                  </a:cubicBezTo>
                  <a:cubicBezTo>
                    <a:pt x="1050" y="1003"/>
                    <a:pt x="1045" y="991"/>
                    <a:pt x="1046" y="984"/>
                  </a:cubicBezTo>
                  <a:cubicBezTo>
                    <a:pt x="1047" y="977"/>
                    <a:pt x="1057" y="970"/>
                    <a:pt x="1064" y="967"/>
                  </a:cubicBezTo>
                  <a:cubicBezTo>
                    <a:pt x="1069" y="965"/>
                    <a:pt x="1078" y="969"/>
                    <a:pt x="1083" y="972"/>
                  </a:cubicBezTo>
                  <a:cubicBezTo>
                    <a:pt x="1107" y="985"/>
                    <a:pt x="1130" y="999"/>
                    <a:pt x="1149" y="1010"/>
                  </a:cubicBezTo>
                  <a:cubicBezTo>
                    <a:pt x="1175" y="995"/>
                    <a:pt x="1198" y="982"/>
                    <a:pt x="1222" y="967"/>
                  </a:cubicBezTo>
                  <a:close/>
                  <a:moveTo>
                    <a:pt x="609" y="122"/>
                  </a:moveTo>
                  <a:cubicBezTo>
                    <a:pt x="609" y="164"/>
                    <a:pt x="644" y="198"/>
                    <a:pt x="686" y="197"/>
                  </a:cubicBezTo>
                  <a:cubicBezTo>
                    <a:pt x="727" y="197"/>
                    <a:pt x="761" y="163"/>
                    <a:pt x="761" y="121"/>
                  </a:cubicBezTo>
                  <a:cubicBezTo>
                    <a:pt x="761" y="79"/>
                    <a:pt x="727" y="45"/>
                    <a:pt x="685" y="45"/>
                  </a:cubicBezTo>
                  <a:cubicBezTo>
                    <a:pt x="643" y="45"/>
                    <a:pt x="609" y="79"/>
                    <a:pt x="609" y="122"/>
                  </a:cubicBezTo>
                  <a:close/>
                  <a:moveTo>
                    <a:pt x="1245" y="1167"/>
                  </a:moveTo>
                  <a:cubicBezTo>
                    <a:pt x="1288" y="1167"/>
                    <a:pt x="1321" y="1133"/>
                    <a:pt x="1321" y="1091"/>
                  </a:cubicBezTo>
                  <a:cubicBezTo>
                    <a:pt x="1321" y="1049"/>
                    <a:pt x="1287" y="1016"/>
                    <a:pt x="1246" y="1015"/>
                  </a:cubicBezTo>
                  <a:cubicBezTo>
                    <a:pt x="1204" y="1015"/>
                    <a:pt x="1169" y="1049"/>
                    <a:pt x="1169" y="1091"/>
                  </a:cubicBezTo>
                  <a:cubicBezTo>
                    <a:pt x="1169" y="1133"/>
                    <a:pt x="1203" y="1167"/>
                    <a:pt x="1245" y="1167"/>
                  </a:cubicBezTo>
                  <a:close/>
                  <a:moveTo>
                    <a:pt x="761" y="1414"/>
                  </a:moveTo>
                  <a:cubicBezTo>
                    <a:pt x="760" y="1372"/>
                    <a:pt x="726" y="1338"/>
                    <a:pt x="684" y="1339"/>
                  </a:cubicBezTo>
                  <a:cubicBezTo>
                    <a:pt x="642" y="1339"/>
                    <a:pt x="609" y="1373"/>
                    <a:pt x="609" y="1415"/>
                  </a:cubicBezTo>
                  <a:cubicBezTo>
                    <a:pt x="609" y="1457"/>
                    <a:pt x="643" y="1491"/>
                    <a:pt x="685" y="1491"/>
                  </a:cubicBezTo>
                  <a:cubicBezTo>
                    <a:pt x="727" y="1491"/>
                    <a:pt x="761" y="1457"/>
                    <a:pt x="761" y="1414"/>
                  </a:cubicBezTo>
                  <a:close/>
                  <a:moveTo>
                    <a:pt x="125" y="1167"/>
                  </a:moveTo>
                  <a:cubicBezTo>
                    <a:pt x="167" y="1167"/>
                    <a:pt x="202" y="1132"/>
                    <a:pt x="201" y="1091"/>
                  </a:cubicBezTo>
                  <a:cubicBezTo>
                    <a:pt x="200" y="1049"/>
                    <a:pt x="166" y="1016"/>
                    <a:pt x="125" y="1015"/>
                  </a:cubicBezTo>
                  <a:cubicBezTo>
                    <a:pt x="83" y="1015"/>
                    <a:pt x="49" y="1049"/>
                    <a:pt x="49" y="1092"/>
                  </a:cubicBezTo>
                  <a:cubicBezTo>
                    <a:pt x="49" y="1134"/>
                    <a:pt x="83" y="1168"/>
                    <a:pt x="125" y="1167"/>
                  </a:cubicBezTo>
                  <a:close/>
                  <a:moveTo>
                    <a:pt x="49" y="445"/>
                  </a:moveTo>
                  <a:cubicBezTo>
                    <a:pt x="49" y="487"/>
                    <a:pt x="84" y="521"/>
                    <a:pt x="126" y="520"/>
                  </a:cubicBezTo>
                  <a:cubicBezTo>
                    <a:pt x="167" y="520"/>
                    <a:pt x="201" y="486"/>
                    <a:pt x="201" y="445"/>
                  </a:cubicBezTo>
                  <a:cubicBezTo>
                    <a:pt x="201" y="403"/>
                    <a:pt x="167" y="368"/>
                    <a:pt x="125" y="369"/>
                  </a:cubicBezTo>
                  <a:cubicBezTo>
                    <a:pt x="82" y="369"/>
                    <a:pt x="49" y="402"/>
                    <a:pt x="49" y="445"/>
                  </a:cubicBezTo>
                  <a:close/>
                  <a:moveTo>
                    <a:pt x="1246" y="369"/>
                  </a:moveTo>
                  <a:cubicBezTo>
                    <a:pt x="1204" y="368"/>
                    <a:pt x="1169" y="402"/>
                    <a:pt x="1169" y="444"/>
                  </a:cubicBezTo>
                  <a:cubicBezTo>
                    <a:pt x="1169" y="486"/>
                    <a:pt x="1203" y="521"/>
                    <a:pt x="1245" y="520"/>
                  </a:cubicBezTo>
                  <a:cubicBezTo>
                    <a:pt x="1287" y="520"/>
                    <a:pt x="1321" y="487"/>
                    <a:pt x="1321" y="445"/>
                  </a:cubicBezTo>
                  <a:cubicBezTo>
                    <a:pt x="1321" y="403"/>
                    <a:pt x="1288" y="369"/>
                    <a:pt x="1246" y="369"/>
                  </a:cubicBezTo>
                  <a:close/>
                  <a:moveTo>
                    <a:pt x="584" y="733"/>
                  </a:moveTo>
                  <a:cubicBezTo>
                    <a:pt x="575" y="717"/>
                    <a:pt x="566" y="702"/>
                    <a:pt x="556" y="687"/>
                  </a:cubicBezTo>
                  <a:cubicBezTo>
                    <a:pt x="554" y="684"/>
                    <a:pt x="549" y="682"/>
                    <a:pt x="545" y="681"/>
                  </a:cubicBezTo>
                  <a:cubicBezTo>
                    <a:pt x="523" y="678"/>
                    <a:pt x="501" y="675"/>
                    <a:pt x="479" y="673"/>
                  </a:cubicBezTo>
                  <a:cubicBezTo>
                    <a:pt x="473" y="672"/>
                    <a:pt x="466" y="674"/>
                    <a:pt x="460" y="676"/>
                  </a:cubicBezTo>
                  <a:cubicBezTo>
                    <a:pt x="409" y="703"/>
                    <a:pt x="380" y="746"/>
                    <a:pt x="374" y="803"/>
                  </a:cubicBezTo>
                  <a:cubicBezTo>
                    <a:pt x="374" y="806"/>
                    <a:pt x="374" y="809"/>
                    <a:pt x="374" y="812"/>
                  </a:cubicBezTo>
                  <a:cubicBezTo>
                    <a:pt x="372" y="828"/>
                    <a:pt x="363" y="838"/>
                    <a:pt x="350" y="837"/>
                  </a:cubicBezTo>
                  <a:cubicBezTo>
                    <a:pt x="337" y="836"/>
                    <a:pt x="327" y="825"/>
                    <a:pt x="329" y="809"/>
                  </a:cubicBezTo>
                  <a:cubicBezTo>
                    <a:pt x="333" y="785"/>
                    <a:pt x="337" y="760"/>
                    <a:pt x="346" y="737"/>
                  </a:cubicBezTo>
                  <a:cubicBezTo>
                    <a:pt x="359" y="700"/>
                    <a:pt x="385" y="671"/>
                    <a:pt x="418" y="649"/>
                  </a:cubicBezTo>
                  <a:cubicBezTo>
                    <a:pt x="421" y="647"/>
                    <a:pt x="424" y="645"/>
                    <a:pt x="426" y="643"/>
                  </a:cubicBezTo>
                  <a:cubicBezTo>
                    <a:pt x="427" y="643"/>
                    <a:pt x="427" y="642"/>
                    <a:pt x="428" y="640"/>
                  </a:cubicBezTo>
                  <a:cubicBezTo>
                    <a:pt x="409" y="619"/>
                    <a:pt x="395" y="594"/>
                    <a:pt x="390" y="564"/>
                  </a:cubicBezTo>
                  <a:cubicBezTo>
                    <a:pt x="380" y="495"/>
                    <a:pt x="421" y="429"/>
                    <a:pt x="487" y="409"/>
                  </a:cubicBezTo>
                  <a:cubicBezTo>
                    <a:pt x="552" y="388"/>
                    <a:pt x="623" y="419"/>
                    <a:pt x="653" y="481"/>
                  </a:cubicBezTo>
                  <a:cubicBezTo>
                    <a:pt x="659" y="493"/>
                    <a:pt x="665" y="497"/>
                    <a:pt x="676" y="493"/>
                  </a:cubicBezTo>
                  <a:cubicBezTo>
                    <a:pt x="677" y="493"/>
                    <a:pt x="677" y="493"/>
                    <a:pt x="678" y="493"/>
                  </a:cubicBezTo>
                  <a:cubicBezTo>
                    <a:pt x="704" y="500"/>
                    <a:pt x="714" y="485"/>
                    <a:pt x="727" y="465"/>
                  </a:cubicBezTo>
                  <a:cubicBezTo>
                    <a:pt x="770" y="397"/>
                    <a:pt x="862" y="383"/>
                    <a:pt x="926" y="431"/>
                  </a:cubicBezTo>
                  <a:cubicBezTo>
                    <a:pt x="990" y="480"/>
                    <a:pt x="1000" y="571"/>
                    <a:pt x="949" y="632"/>
                  </a:cubicBezTo>
                  <a:cubicBezTo>
                    <a:pt x="946" y="635"/>
                    <a:pt x="944" y="637"/>
                    <a:pt x="941" y="641"/>
                  </a:cubicBezTo>
                  <a:cubicBezTo>
                    <a:pt x="944" y="643"/>
                    <a:pt x="947" y="646"/>
                    <a:pt x="951" y="648"/>
                  </a:cubicBezTo>
                  <a:cubicBezTo>
                    <a:pt x="1006" y="686"/>
                    <a:pt x="1036" y="739"/>
                    <a:pt x="1041" y="806"/>
                  </a:cubicBezTo>
                  <a:cubicBezTo>
                    <a:pt x="1042" y="824"/>
                    <a:pt x="1035" y="836"/>
                    <a:pt x="1020" y="837"/>
                  </a:cubicBezTo>
                  <a:cubicBezTo>
                    <a:pt x="1006" y="838"/>
                    <a:pt x="997" y="828"/>
                    <a:pt x="996" y="810"/>
                  </a:cubicBezTo>
                  <a:cubicBezTo>
                    <a:pt x="992" y="750"/>
                    <a:pt x="964" y="705"/>
                    <a:pt x="910" y="677"/>
                  </a:cubicBezTo>
                  <a:cubicBezTo>
                    <a:pt x="903" y="673"/>
                    <a:pt x="894" y="674"/>
                    <a:pt x="886" y="675"/>
                  </a:cubicBezTo>
                  <a:cubicBezTo>
                    <a:pt x="867" y="676"/>
                    <a:pt x="848" y="680"/>
                    <a:pt x="828" y="681"/>
                  </a:cubicBezTo>
                  <a:cubicBezTo>
                    <a:pt x="820" y="681"/>
                    <a:pt x="815" y="682"/>
                    <a:pt x="811" y="691"/>
                  </a:cubicBezTo>
                  <a:cubicBezTo>
                    <a:pt x="804" y="705"/>
                    <a:pt x="795" y="718"/>
                    <a:pt x="786" y="733"/>
                  </a:cubicBezTo>
                  <a:cubicBezTo>
                    <a:pt x="789" y="735"/>
                    <a:pt x="793" y="738"/>
                    <a:pt x="797" y="741"/>
                  </a:cubicBezTo>
                  <a:cubicBezTo>
                    <a:pt x="850" y="779"/>
                    <a:pt x="879" y="830"/>
                    <a:pt x="883" y="895"/>
                  </a:cubicBezTo>
                  <a:cubicBezTo>
                    <a:pt x="885" y="916"/>
                    <a:pt x="878" y="927"/>
                    <a:pt x="862" y="927"/>
                  </a:cubicBezTo>
                  <a:cubicBezTo>
                    <a:pt x="847" y="927"/>
                    <a:pt x="840" y="918"/>
                    <a:pt x="838" y="897"/>
                  </a:cubicBezTo>
                  <a:cubicBezTo>
                    <a:pt x="834" y="838"/>
                    <a:pt x="805" y="795"/>
                    <a:pt x="753" y="767"/>
                  </a:cubicBezTo>
                  <a:cubicBezTo>
                    <a:pt x="746" y="764"/>
                    <a:pt x="737" y="763"/>
                    <a:pt x="729" y="765"/>
                  </a:cubicBezTo>
                  <a:cubicBezTo>
                    <a:pt x="699" y="774"/>
                    <a:pt x="669" y="774"/>
                    <a:pt x="639" y="765"/>
                  </a:cubicBezTo>
                  <a:cubicBezTo>
                    <a:pt x="633" y="763"/>
                    <a:pt x="625" y="763"/>
                    <a:pt x="620" y="766"/>
                  </a:cubicBezTo>
                  <a:cubicBezTo>
                    <a:pt x="566" y="792"/>
                    <a:pt x="536" y="835"/>
                    <a:pt x="532" y="895"/>
                  </a:cubicBezTo>
                  <a:cubicBezTo>
                    <a:pt x="531" y="900"/>
                    <a:pt x="531" y="904"/>
                    <a:pt x="530" y="909"/>
                  </a:cubicBezTo>
                  <a:cubicBezTo>
                    <a:pt x="527" y="921"/>
                    <a:pt x="520" y="928"/>
                    <a:pt x="507" y="927"/>
                  </a:cubicBezTo>
                  <a:cubicBezTo>
                    <a:pt x="494" y="926"/>
                    <a:pt x="485" y="918"/>
                    <a:pt x="487" y="905"/>
                  </a:cubicBezTo>
                  <a:cubicBezTo>
                    <a:pt x="490" y="880"/>
                    <a:pt x="493" y="854"/>
                    <a:pt x="502" y="830"/>
                  </a:cubicBezTo>
                  <a:cubicBezTo>
                    <a:pt x="516" y="787"/>
                    <a:pt x="546" y="756"/>
                    <a:pt x="584" y="733"/>
                  </a:cubicBezTo>
                  <a:close/>
                  <a:moveTo>
                    <a:pt x="683" y="727"/>
                  </a:moveTo>
                  <a:cubicBezTo>
                    <a:pt x="736" y="728"/>
                    <a:pt x="779" y="686"/>
                    <a:pt x="780" y="633"/>
                  </a:cubicBezTo>
                  <a:cubicBezTo>
                    <a:pt x="780" y="582"/>
                    <a:pt x="738" y="539"/>
                    <a:pt x="686" y="538"/>
                  </a:cubicBezTo>
                  <a:cubicBezTo>
                    <a:pt x="635" y="537"/>
                    <a:pt x="592" y="579"/>
                    <a:pt x="590" y="631"/>
                  </a:cubicBezTo>
                  <a:cubicBezTo>
                    <a:pt x="589" y="683"/>
                    <a:pt x="631" y="726"/>
                    <a:pt x="683" y="727"/>
                  </a:cubicBezTo>
                  <a:close/>
                  <a:moveTo>
                    <a:pt x="545" y="634"/>
                  </a:moveTo>
                  <a:cubicBezTo>
                    <a:pt x="546" y="580"/>
                    <a:pt x="571" y="539"/>
                    <a:pt x="616" y="510"/>
                  </a:cubicBezTo>
                  <a:cubicBezTo>
                    <a:pt x="599" y="462"/>
                    <a:pt x="549" y="437"/>
                    <a:pt x="501" y="452"/>
                  </a:cubicBezTo>
                  <a:cubicBezTo>
                    <a:pt x="452" y="466"/>
                    <a:pt x="424" y="516"/>
                    <a:pt x="436" y="566"/>
                  </a:cubicBezTo>
                  <a:cubicBezTo>
                    <a:pt x="448" y="613"/>
                    <a:pt x="496" y="644"/>
                    <a:pt x="545" y="634"/>
                  </a:cubicBezTo>
                  <a:close/>
                  <a:moveTo>
                    <a:pt x="825" y="635"/>
                  </a:moveTo>
                  <a:cubicBezTo>
                    <a:pt x="881" y="642"/>
                    <a:pt x="926" y="610"/>
                    <a:pt x="935" y="556"/>
                  </a:cubicBezTo>
                  <a:cubicBezTo>
                    <a:pt x="944" y="509"/>
                    <a:pt x="911" y="461"/>
                    <a:pt x="864" y="450"/>
                  </a:cubicBezTo>
                  <a:cubicBezTo>
                    <a:pt x="816" y="440"/>
                    <a:pt x="766" y="467"/>
                    <a:pt x="754" y="511"/>
                  </a:cubicBezTo>
                  <a:cubicBezTo>
                    <a:pt x="800" y="539"/>
                    <a:pt x="823" y="581"/>
                    <a:pt x="825" y="635"/>
                  </a:cubicBezTo>
                  <a:close/>
                  <a:moveTo>
                    <a:pt x="502" y="1089"/>
                  </a:moveTo>
                  <a:cubicBezTo>
                    <a:pt x="491" y="1089"/>
                    <a:pt x="482" y="1091"/>
                    <a:pt x="477" y="1101"/>
                  </a:cubicBezTo>
                  <a:cubicBezTo>
                    <a:pt x="468" y="1118"/>
                    <a:pt x="481" y="1134"/>
                    <a:pt x="503" y="1134"/>
                  </a:cubicBezTo>
                  <a:cubicBezTo>
                    <a:pt x="624" y="1134"/>
                    <a:pt x="745" y="1134"/>
                    <a:pt x="866" y="1134"/>
                  </a:cubicBezTo>
                  <a:cubicBezTo>
                    <a:pt x="885" y="1134"/>
                    <a:pt x="895" y="1126"/>
                    <a:pt x="896" y="1111"/>
                  </a:cubicBezTo>
                  <a:cubicBezTo>
                    <a:pt x="896" y="1096"/>
                    <a:pt x="886" y="1089"/>
                    <a:pt x="866" y="1089"/>
                  </a:cubicBezTo>
                  <a:cubicBezTo>
                    <a:pt x="806" y="1089"/>
                    <a:pt x="747" y="1089"/>
                    <a:pt x="687" y="1089"/>
                  </a:cubicBezTo>
                  <a:cubicBezTo>
                    <a:pt x="625" y="1089"/>
                    <a:pt x="564" y="1089"/>
                    <a:pt x="502" y="1089"/>
                  </a:cubicBezTo>
                  <a:close/>
                  <a:moveTo>
                    <a:pt x="873" y="1045"/>
                  </a:moveTo>
                  <a:cubicBezTo>
                    <a:pt x="886" y="1045"/>
                    <a:pt x="894" y="1038"/>
                    <a:pt x="895" y="1024"/>
                  </a:cubicBezTo>
                  <a:cubicBezTo>
                    <a:pt x="896" y="1011"/>
                    <a:pt x="888" y="1001"/>
                    <a:pt x="874" y="1001"/>
                  </a:cubicBezTo>
                  <a:cubicBezTo>
                    <a:pt x="851" y="1000"/>
                    <a:pt x="829" y="1000"/>
                    <a:pt x="806" y="1001"/>
                  </a:cubicBezTo>
                  <a:cubicBezTo>
                    <a:pt x="792" y="1001"/>
                    <a:pt x="784" y="1012"/>
                    <a:pt x="784" y="1024"/>
                  </a:cubicBezTo>
                  <a:cubicBezTo>
                    <a:pt x="785" y="1036"/>
                    <a:pt x="793" y="1044"/>
                    <a:pt x="807" y="1045"/>
                  </a:cubicBezTo>
                  <a:cubicBezTo>
                    <a:pt x="818" y="1046"/>
                    <a:pt x="829" y="1045"/>
                    <a:pt x="840" y="1045"/>
                  </a:cubicBezTo>
                  <a:cubicBezTo>
                    <a:pt x="851" y="1045"/>
                    <a:pt x="862" y="1046"/>
                    <a:pt x="873" y="1045"/>
                  </a:cubicBezTo>
                  <a:close/>
                  <a:moveTo>
                    <a:pt x="575" y="1001"/>
                  </a:moveTo>
                  <a:cubicBezTo>
                    <a:pt x="562" y="1000"/>
                    <a:pt x="552" y="1010"/>
                    <a:pt x="552" y="1023"/>
                  </a:cubicBezTo>
                  <a:cubicBezTo>
                    <a:pt x="552" y="1035"/>
                    <a:pt x="561" y="1045"/>
                    <a:pt x="574" y="1045"/>
                  </a:cubicBezTo>
                  <a:cubicBezTo>
                    <a:pt x="586" y="1045"/>
                    <a:pt x="597" y="1035"/>
                    <a:pt x="597" y="1023"/>
                  </a:cubicBezTo>
                  <a:cubicBezTo>
                    <a:pt x="597" y="1011"/>
                    <a:pt x="587" y="1001"/>
                    <a:pt x="575" y="1001"/>
                  </a:cubicBezTo>
                  <a:close/>
                  <a:moveTo>
                    <a:pt x="675" y="1023"/>
                  </a:moveTo>
                  <a:cubicBezTo>
                    <a:pt x="675" y="1011"/>
                    <a:pt x="665" y="1001"/>
                    <a:pt x="652" y="1001"/>
                  </a:cubicBezTo>
                  <a:cubicBezTo>
                    <a:pt x="639" y="1001"/>
                    <a:pt x="630" y="1011"/>
                    <a:pt x="630" y="1024"/>
                  </a:cubicBezTo>
                  <a:cubicBezTo>
                    <a:pt x="631" y="1036"/>
                    <a:pt x="640" y="1045"/>
                    <a:pt x="653" y="1045"/>
                  </a:cubicBezTo>
                  <a:cubicBezTo>
                    <a:pt x="665" y="1045"/>
                    <a:pt x="675" y="1035"/>
                    <a:pt x="675" y="1023"/>
                  </a:cubicBezTo>
                  <a:close/>
                  <a:moveTo>
                    <a:pt x="519" y="1023"/>
                  </a:moveTo>
                  <a:cubicBezTo>
                    <a:pt x="519" y="1011"/>
                    <a:pt x="509" y="1001"/>
                    <a:pt x="497" y="1001"/>
                  </a:cubicBezTo>
                  <a:cubicBezTo>
                    <a:pt x="484" y="1000"/>
                    <a:pt x="474" y="1010"/>
                    <a:pt x="475" y="1023"/>
                  </a:cubicBezTo>
                  <a:cubicBezTo>
                    <a:pt x="475" y="1036"/>
                    <a:pt x="484" y="1045"/>
                    <a:pt x="496" y="1045"/>
                  </a:cubicBezTo>
                  <a:cubicBezTo>
                    <a:pt x="509" y="1045"/>
                    <a:pt x="519" y="1035"/>
                    <a:pt x="519" y="1023"/>
                  </a:cubicBez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txBody>
            <a:bodyPr vert="horz" wrap="square" lIns="73152" tIns="36576" rIns="73152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07" name="Oval 506">
            <a:extLst>
              <a:ext uri="{FF2B5EF4-FFF2-40B4-BE49-F238E27FC236}">
                <a16:creationId xmlns:a16="http://schemas.microsoft.com/office/drawing/2014/main" id="{F359EA19-E48B-31EF-686F-A39AF86EE709}"/>
              </a:ext>
            </a:extLst>
          </p:cNvPr>
          <p:cNvSpPr>
            <a:spLocks/>
          </p:cNvSpPr>
          <p:nvPr/>
        </p:nvSpPr>
        <p:spPr bwMode="auto">
          <a:xfrm>
            <a:off x="144660" y="2955150"/>
            <a:ext cx="640080" cy="640080"/>
          </a:xfrm>
          <a:prstGeom prst="ellipse">
            <a:avLst/>
          </a:prstGeom>
          <a:solidFill>
            <a:schemeClr val="bg1">
              <a:alpha val="63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3152" tIns="36576" rIns="73152" bIns="36576"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8" name="Freeform 17">
            <a:extLst>
              <a:ext uri="{FF2B5EF4-FFF2-40B4-BE49-F238E27FC236}">
                <a16:creationId xmlns:a16="http://schemas.microsoft.com/office/drawing/2014/main" id="{D4DCB89C-FF32-9C00-9A41-D6E1503B87D4}"/>
              </a:ext>
            </a:extLst>
          </p:cNvPr>
          <p:cNvSpPr>
            <a:spLocks noEditPoints="1"/>
          </p:cNvSpPr>
          <p:nvPr/>
        </p:nvSpPr>
        <p:spPr bwMode="auto">
          <a:xfrm>
            <a:off x="290535" y="3101178"/>
            <a:ext cx="348330" cy="348025"/>
          </a:xfrm>
          <a:custGeom>
            <a:avLst/>
            <a:gdLst>
              <a:gd name="T0" fmla="*/ 473 w 1442"/>
              <a:gd name="T1" fmla="*/ 145 h 1441"/>
              <a:gd name="T2" fmla="*/ 968 w 1442"/>
              <a:gd name="T3" fmla="*/ 145 h 1441"/>
              <a:gd name="T4" fmla="*/ 968 w 1442"/>
              <a:gd name="T5" fmla="*/ 480 h 1441"/>
              <a:gd name="T6" fmla="*/ 473 w 1442"/>
              <a:gd name="T7" fmla="*/ 481 h 1441"/>
              <a:gd name="T8" fmla="*/ 525 w 1442"/>
              <a:gd name="T9" fmla="*/ 170 h 1441"/>
              <a:gd name="T10" fmla="*/ 914 w 1442"/>
              <a:gd name="T11" fmla="*/ 171 h 1441"/>
              <a:gd name="T12" fmla="*/ 714 w 1442"/>
              <a:gd name="T13" fmla="*/ 57 h 1441"/>
              <a:gd name="T14" fmla="*/ 696 w 1442"/>
              <a:gd name="T15" fmla="*/ 358 h 1441"/>
              <a:gd name="T16" fmla="*/ 504 w 1442"/>
              <a:gd name="T17" fmla="*/ 215 h 1441"/>
              <a:gd name="T18" fmla="*/ 586 w 1442"/>
              <a:gd name="T19" fmla="*/ 492 h 1441"/>
              <a:gd name="T20" fmla="*/ 751 w 1442"/>
              <a:gd name="T21" fmla="*/ 340 h 1441"/>
              <a:gd name="T22" fmla="*/ 746 w 1442"/>
              <a:gd name="T23" fmla="*/ 558 h 1441"/>
              <a:gd name="T24" fmla="*/ 936 w 1442"/>
              <a:gd name="T25" fmla="*/ 275 h 1441"/>
              <a:gd name="T26" fmla="*/ 107 w 1442"/>
              <a:gd name="T27" fmla="*/ 948 h 1441"/>
              <a:gd name="T28" fmla="*/ 310 w 1442"/>
              <a:gd name="T29" fmla="*/ 1132 h 1441"/>
              <a:gd name="T30" fmla="*/ 383 w 1442"/>
              <a:gd name="T31" fmla="*/ 1440 h 1441"/>
              <a:gd name="T32" fmla="*/ 336 w 1442"/>
              <a:gd name="T33" fmla="*/ 1231 h 1441"/>
              <a:gd name="T34" fmla="*/ 48 w 1442"/>
              <a:gd name="T35" fmla="*/ 1230 h 1441"/>
              <a:gd name="T36" fmla="*/ 0 w 1442"/>
              <a:gd name="T37" fmla="*/ 1440 h 1441"/>
              <a:gd name="T38" fmla="*/ 107 w 1442"/>
              <a:gd name="T39" fmla="*/ 1129 h 1441"/>
              <a:gd name="T40" fmla="*/ 193 w 1442"/>
              <a:gd name="T41" fmla="*/ 961 h 1441"/>
              <a:gd name="T42" fmla="*/ 264 w 1442"/>
              <a:gd name="T43" fmla="*/ 1034 h 1441"/>
              <a:gd name="T44" fmla="*/ 799 w 1442"/>
              <a:gd name="T45" fmla="*/ 942 h 1441"/>
              <a:gd name="T46" fmla="*/ 912 w 1442"/>
              <a:gd name="T47" fmla="*/ 1220 h 1441"/>
              <a:gd name="T48" fmla="*/ 864 w 1442"/>
              <a:gd name="T49" fmla="*/ 1424 h 1441"/>
              <a:gd name="T50" fmla="*/ 630 w 1442"/>
              <a:gd name="T51" fmla="*/ 1177 h 1441"/>
              <a:gd name="T52" fmla="*/ 528 w 1442"/>
              <a:gd name="T53" fmla="*/ 1440 h 1441"/>
              <a:gd name="T54" fmla="*/ 634 w 1442"/>
              <a:gd name="T55" fmla="*/ 1129 h 1441"/>
              <a:gd name="T56" fmla="*/ 720 w 1442"/>
              <a:gd name="T57" fmla="*/ 961 h 1441"/>
              <a:gd name="T58" fmla="*/ 792 w 1442"/>
              <a:gd name="T59" fmla="*/ 1034 h 1441"/>
              <a:gd name="T60" fmla="*/ 1335 w 1442"/>
              <a:gd name="T61" fmla="*/ 949 h 1441"/>
              <a:gd name="T62" fmla="*/ 1439 w 1442"/>
              <a:gd name="T63" fmla="*/ 1216 h 1441"/>
              <a:gd name="T64" fmla="*/ 1392 w 1442"/>
              <a:gd name="T65" fmla="*/ 1424 h 1441"/>
              <a:gd name="T66" fmla="*/ 1156 w 1442"/>
              <a:gd name="T67" fmla="*/ 1177 h 1441"/>
              <a:gd name="T68" fmla="*/ 1104 w 1442"/>
              <a:gd name="T69" fmla="*/ 1440 h 1441"/>
              <a:gd name="T70" fmla="*/ 1056 w 1442"/>
              <a:gd name="T71" fmla="*/ 1233 h 1441"/>
              <a:gd name="T72" fmla="*/ 1176 w 1442"/>
              <a:gd name="T73" fmla="*/ 1031 h 1441"/>
              <a:gd name="T74" fmla="*/ 1251 w 1442"/>
              <a:gd name="T75" fmla="*/ 961 h 1441"/>
              <a:gd name="T76" fmla="*/ 496 w 1442"/>
              <a:gd name="T77" fmla="*/ 684 h 1441"/>
              <a:gd name="T78" fmla="*/ 1114 w 1442"/>
              <a:gd name="T79" fmla="*/ 554 h 1441"/>
              <a:gd name="T80" fmla="*/ 1029 w 1442"/>
              <a:gd name="T81" fmla="*/ 583 h 1441"/>
              <a:gd name="T82" fmla="*/ 460 w 1442"/>
              <a:gd name="T83" fmla="*/ 616 h 1441"/>
              <a:gd name="T84" fmla="*/ 400 w 1442"/>
              <a:gd name="T85" fmla="*/ 411 h 1441"/>
              <a:gd name="T86" fmla="*/ 317 w 1442"/>
              <a:gd name="T87" fmla="*/ 634 h 1441"/>
              <a:gd name="T88" fmla="*/ 355 w 1442"/>
              <a:gd name="T89" fmla="*/ 663 h 1441"/>
              <a:gd name="T90" fmla="*/ 1267 w 1442"/>
              <a:gd name="T91" fmla="*/ 826 h 1441"/>
              <a:gd name="T92" fmla="*/ 1229 w 1442"/>
              <a:gd name="T93" fmla="*/ 855 h 1441"/>
              <a:gd name="T94" fmla="*/ 119 w 1442"/>
              <a:gd name="T95" fmla="*/ 1440 h 1441"/>
              <a:gd name="T96" fmla="*/ 265 w 1442"/>
              <a:gd name="T97" fmla="*/ 1226 h 1441"/>
              <a:gd name="T98" fmla="*/ 311 w 1442"/>
              <a:gd name="T99" fmla="*/ 1226 h 1441"/>
              <a:gd name="T100" fmla="*/ 601 w 1442"/>
              <a:gd name="T101" fmla="*/ 1226 h 1441"/>
              <a:gd name="T102" fmla="*/ 647 w 1442"/>
              <a:gd name="T103" fmla="*/ 1226 h 1441"/>
              <a:gd name="T104" fmla="*/ 839 w 1442"/>
              <a:gd name="T105" fmla="*/ 1226 h 1441"/>
              <a:gd name="T106" fmla="*/ 1129 w 1442"/>
              <a:gd name="T107" fmla="*/ 1440 h 1441"/>
              <a:gd name="T108" fmla="*/ 1129 w 1442"/>
              <a:gd name="T109" fmla="*/ 1226 h 1441"/>
              <a:gd name="T110" fmla="*/ 1321 w 1442"/>
              <a:gd name="T111" fmla="*/ 1226 h 1441"/>
              <a:gd name="T112" fmla="*/ 1367 w 1442"/>
              <a:gd name="T113" fmla="*/ 1226 h 1441"/>
              <a:gd name="T114" fmla="*/ 697 w 1442"/>
              <a:gd name="T115" fmla="*/ 864 h 1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442" h="1441">
                <a:moveTo>
                  <a:pt x="456" y="312"/>
                </a:moveTo>
                <a:cubicBezTo>
                  <a:pt x="456" y="267"/>
                  <a:pt x="456" y="221"/>
                  <a:pt x="456" y="176"/>
                </a:cubicBezTo>
                <a:cubicBezTo>
                  <a:pt x="456" y="161"/>
                  <a:pt x="461" y="152"/>
                  <a:pt x="473" y="145"/>
                </a:cubicBezTo>
                <a:cubicBezTo>
                  <a:pt x="550" y="99"/>
                  <a:pt x="627" y="53"/>
                  <a:pt x="703" y="7"/>
                </a:cubicBezTo>
                <a:cubicBezTo>
                  <a:pt x="715" y="0"/>
                  <a:pt x="725" y="0"/>
                  <a:pt x="737" y="7"/>
                </a:cubicBezTo>
                <a:cubicBezTo>
                  <a:pt x="814" y="53"/>
                  <a:pt x="891" y="99"/>
                  <a:pt x="968" y="145"/>
                </a:cubicBezTo>
                <a:cubicBezTo>
                  <a:pt x="980" y="152"/>
                  <a:pt x="984" y="161"/>
                  <a:pt x="984" y="175"/>
                </a:cubicBezTo>
                <a:cubicBezTo>
                  <a:pt x="984" y="267"/>
                  <a:pt x="984" y="359"/>
                  <a:pt x="984" y="451"/>
                </a:cubicBezTo>
                <a:cubicBezTo>
                  <a:pt x="984" y="464"/>
                  <a:pt x="979" y="474"/>
                  <a:pt x="968" y="480"/>
                </a:cubicBezTo>
                <a:cubicBezTo>
                  <a:pt x="891" y="526"/>
                  <a:pt x="814" y="573"/>
                  <a:pt x="737" y="619"/>
                </a:cubicBezTo>
                <a:cubicBezTo>
                  <a:pt x="725" y="626"/>
                  <a:pt x="715" y="626"/>
                  <a:pt x="703" y="619"/>
                </a:cubicBezTo>
                <a:cubicBezTo>
                  <a:pt x="626" y="572"/>
                  <a:pt x="550" y="526"/>
                  <a:pt x="473" y="481"/>
                </a:cubicBezTo>
                <a:cubicBezTo>
                  <a:pt x="461" y="473"/>
                  <a:pt x="456" y="464"/>
                  <a:pt x="456" y="450"/>
                </a:cubicBezTo>
                <a:cubicBezTo>
                  <a:pt x="456" y="404"/>
                  <a:pt x="456" y="358"/>
                  <a:pt x="456" y="312"/>
                </a:cubicBezTo>
                <a:close/>
                <a:moveTo>
                  <a:pt x="525" y="170"/>
                </a:moveTo>
                <a:cubicBezTo>
                  <a:pt x="589" y="214"/>
                  <a:pt x="651" y="256"/>
                  <a:pt x="713" y="297"/>
                </a:cubicBezTo>
                <a:cubicBezTo>
                  <a:pt x="716" y="300"/>
                  <a:pt x="724" y="300"/>
                  <a:pt x="727" y="298"/>
                </a:cubicBezTo>
                <a:cubicBezTo>
                  <a:pt x="790" y="256"/>
                  <a:pt x="852" y="214"/>
                  <a:pt x="914" y="171"/>
                </a:cubicBezTo>
                <a:cubicBezTo>
                  <a:pt x="913" y="170"/>
                  <a:pt x="913" y="169"/>
                  <a:pt x="912" y="168"/>
                </a:cubicBezTo>
                <a:cubicBezTo>
                  <a:pt x="851" y="131"/>
                  <a:pt x="789" y="94"/>
                  <a:pt x="727" y="57"/>
                </a:cubicBezTo>
                <a:cubicBezTo>
                  <a:pt x="724" y="55"/>
                  <a:pt x="717" y="55"/>
                  <a:pt x="714" y="57"/>
                </a:cubicBezTo>
                <a:cubicBezTo>
                  <a:pt x="651" y="94"/>
                  <a:pt x="589" y="132"/>
                  <a:pt x="525" y="170"/>
                </a:cubicBezTo>
                <a:close/>
                <a:moveTo>
                  <a:pt x="696" y="558"/>
                </a:moveTo>
                <a:cubicBezTo>
                  <a:pt x="696" y="489"/>
                  <a:pt x="696" y="424"/>
                  <a:pt x="696" y="358"/>
                </a:cubicBezTo>
                <a:cubicBezTo>
                  <a:pt x="696" y="348"/>
                  <a:pt x="693" y="342"/>
                  <a:pt x="685" y="337"/>
                </a:cubicBezTo>
                <a:cubicBezTo>
                  <a:pt x="629" y="299"/>
                  <a:pt x="574" y="261"/>
                  <a:pt x="518" y="224"/>
                </a:cubicBezTo>
                <a:cubicBezTo>
                  <a:pt x="514" y="221"/>
                  <a:pt x="510" y="219"/>
                  <a:pt x="504" y="215"/>
                </a:cubicBezTo>
                <a:cubicBezTo>
                  <a:pt x="504" y="291"/>
                  <a:pt x="504" y="364"/>
                  <a:pt x="505" y="437"/>
                </a:cubicBezTo>
                <a:cubicBezTo>
                  <a:pt x="505" y="441"/>
                  <a:pt x="509" y="446"/>
                  <a:pt x="513" y="448"/>
                </a:cubicBezTo>
                <a:cubicBezTo>
                  <a:pt x="537" y="463"/>
                  <a:pt x="561" y="478"/>
                  <a:pt x="586" y="492"/>
                </a:cubicBezTo>
                <a:cubicBezTo>
                  <a:pt x="622" y="514"/>
                  <a:pt x="658" y="535"/>
                  <a:pt x="696" y="558"/>
                </a:cubicBezTo>
                <a:close/>
                <a:moveTo>
                  <a:pt x="936" y="214"/>
                </a:moveTo>
                <a:cubicBezTo>
                  <a:pt x="872" y="258"/>
                  <a:pt x="812" y="299"/>
                  <a:pt x="751" y="340"/>
                </a:cubicBezTo>
                <a:cubicBezTo>
                  <a:pt x="747" y="343"/>
                  <a:pt x="745" y="351"/>
                  <a:pt x="744" y="356"/>
                </a:cubicBezTo>
                <a:cubicBezTo>
                  <a:pt x="744" y="419"/>
                  <a:pt x="744" y="482"/>
                  <a:pt x="744" y="545"/>
                </a:cubicBezTo>
                <a:cubicBezTo>
                  <a:pt x="744" y="549"/>
                  <a:pt x="745" y="553"/>
                  <a:pt x="746" y="558"/>
                </a:cubicBezTo>
                <a:cubicBezTo>
                  <a:pt x="808" y="520"/>
                  <a:pt x="870" y="484"/>
                  <a:pt x="930" y="446"/>
                </a:cubicBezTo>
                <a:cubicBezTo>
                  <a:pt x="934" y="444"/>
                  <a:pt x="936" y="436"/>
                  <a:pt x="936" y="431"/>
                </a:cubicBezTo>
                <a:cubicBezTo>
                  <a:pt x="936" y="379"/>
                  <a:pt x="936" y="327"/>
                  <a:pt x="936" y="275"/>
                </a:cubicBezTo>
                <a:cubicBezTo>
                  <a:pt x="936" y="256"/>
                  <a:pt x="936" y="237"/>
                  <a:pt x="936" y="214"/>
                </a:cubicBezTo>
                <a:close/>
                <a:moveTo>
                  <a:pt x="118" y="1129"/>
                </a:moveTo>
                <a:cubicBezTo>
                  <a:pt x="61" y="1067"/>
                  <a:pt x="57" y="998"/>
                  <a:pt x="107" y="948"/>
                </a:cubicBezTo>
                <a:cubicBezTo>
                  <a:pt x="153" y="902"/>
                  <a:pt x="227" y="901"/>
                  <a:pt x="274" y="945"/>
                </a:cubicBezTo>
                <a:cubicBezTo>
                  <a:pt x="327" y="994"/>
                  <a:pt x="324" y="1063"/>
                  <a:pt x="268" y="1128"/>
                </a:cubicBezTo>
                <a:cubicBezTo>
                  <a:pt x="282" y="1129"/>
                  <a:pt x="296" y="1129"/>
                  <a:pt x="310" y="1132"/>
                </a:cubicBezTo>
                <a:cubicBezTo>
                  <a:pt x="351" y="1141"/>
                  <a:pt x="383" y="1177"/>
                  <a:pt x="384" y="1219"/>
                </a:cubicBezTo>
                <a:cubicBezTo>
                  <a:pt x="385" y="1291"/>
                  <a:pt x="384" y="1363"/>
                  <a:pt x="384" y="1435"/>
                </a:cubicBezTo>
                <a:cubicBezTo>
                  <a:pt x="384" y="1437"/>
                  <a:pt x="383" y="1438"/>
                  <a:pt x="383" y="1440"/>
                </a:cubicBezTo>
                <a:cubicBezTo>
                  <a:pt x="368" y="1440"/>
                  <a:pt x="353" y="1440"/>
                  <a:pt x="336" y="1440"/>
                </a:cubicBezTo>
                <a:cubicBezTo>
                  <a:pt x="336" y="1435"/>
                  <a:pt x="336" y="1430"/>
                  <a:pt x="336" y="1425"/>
                </a:cubicBezTo>
                <a:cubicBezTo>
                  <a:pt x="336" y="1360"/>
                  <a:pt x="336" y="1296"/>
                  <a:pt x="336" y="1231"/>
                </a:cubicBezTo>
                <a:cubicBezTo>
                  <a:pt x="336" y="1196"/>
                  <a:pt x="317" y="1177"/>
                  <a:pt x="283" y="1177"/>
                </a:cubicBezTo>
                <a:cubicBezTo>
                  <a:pt x="222" y="1177"/>
                  <a:pt x="162" y="1177"/>
                  <a:pt x="101" y="1177"/>
                </a:cubicBezTo>
                <a:cubicBezTo>
                  <a:pt x="67" y="1177"/>
                  <a:pt x="48" y="1196"/>
                  <a:pt x="48" y="1230"/>
                </a:cubicBezTo>
                <a:cubicBezTo>
                  <a:pt x="48" y="1294"/>
                  <a:pt x="48" y="1359"/>
                  <a:pt x="48" y="1423"/>
                </a:cubicBezTo>
                <a:cubicBezTo>
                  <a:pt x="48" y="1429"/>
                  <a:pt x="48" y="1434"/>
                  <a:pt x="48" y="1440"/>
                </a:cubicBezTo>
                <a:cubicBezTo>
                  <a:pt x="32" y="1440"/>
                  <a:pt x="17" y="1440"/>
                  <a:pt x="0" y="1440"/>
                </a:cubicBezTo>
                <a:cubicBezTo>
                  <a:pt x="0" y="1435"/>
                  <a:pt x="0" y="1430"/>
                  <a:pt x="0" y="1424"/>
                </a:cubicBezTo>
                <a:cubicBezTo>
                  <a:pt x="0" y="1362"/>
                  <a:pt x="0" y="1299"/>
                  <a:pt x="0" y="1237"/>
                </a:cubicBezTo>
                <a:cubicBezTo>
                  <a:pt x="0" y="1167"/>
                  <a:pt x="38" y="1129"/>
                  <a:pt x="107" y="1129"/>
                </a:cubicBezTo>
                <a:cubicBezTo>
                  <a:pt x="110" y="1129"/>
                  <a:pt x="113" y="1129"/>
                  <a:pt x="118" y="1129"/>
                </a:cubicBezTo>
                <a:close/>
                <a:moveTo>
                  <a:pt x="264" y="1034"/>
                </a:moveTo>
                <a:cubicBezTo>
                  <a:pt x="264" y="994"/>
                  <a:pt x="232" y="962"/>
                  <a:pt x="193" y="961"/>
                </a:cubicBezTo>
                <a:cubicBezTo>
                  <a:pt x="153" y="960"/>
                  <a:pt x="121" y="992"/>
                  <a:pt x="120" y="1032"/>
                </a:cubicBezTo>
                <a:cubicBezTo>
                  <a:pt x="120" y="1071"/>
                  <a:pt x="152" y="1104"/>
                  <a:pt x="191" y="1105"/>
                </a:cubicBezTo>
                <a:cubicBezTo>
                  <a:pt x="231" y="1105"/>
                  <a:pt x="264" y="1073"/>
                  <a:pt x="264" y="1034"/>
                </a:cubicBezTo>
                <a:close/>
                <a:moveTo>
                  <a:pt x="647" y="1129"/>
                </a:moveTo>
                <a:cubicBezTo>
                  <a:pt x="580" y="1068"/>
                  <a:pt x="595" y="990"/>
                  <a:pt x="632" y="951"/>
                </a:cubicBezTo>
                <a:cubicBezTo>
                  <a:pt x="677" y="904"/>
                  <a:pt x="751" y="899"/>
                  <a:pt x="799" y="942"/>
                </a:cubicBezTo>
                <a:cubicBezTo>
                  <a:pt x="854" y="991"/>
                  <a:pt x="853" y="1058"/>
                  <a:pt x="796" y="1128"/>
                </a:cubicBezTo>
                <a:cubicBezTo>
                  <a:pt x="810" y="1129"/>
                  <a:pt x="824" y="1129"/>
                  <a:pt x="837" y="1132"/>
                </a:cubicBezTo>
                <a:cubicBezTo>
                  <a:pt x="879" y="1140"/>
                  <a:pt x="911" y="1177"/>
                  <a:pt x="912" y="1220"/>
                </a:cubicBezTo>
                <a:cubicBezTo>
                  <a:pt x="913" y="1293"/>
                  <a:pt x="912" y="1366"/>
                  <a:pt x="912" y="1440"/>
                </a:cubicBezTo>
                <a:cubicBezTo>
                  <a:pt x="897" y="1440"/>
                  <a:pt x="881" y="1440"/>
                  <a:pt x="864" y="1440"/>
                </a:cubicBezTo>
                <a:cubicBezTo>
                  <a:pt x="864" y="1435"/>
                  <a:pt x="864" y="1430"/>
                  <a:pt x="864" y="1424"/>
                </a:cubicBezTo>
                <a:cubicBezTo>
                  <a:pt x="864" y="1360"/>
                  <a:pt x="864" y="1295"/>
                  <a:pt x="864" y="1231"/>
                </a:cubicBezTo>
                <a:cubicBezTo>
                  <a:pt x="864" y="1196"/>
                  <a:pt x="845" y="1177"/>
                  <a:pt x="810" y="1177"/>
                </a:cubicBezTo>
                <a:cubicBezTo>
                  <a:pt x="750" y="1177"/>
                  <a:pt x="690" y="1177"/>
                  <a:pt x="630" y="1177"/>
                </a:cubicBezTo>
                <a:cubicBezTo>
                  <a:pt x="595" y="1177"/>
                  <a:pt x="576" y="1196"/>
                  <a:pt x="576" y="1232"/>
                </a:cubicBezTo>
                <a:cubicBezTo>
                  <a:pt x="576" y="1301"/>
                  <a:pt x="576" y="1370"/>
                  <a:pt x="576" y="1440"/>
                </a:cubicBezTo>
                <a:cubicBezTo>
                  <a:pt x="560" y="1440"/>
                  <a:pt x="545" y="1440"/>
                  <a:pt x="528" y="1440"/>
                </a:cubicBezTo>
                <a:cubicBezTo>
                  <a:pt x="528" y="1435"/>
                  <a:pt x="528" y="1429"/>
                  <a:pt x="528" y="1424"/>
                </a:cubicBezTo>
                <a:cubicBezTo>
                  <a:pt x="528" y="1361"/>
                  <a:pt x="528" y="1298"/>
                  <a:pt x="528" y="1235"/>
                </a:cubicBezTo>
                <a:cubicBezTo>
                  <a:pt x="528" y="1168"/>
                  <a:pt x="567" y="1129"/>
                  <a:pt x="634" y="1129"/>
                </a:cubicBezTo>
                <a:cubicBezTo>
                  <a:pt x="637" y="1129"/>
                  <a:pt x="641" y="1129"/>
                  <a:pt x="647" y="1129"/>
                </a:cubicBezTo>
                <a:close/>
                <a:moveTo>
                  <a:pt x="792" y="1034"/>
                </a:moveTo>
                <a:cubicBezTo>
                  <a:pt x="792" y="994"/>
                  <a:pt x="760" y="961"/>
                  <a:pt x="720" y="961"/>
                </a:cubicBezTo>
                <a:cubicBezTo>
                  <a:pt x="681" y="961"/>
                  <a:pt x="649" y="993"/>
                  <a:pt x="648" y="1032"/>
                </a:cubicBezTo>
                <a:cubicBezTo>
                  <a:pt x="648" y="1072"/>
                  <a:pt x="680" y="1105"/>
                  <a:pt x="720" y="1105"/>
                </a:cubicBezTo>
                <a:cubicBezTo>
                  <a:pt x="759" y="1105"/>
                  <a:pt x="792" y="1073"/>
                  <a:pt x="792" y="1034"/>
                </a:cubicBezTo>
                <a:close/>
                <a:moveTo>
                  <a:pt x="1174" y="1129"/>
                </a:moveTo>
                <a:cubicBezTo>
                  <a:pt x="1115" y="1059"/>
                  <a:pt x="1114" y="992"/>
                  <a:pt x="1168" y="943"/>
                </a:cubicBezTo>
                <a:cubicBezTo>
                  <a:pt x="1216" y="900"/>
                  <a:pt x="1290" y="903"/>
                  <a:pt x="1335" y="949"/>
                </a:cubicBezTo>
                <a:cubicBezTo>
                  <a:pt x="1373" y="989"/>
                  <a:pt x="1390" y="1067"/>
                  <a:pt x="1321" y="1129"/>
                </a:cubicBezTo>
                <a:cubicBezTo>
                  <a:pt x="1331" y="1129"/>
                  <a:pt x="1339" y="1129"/>
                  <a:pt x="1347" y="1129"/>
                </a:cubicBezTo>
                <a:cubicBezTo>
                  <a:pt x="1395" y="1130"/>
                  <a:pt x="1438" y="1167"/>
                  <a:pt x="1439" y="1216"/>
                </a:cubicBezTo>
                <a:cubicBezTo>
                  <a:pt x="1442" y="1290"/>
                  <a:pt x="1440" y="1365"/>
                  <a:pt x="1440" y="1440"/>
                </a:cubicBezTo>
                <a:cubicBezTo>
                  <a:pt x="1424" y="1440"/>
                  <a:pt x="1409" y="1440"/>
                  <a:pt x="1392" y="1440"/>
                </a:cubicBezTo>
                <a:cubicBezTo>
                  <a:pt x="1392" y="1434"/>
                  <a:pt x="1392" y="1429"/>
                  <a:pt x="1392" y="1424"/>
                </a:cubicBezTo>
                <a:cubicBezTo>
                  <a:pt x="1392" y="1359"/>
                  <a:pt x="1392" y="1295"/>
                  <a:pt x="1392" y="1230"/>
                </a:cubicBezTo>
                <a:cubicBezTo>
                  <a:pt x="1392" y="1197"/>
                  <a:pt x="1373" y="1177"/>
                  <a:pt x="1339" y="1177"/>
                </a:cubicBezTo>
                <a:cubicBezTo>
                  <a:pt x="1278" y="1177"/>
                  <a:pt x="1217" y="1177"/>
                  <a:pt x="1156" y="1177"/>
                </a:cubicBezTo>
                <a:cubicBezTo>
                  <a:pt x="1124" y="1177"/>
                  <a:pt x="1104" y="1197"/>
                  <a:pt x="1104" y="1229"/>
                </a:cubicBezTo>
                <a:cubicBezTo>
                  <a:pt x="1104" y="1294"/>
                  <a:pt x="1104" y="1358"/>
                  <a:pt x="1104" y="1423"/>
                </a:cubicBezTo>
                <a:cubicBezTo>
                  <a:pt x="1104" y="1428"/>
                  <a:pt x="1104" y="1434"/>
                  <a:pt x="1104" y="1440"/>
                </a:cubicBezTo>
                <a:cubicBezTo>
                  <a:pt x="1088" y="1440"/>
                  <a:pt x="1073" y="1440"/>
                  <a:pt x="1056" y="1440"/>
                </a:cubicBezTo>
                <a:cubicBezTo>
                  <a:pt x="1056" y="1427"/>
                  <a:pt x="1056" y="1414"/>
                  <a:pt x="1056" y="1401"/>
                </a:cubicBezTo>
                <a:cubicBezTo>
                  <a:pt x="1056" y="1345"/>
                  <a:pt x="1056" y="1289"/>
                  <a:pt x="1056" y="1233"/>
                </a:cubicBezTo>
                <a:cubicBezTo>
                  <a:pt x="1056" y="1169"/>
                  <a:pt x="1096" y="1129"/>
                  <a:pt x="1160" y="1129"/>
                </a:cubicBezTo>
                <a:cubicBezTo>
                  <a:pt x="1164" y="1129"/>
                  <a:pt x="1168" y="1129"/>
                  <a:pt x="1174" y="1129"/>
                </a:cubicBezTo>
                <a:close/>
                <a:moveTo>
                  <a:pt x="1176" y="1031"/>
                </a:moveTo>
                <a:cubicBezTo>
                  <a:pt x="1175" y="1071"/>
                  <a:pt x="1207" y="1104"/>
                  <a:pt x="1247" y="1105"/>
                </a:cubicBezTo>
                <a:cubicBezTo>
                  <a:pt x="1286" y="1106"/>
                  <a:pt x="1319" y="1074"/>
                  <a:pt x="1320" y="1035"/>
                </a:cubicBezTo>
                <a:cubicBezTo>
                  <a:pt x="1321" y="995"/>
                  <a:pt x="1290" y="962"/>
                  <a:pt x="1251" y="961"/>
                </a:cubicBezTo>
                <a:cubicBezTo>
                  <a:pt x="1211" y="960"/>
                  <a:pt x="1177" y="991"/>
                  <a:pt x="1176" y="1031"/>
                </a:cubicBezTo>
                <a:close/>
                <a:moveTo>
                  <a:pt x="346" y="585"/>
                </a:moveTo>
                <a:cubicBezTo>
                  <a:pt x="385" y="635"/>
                  <a:pt x="438" y="664"/>
                  <a:pt x="496" y="684"/>
                </a:cubicBezTo>
                <a:cubicBezTo>
                  <a:pt x="594" y="719"/>
                  <a:pt x="695" y="727"/>
                  <a:pt x="798" y="717"/>
                </a:cubicBezTo>
                <a:cubicBezTo>
                  <a:pt x="870" y="710"/>
                  <a:pt x="941" y="692"/>
                  <a:pt x="1005" y="657"/>
                </a:cubicBezTo>
                <a:cubicBezTo>
                  <a:pt x="1051" y="633"/>
                  <a:pt x="1091" y="602"/>
                  <a:pt x="1114" y="554"/>
                </a:cubicBezTo>
                <a:cubicBezTo>
                  <a:pt x="1142" y="495"/>
                  <a:pt x="1122" y="411"/>
                  <a:pt x="1072" y="378"/>
                </a:cubicBezTo>
                <a:cubicBezTo>
                  <a:pt x="1061" y="389"/>
                  <a:pt x="1051" y="400"/>
                  <a:pt x="1040" y="411"/>
                </a:cubicBezTo>
                <a:cubicBezTo>
                  <a:pt x="1097" y="473"/>
                  <a:pt x="1093" y="532"/>
                  <a:pt x="1029" y="583"/>
                </a:cubicBezTo>
                <a:cubicBezTo>
                  <a:pt x="1007" y="601"/>
                  <a:pt x="982" y="616"/>
                  <a:pt x="956" y="627"/>
                </a:cubicBezTo>
                <a:cubicBezTo>
                  <a:pt x="867" y="666"/>
                  <a:pt x="774" y="677"/>
                  <a:pt x="678" y="671"/>
                </a:cubicBezTo>
                <a:cubicBezTo>
                  <a:pt x="602" y="667"/>
                  <a:pt x="528" y="651"/>
                  <a:pt x="460" y="616"/>
                </a:cubicBezTo>
                <a:cubicBezTo>
                  <a:pt x="430" y="600"/>
                  <a:pt x="403" y="581"/>
                  <a:pt x="382" y="554"/>
                </a:cubicBezTo>
                <a:cubicBezTo>
                  <a:pt x="351" y="513"/>
                  <a:pt x="353" y="465"/>
                  <a:pt x="387" y="426"/>
                </a:cubicBezTo>
                <a:cubicBezTo>
                  <a:pt x="391" y="421"/>
                  <a:pt x="395" y="416"/>
                  <a:pt x="400" y="411"/>
                </a:cubicBezTo>
                <a:cubicBezTo>
                  <a:pt x="389" y="400"/>
                  <a:pt x="379" y="389"/>
                  <a:pt x="368" y="377"/>
                </a:cubicBezTo>
                <a:cubicBezTo>
                  <a:pt x="304" y="429"/>
                  <a:pt x="295" y="520"/>
                  <a:pt x="346" y="585"/>
                </a:cubicBezTo>
                <a:close/>
                <a:moveTo>
                  <a:pt x="317" y="634"/>
                </a:moveTo>
                <a:cubicBezTo>
                  <a:pt x="268" y="699"/>
                  <a:pt x="221" y="763"/>
                  <a:pt x="173" y="827"/>
                </a:cubicBezTo>
                <a:cubicBezTo>
                  <a:pt x="187" y="837"/>
                  <a:pt x="198" y="846"/>
                  <a:pt x="211" y="855"/>
                </a:cubicBezTo>
                <a:cubicBezTo>
                  <a:pt x="259" y="791"/>
                  <a:pt x="307" y="728"/>
                  <a:pt x="355" y="663"/>
                </a:cubicBezTo>
                <a:cubicBezTo>
                  <a:pt x="342" y="653"/>
                  <a:pt x="330" y="644"/>
                  <a:pt x="317" y="634"/>
                </a:cubicBezTo>
                <a:close/>
                <a:moveTo>
                  <a:pt x="1229" y="855"/>
                </a:moveTo>
                <a:cubicBezTo>
                  <a:pt x="1243" y="845"/>
                  <a:pt x="1255" y="836"/>
                  <a:pt x="1267" y="826"/>
                </a:cubicBezTo>
                <a:cubicBezTo>
                  <a:pt x="1219" y="762"/>
                  <a:pt x="1171" y="699"/>
                  <a:pt x="1124" y="635"/>
                </a:cubicBezTo>
                <a:cubicBezTo>
                  <a:pt x="1111" y="644"/>
                  <a:pt x="1099" y="653"/>
                  <a:pt x="1085" y="663"/>
                </a:cubicBezTo>
                <a:cubicBezTo>
                  <a:pt x="1134" y="728"/>
                  <a:pt x="1181" y="791"/>
                  <a:pt x="1229" y="855"/>
                </a:cubicBezTo>
                <a:close/>
                <a:moveTo>
                  <a:pt x="73" y="1226"/>
                </a:moveTo>
                <a:cubicBezTo>
                  <a:pt x="73" y="1298"/>
                  <a:pt x="73" y="1369"/>
                  <a:pt x="73" y="1440"/>
                </a:cubicBezTo>
                <a:cubicBezTo>
                  <a:pt x="89" y="1440"/>
                  <a:pt x="104" y="1440"/>
                  <a:pt x="119" y="1440"/>
                </a:cubicBezTo>
                <a:cubicBezTo>
                  <a:pt x="119" y="1368"/>
                  <a:pt x="119" y="1297"/>
                  <a:pt x="119" y="1226"/>
                </a:cubicBezTo>
                <a:cubicBezTo>
                  <a:pt x="103" y="1226"/>
                  <a:pt x="88" y="1226"/>
                  <a:pt x="73" y="1226"/>
                </a:cubicBezTo>
                <a:close/>
                <a:moveTo>
                  <a:pt x="265" y="1226"/>
                </a:moveTo>
                <a:cubicBezTo>
                  <a:pt x="265" y="1298"/>
                  <a:pt x="265" y="1369"/>
                  <a:pt x="265" y="1440"/>
                </a:cubicBezTo>
                <a:cubicBezTo>
                  <a:pt x="281" y="1440"/>
                  <a:pt x="296" y="1440"/>
                  <a:pt x="311" y="1440"/>
                </a:cubicBezTo>
                <a:cubicBezTo>
                  <a:pt x="311" y="1369"/>
                  <a:pt x="311" y="1298"/>
                  <a:pt x="311" y="1226"/>
                </a:cubicBezTo>
                <a:cubicBezTo>
                  <a:pt x="295" y="1226"/>
                  <a:pt x="280" y="1226"/>
                  <a:pt x="265" y="1226"/>
                </a:cubicBezTo>
                <a:close/>
                <a:moveTo>
                  <a:pt x="647" y="1226"/>
                </a:moveTo>
                <a:cubicBezTo>
                  <a:pt x="631" y="1226"/>
                  <a:pt x="616" y="1226"/>
                  <a:pt x="601" y="1226"/>
                </a:cubicBezTo>
                <a:cubicBezTo>
                  <a:pt x="601" y="1298"/>
                  <a:pt x="601" y="1369"/>
                  <a:pt x="601" y="1441"/>
                </a:cubicBezTo>
                <a:cubicBezTo>
                  <a:pt x="617" y="1441"/>
                  <a:pt x="631" y="1441"/>
                  <a:pt x="647" y="1441"/>
                </a:cubicBezTo>
                <a:cubicBezTo>
                  <a:pt x="647" y="1368"/>
                  <a:pt x="647" y="1297"/>
                  <a:pt x="647" y="1226"/>
                </a:cubicBezTo>
                <a:close/>
                <a:moveTo>
                  <a:pt x="793" y="1440"/>
                </a:moveTo>
                <a:cubicBezTo>
                  <a:pt x="809" y="1440"/>
                  <a:pt x="824" y="1440"/>
                  <a:pt x="839" y="1440"/>
                </a:cubicBezTo>
                <a:cubicBezTo>
                  <a:pt x="839" y="1368"/>
                  <a:pt x="839" y="1297"/>
                  <a:pt x="839" y="1226"/>
                </a:cubicBezTo>
                <a:cubicBezTo>
                  <a:pt x="824" y="1226"/>
                  <a:pt x="809" y="1226"/>
                  <a:pt x="793" y="1226"/>
                </a:cubicBezTo>
                <a:cubicBezTo>
                  <a:pt x="793" y="1298"/>
                  <a:pt x="793" y="1369"/>
                  <a:pt x="793" y="1440"/>
                </a:cubicBezTo>
                <a:close/>
                <a:moveTo>
                  <a:pt x="1129" y="1440"/>
                </a:moveTo>
                <a:cubicBezTo>
                  <a:pt x="1146" y="1440"/>
                  <a:pt x="1161" y="1440"/>
                  <a:pt x="1176" y="1440"/>
                </a:cubicBezTo>
                <a:cubicBezTo>
                  <a:pt x="1176" y="1368"/>
                  <a:pt x="1176" y="1297"/>
                  <a:pt x="1176" y="1226"/>
                </a:cubicBezTo>
                <a:cubicBezTo>
                  <a:pt x="1160" y="1226"/>
                  <a:pt x="1145" y="1226"/>
                  <a:pt x="1129" y="1226"/>
                </a:cubicBezTo>
                <a:cubicBezTo>
                  <a:pt x="1129" y="1298"/>
                  <a:pt x="1129" y="1369"/>
                  <a:pt x="1129" y="1440"/>
                </a:cubicBezTo>
                <a:close/>
                <a:moveTo>
                  <a:pt x="1367" y="1226"/>
                </a:moveTo>
                <a:cubicBezTo>
                  <a:pt x="1351" y="1226"/>
                  <a:pt x="1336" y="1226"/>
                  <a:pt x="1321" y="1226"/>
                </a:cubicBezTo>
                <a:cubicBezTo>
                  <a:pt x="1321" y="1298"/>
                  <a:pt x="1321" y="1369"/>
                  <a:pt x="1321" y="1440"/>
                </a:cubicBezTo>
                <a:cubicBezTo>
                  <a:pt x="1337" y="1440"/>
                  <a:pt x="1352" y="1440"/>
                  <a:pt x="1367" y="1440"/>
                </a:cubicBezTo>
                <a:cubicBezTo>
                  <a:pt x="1367" y="1368"/>
                  <a:pt x="1367" y="1297"/>
                  <a:pt x="1367" y="1226"/>
                </a:cubicBezTo>
                <a:close/>
                <a:moveTo>
                  <a:pt x="743" y="770"/>
                </a:moveTo>
                <a:cubicBezTo>
                  <a:pt x="727" y="770"/>
                  <a:pt x="712" y="770"/>
                  <a:pt x="697" y="770"/>
                </a:cubicBezTo>
                <a:cubicBezTo>
                  <a:pt x="697" y="802"/>
                  <a:pt x="697" y="833"/>
                  <a:pt x="697" y="864"/>
                </a:cubicBezTo>
                <a:cubicBezTo>
                  <a:pt x="713" y="864"/>
                  <a:pt x="727" y="864"/>
                  <a:pt x="743" y="864"/>
                </a:cubicBezTo>
                <a:cubicBezTo>
                  <a:pt x="743" y="832"/>
                  <a:pt x="743" y="801"/>
                  <a:pt x="743" y="770"/>
                </a:cubicBezTo>
                <a:close/>
              </a:path>
            </a:pathLst>
          </a:custGeom>
          <a:solidFill>
            <a:srgbClr val="2E75B6"/>
          </a:solidFill>
          <a:ln>
            <a:noFill/>
          </a:ln>
        </p:spPr>
        <p:txBody>
          <a:bodyPr vert="horz" wrap="square" lIns="73152" tIns="36576" rIns="73152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0" name="Oval 509">
            <a:extLst>
              <a:ext uri="{FF2B5EF4-FFF2-40B4-BE49-F238E27FC236}">
                <a16:creationId xmlns:a16="http://schemas.microsoft.com/office/drawing/2014/main" id="{2CDB87FC-9D3B-229B-1E98-24539843AA61}"/>
              </a:ext>
            </a:extLst>
          </p:cNvPr>
          <p:cNvSpPr>
            <a:spLocks/>
          </p:cNvSpPr>
          <p:nvPr/>
        </p:nvSpPr>
        <p:spPr bwMode="auto">
          <a:xfrm>
            <a:off x="114831" y="4192829"/>
            <a:ext cx="640080" cy="640080"/>
          </a:xfrm>
          <a:prstGeom prst="ellipse">
            <a:avLst/>
          </a:prstGeom>
          <a:solidFill>
            <a:schemeClr val="bg1">
              <a:alpha val="63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3152" tIns="36576" rIns="73152" bIns="36576"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1" name="Freeform 18">
            <a:extLst>
              <a:ext uri="{FF2B5EF4-FFF2-40B4-BE49-F238E27FC236}">
                <a16:creationId xmlns:a16="http://schemas.microsoft.com/office/drawing/2014/main" id="{CA5165C3-533F-CAE3-4430-B387DAB1C8BA}"/>
              </a:ext>
            </a:extLst>
          </p:cNvPr>
          <p:cNvSpPr>
            <a:spLocks noEditPoints="1"/>
          </p:cNvSpPr>
          <p:nvPr/>
        </p:nvSpPr>
        <p:spPr bwMode="auto">
          <a:xfrm>
            <a:off x="252643" y="4372651"/>
            <a:ext cx="364456" cy="280436"/>
          </a:xfrm>
          <a:custGeom>
            <a:avLst/>
            <a:gdLst>
              <a:gd name="T0" fmla="*/ 1356 w 1536"/>
              <a:gd name="T1" fmla="*/ 861 h 1181"/>
              <a:gd name="T2" fmla="*/ 1517 w 1536"/>
              <a:gd name="T3" fmla="*/ 1093 h 1181"/>
              <a:gd name="T4" fmla="*/ 1340 w 1536"/>
              <a:gd name="T5" fmla="*/ 931 h 1181"/>
              <a:gd name="T6" fmla="*/ 1112 w 1536"/>
              <a:gd name="T7" fmla="*/ 1171 h 1181"/>
              <a:gd name="T8" fmla="*/ 898 w 1536"/>
              <a:gd name="T9" fmla="*/ 871 h 1181"/>
              <a:gd name="T10" fmla="*/ 789 w 1536"/>
              <a:gd name="T11" fmla="*/ 1162 h 1181"/>
              <a:gd name="T12" fmla="*/ 745 w 1536"/>
              <a:gd name="T13" fmla="*/ 877 h 1181"/>
              <a:gd name="T14" fmla="*/ 445 w 1536"/>
              <a:gd name="T15" fmla="*/ 1018 h 1181"/>
              <a:gd name="T16" fmla="*/ 413 w 1536"/>
              <a:gd name="T17" fmla="*/ 943 h 1181"/>
              <a:gd name="T18" fmla="*/ 84 w 1536"/>
              <a:gd name="T19" fmla="*/ 931 h 1181"/>
              <a:gd name="T20" fmla="*/ 129 w 1536"/>
              <a:gd name="T21" fmla="*/ 756 h 1181"/>
              <a:gd name="T22" fmla="*/ 153 w 1536"/>
              <a:gd name="T23" fmla="*/ 414 h 1181"/>
              <a:gd name="T24" fmla="*/ 420 w 1536"/>
              <a:gd name="T25" fmla="*/ 754 h 1181"/>
              <a:gd name="T26" fmla="*/ 354 w 1536"/>
              <a:gd name="T27" fmla="*/ 873 h 1181"/>
              <a:gd name="T28" fmla="*/ 643 w 1536"/>
              <a:gd name="T29" fmla="*/ 715 h 1181"/>
              <a:gd name="T30" fmla="*/ 555 w 1536"/>
              <a:gd name="T31" fmla="*/ 536 h 1181"/>
              <a:gd name="T32" fmla="*/ 566 w 1536"/>
              <a:gd name="T33" fmla="*/ 172 h 1181"/>
              <a:gd name="T34" fmla="*/ 696 w 1536"/>
              <a:gd name="T35" fmla="*/ 241 h 1181"/>
              <a:gd name="T36" fmla="*/ 859 w 1536"/>
              <a:gd name="T37" fmla="*/ 127 h 1181"/>
              <a:gd name="T38" fmla="*/ 921 w 1536"/>
              <a:gd name="T39" fmla="*/ 126 h 1181"/>
              <a:gd name="T40" fmla="*/ 963 w 1536"/>
              <a:gd name="T41" fmla="*/ 550 h 1181"/>
              <a:gd name="T42" fmla="*/ 949 w 1536"/>
              <a:gd name="T43" fmla="*/ 771 h 1181"/>
              <a:gd name="T44" fmla="*/ 1195 w 1536"/>
              <a:gd name="T45" fmla="*/ 861 h 1181"/>
              <a:gd name="T46" fmla="*/ 1039 w 1536"/>
              <a:gd name="T47" fmla="*/ 616 h 1181"/>
              <a:gd name="T48" fmla="*/ 1536 w 1536"/>
              <a:gd name="T49" fmla="*/ 682 h 1181"/>
              <a:gd name="T50" fmla="*/ 612 w 1536"/>
              <a:gd name="T51" fmla="*/ 374 h 1181"/>
              <a:gd name="T52" fmla="*/ 857 w 1536"/>
              <a:gd name="T53" fmla="*/ 264 h 1181"/>
              <a:gd name="T54" fmla="*/ 1279 w 1536"/>
              <a:gd name="T55" fmla="*/ 840 h 1181"/>
              <a:gd name="T56" fmla="*/ 1489 w 1536"/>
              <a:gd name="T57" fmla="*/ 718 h 1181"/>
              <a:gd name="T58" fmla="*/ 1072 w 1536"/>
              <a:gd name="T59" fmla="*/ 654 h 1181"/>
              <a:gd name="T60" fmla="*/ 1159 w 1536"/>
              <a:gd name="T61" fmla="*/ 534 h 1181"/>
              <a:gd name="T62" fmla="*/ 1422 w 1536"/>
              <a:gd name="T63" fmla="*/ 647 h 1181"/>
              <a:gd name="T64" fmla="*/ 106 w 1536"/>
              <a:gd name="T65" fmla="*/ 610 h 1181"/>
              <a:gd name="T66" fmla="*/ 350 w 1536"/>
              <a:gd name="T67" fmla="*/ 577 h 1181"/>
              <a:gd name="T68" fmla="*/ 157 w 1536"/>
              <a:gd name="T69" fmla="*/ 460 h 1181"/>
              <a:gd name="T70" fmla="*/ 172 w 1536"/>
              <a:gd name="T71" fmla="*/ 735 h 1181"/>
              <a:gd name="T72" fmla="*/ 181 w 1536"/>
              <a:gd name="T73" fmla="*/ 578 h 1181"/>
              <a:gd name="T74" fmla="*/ 988 w 1536"/>
              <a:gd name="T75" fmla="*/ 382 h 1181"/>
              <a:gd name="T76" fmla="*/ 865 w 1536"/>
              <a:gd name="T77" fmla="*/ 759 h 1181"/>
              <a:gd name="T78" fmla="*/ 861 w 1536"/>
              <a:gd name="T79" fmla="*/ 845 h 1181"/>
              <a:gd name="T80" fmla="*/ 686 w 1536"/>
              <a:gd name="T81" fmla="*/ 847 h 1181"/>
              <a:gd name="T82" fmla="*/ 659 w 1536"/>
              <a:gd name="T83" fmla="*/ 761 h 1181"/>
              <a:gd name="T84" fmla="*/ 821 w 1536"/>
              <a:gd name="T85" fmla="*/ 730 h 1181"/>
              <a:gd name="T86" fmla="*/ 282 w 1536"/>
              <a:gd name="T87" fmla="*/ 911 h 1181"/>
              <a:gd name="T88" fmla="*/ 1290 w 1536"/>
              <a:gd name="T89" fmla="*/ 922 h 1181"/>
              <a:gd name="T90" fmla="*/ 566 w 1536"/>
              <a:gd name="T91" fmla="*/ 489 h 1181"/>
              <a:gd name="T92" fmla="*/ 969 w 1536"/>
              <a:gd name="T93" fmla="*/ 491 h 1181"/>
              <a:gd name="T94" fmla="*/ 409 w 1536"/>
              <a:gd name="T95" fmla="*/ 708 h 1181"/>
              <a:gd name="T96" fmla="*/ 0 w 1536"/>
              <a:gd name="T97" fmla="*/ 1144 h 1181"/>
              <a:gd name="T98" fmla="*/ 48 w 1536"/>
              <a:gd name="T99" fmla="*/ 974 h 1181"/>
              <a:gd name="T100" fmla="*/ 550 w 1536"/>
              <a:gd name="T101" fmla="*/ 1157 h 1181"/>
              <a:gd name="T102" fmla="*/ 528 w 1536"/>
              <a:gd name="T103" fmla="*/ 1075 h 1181"/>
              <a:gd name="T104" fmla="*/ 1007 w 1536"/>
              <a:gd name="T105" fmla="*/ 1018 h 1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36" h="1181">
                <a:moveTo>
                  <a:pt x="1536" y="721"/>
                </a:moveTo>
                <a:cubicBezTo>
                  <a:pt x="1534" y="727"/>
                  <a:pt x="1532" y="734"/>
                  <a:pt x="1530" y="741"/>
                </a:cubicBezTo>
                <a:cubicBezTo>
                  <a:pt x="1512" y="798"/>
                  <a:pt x="1460" y="836"/>
                  <a:pt x="1400" y="835"/>
                </a:cubicBezTo>
                <a:cubicBezTo>
                  <a:pt x="1389" y="835"/>
                  <a:pt x="1381" y="837"/>
                  <a:pt x="1374" y="845"/>
                </a:cubicBezTo>
                <a:cubicBezTo>
                  <a:pt x="1369" y="851"/>
                  <a:pt x="1361" y="855"/>
                  <a:pt x="1356" y="861"/>
                </a:cubicBezTo>
                <a:cubicBezTo>
                  <a:pt x="1351" y="866"/>
                  <a:pt x="1347" y="873"/>
                  <a:pt x="1347" y="879"/>
                </a:cubicBezTo>
                <a:cubicBezTo>
                  <a:pt x="1347" y="883"/>
                  <a:pt x="1354" y="888"/>
                  <a:pt x="1359" y="890"/>
                </a:cubicBezTo>
                <a:cubicBezTo>
                  <a:pt x="1380" y="899"/>
                  <a:pt x="1401" y="907"/>
                  <a:pt x="1421" y="916"/>
                </a:cubicBezTo>
                <a:cubicBezTo>
                  <a:pt x="1481" y="942"/>
                  <a:pt x="1512" y="987"/>
                  <a:pt x="1517" y="1051"/>
                </a:cubicBezTo>
                <a:cubicBezTo>
                  <a:pt x="1518" y="1065"/>
                  <a:pt x="1518" y="1079"/>
                  <a:pt x="1517" y="1093"/>
                </a:cubicBezTo>
                <a:cubicBezTo>
                  <a:pt x="1517" y="1109"/>
                  <a:pt x="1508" y="1118"/>
                  <a:pt x="1495" y="1118"/>
                </a:cubicBezTo>
                <a:cubicBezTo>
                  <a:pt x="1481" y="1118"/>
                  <a:pt x="1473" y="1109"/>
                  <a:pt x="1473" y="1093"/>
                </a:cubicBezTo>
                <a:cubicBezTo>
                  <a:pt x="1472" y="1076"/>
                  <a:pt x="1473" y="1059"/>
                  <a:pt x="1471" y="1042"/>
                </a:cubicBezTo>
                <a:cubicBezTo>
                  <a:pt x="1465" y="1003"/>
                  <a:pt x="1444" y="976"/>
                  <a:pt x="1409" y="960"/>
                </a:cubicBezTo>
                <a:cubicBezTo>
                  <a:pt x="1387" y="949"/>
                  <a:pt x="1364" y="941"/>
                  <a:pt x="1340" y="931"/>
                </a:cubicBezTo>
                <a:cubicBezTo>
                  <a:pt x="1325" y="957"/>
                  <a:pt x="1304" y="973"/>
                  <a:pt x="1274" y="973"/>
                </a:cubicBezTo>
                <a:cubicBezTo>
                  <a:pt x="1244" y="973"/>
                  <a:pt x="1223" y="958"/>
                  <a:pt x="1207" y="931"/>
                </a:cubicBezTo>
                <a:cubicBezTo>
                  <a:pt x="1181" y="942"/>
                  <a:pt x="1155" y="952"/>
                  <a:pt x="1133" y="961"/>
                </a:cubicBezTo>
                <a:cubicBezTo>
                  <a:pt x="1134" y="1025"/>
                  <a:pt x="1134" y="1086"/>
                  <a:pt x="1135" y="1147"/>
                </a:cubicBezTo>
                <a:cubicBezTo>
                  <a:pt x="1135" y="1162"/>
                  <a:pt x="1126" y="1171"/>
                  <a:pt x="1112" y="1171"/>
                </a:cubicBezTo>
                <a:cubicBezTo>
                  <a:pt x="1099" y="1171"/>
                  <a:pt x="1090" y="1162"/>
                  <a:pt x="1090" y="1147"/>
                </a:cubicBezTo>
                <a:cubicBezTo>
                  <a:pt x="1090" y="1106"/>
                  <a:pt x="1089" y="1066"/>
                  <a:pt x="1090" y="1025"/>
                </a:cubicBezTo>
                <a:cubicBezTo>
                  <a:pt x="1091" y="965"/>
                  <a:pt x="1067" y="919"/>
                  <a:pt x="1017" y="886"/>
                </a:cubicBezTo>
                <a:cubicBezTo>
                  <a:pt x="988" y="867"/>
                  <a:pt x="961" y="848"/>
                  <a:pt x="931" y="827"/>
                </a:cubicBezTo>
                <a:cubicBezTo>
                  <a:pt x="920" y="842"/>
                  <a:pt x="909" y="857"/>
                  <a:pt x="898" y="871"/>
                </a:cubicBezTo>
                <a:cubicBezTo>
                  <a:pt x="880" y="895"/>
                  <a:pt x="866" y="900"/>
                  <a:pt x="837" y="891"/>
                </a:cubicBezTo>
                <a:cubicBezTo>
                  <a:pt x="822" y="886"/>
                  <a:pt x="806" y="882"/>
                  <a:pt x="790" y="877"/>
                </a:cubicBezTo>
                <a:cubicBezTo>
                  <a:pt x="790" y="884"/>
                  <a:pt x="790" y="889"/>
                  <a:pt x="790" y="895"/>
                </a:cubicBezTo>
                <a:cubicBezTo>
                  <a:pt x="790" y="979"/>
                  <a:pt x="790" y="1063"/>
                  <a:pt x="790" y="1147"/>
                </a:cubicBezTo>
                <a:cubicBezTo>
                  <a:pt x="790" y="1152"/>
                  <a:pt x="790" y="1157"/>
                  <a:pt x="789" y="1162"/>
                </a:cubicBezTo>
                <a:cubicBezTo>
                  <a:pt x="787" y="1173"/>
                  <a:pt x="781" y="1180"/>
                  <a:pt x="769" y="1180"/>
                </a:cubicBezTo>
                <a:cubicBezTo>
                  <a:pt x="758" y="1181"/>
                  <a:pt x="750" y="1176"/>
                  <a:pt x="746" y="1165"/>
                </a:cubicBezTo>
                <a:cubicBezTo>
                  <a:pt x="745" y="1160"/>
                  <a:pt x="745" y="1153"/>
                  <a:pt x="745" y="1147"/>
                </a:cubicBezTo>
                <a:cubicBezTo>
                  <a:pt x="745" y="1063"/>
                  <a:pt x="745" y="979"/>
                  <a:pt x="745" y="895"/>
                </a:cubicBezTo>
                <a:cubicBezTo>
                  <a:pt x="745" y="890"/>
                  <a:pt x="745" y="884"/>
                  <a:pt x="745" y="877"/>
                </a:cubicBezTo>
                <a:cubicBezTo>
                  <a:pt x="728" y="882"/>
                  <a:pt x="712" y="887"/>
                  <a:pt x="697" y="892"/>
                </a:cubicBezTo>
                <a:cubicBezTo>
                  <a:pt x="669" y="900"/>
                  <a:pt x="655" y="895"/>
                  <a:pt x="638" y="872"/>
                </a:cubicBezTo>
                <a:cubicBezTo>
                  <a:pt x="627" y="858"/>
                  <a:pt x="616" y="843"/>
                  <a:pt x="603" y="826"/>
                </a:cubicBezTo>
                <a:cubicBezTo>
                  <a:pt x="564" y="855"/>
                  <a:pt x="524" y="880"/>
                  <a:pt x="488" y="911"/>
                </a:cubicBezTo>
                <a:cubicBezTo>
                  <a:pt x="457" y="938"/>
                  <a:pt x="445" y="976"/>
                  <a:pt x="445" y="1018"/>
                </a:cubicBezTo>
                <a:cubicBezTo>
                  <a:pt x="444" y="1061"/>
                  <a:pt x="445" y="1104"/>
                  <a:pt x="444" y="1147"/>
                </a:cubicBezTo>
                <a:cubicBezTo>
                  <a:pt x="444" y="1162"/>
                  <a:pt x="436" y="1171"/>
                  <a:pt x="422" y="1171"/>
                </a:cubicBezTo>
                <a:cubicBezTo>
                  <a:pt x="409" y="1171"/>
                  <a:pt x="400" y="1163"/>
                  <a:pt x="400" y="1151"/>
                </a:cubicBezTo>
                <a:cubicBezTo>
                  <a:pt x="401" y="1091"/>
                  <a:pt x="403" y="1031"/>
                  <a:pt x="406" y="970"/>
                </a:cubicBezTo>
                <a:cubicBezTo>
                  <a:pt x="406" y="962"/>
                  <a:pt x="410" y="953"/>
                  <a:pt x="413" y="943"/>
                </a:cubicBezTo>
                <a:cubicBezTo>
                  <a:pt x="388" y="933"/>
                  <a:pt x="363" y="924"/>
                  <a:pt x="336" y="914"/>
                </a:cubicBezTo>
                <a:cubicBezTo>
                  <a:pt x="320" y="943"/>
                  <a:pt x="298" y="961"/>
                  <a:pt x="265" y="961"/>
                </a:cubicBezTo>
                <a:cubicBezTo>
                  <a:pt x="232" y="961"/>
                  <a:pt x="209" y="944"/>
                  <a:pt x="193" y="914"/>
                </a:cubicBezTo>
                <a:cubicBezTo>
                  <a:pt x="168" y="923"/>
                  <a:pt x="143" y="933"/>
                  <a:pt x="118" y="943"/>
                </a:cubicBezTo>
                <a:cubicBezTo>
                  <a:pt x="102" y="949"/>
                  <a:pt x="88" y="945"/>
                  <a:pt x="84" y="931"/>
                </a:cubicBezTo>
                <a:cubicBezTo>
                  <a:pt x="79" y="918"/>
                  <a:pt x="85" y="908"/>
                  <a:pt x="97" y="903"/>
                </a:cubicBezTo>
                <a:cubicBezTo>
                  <a:pt x="122" y="893"/>
                  <a:pt x="147" y="884"/>
                  <a:pt x="172" y="874"/>
                </a:cubicBezTo>
                <a:cubicBezTo>
                  <a:pt x="178" y="871"/>
                  <a:pt x="185" y="867"/>
                  <a:pt x="187" y="862"/>
                </a:cubicBezTo>
                <a:cubicBezTo>
                  <a:pt x="189" y="853"/>
                  <a:pt x="187" y="846"/>
                  <a:pt x="178" y="839"/>
                </a:cubicBezTo>
                <a:cubicBezTo>
                  <a:pt x="151" y="818"/>
                  <a:pt x="136" y="789"/>
                  <a:pt x="129" y="756"/>
                </a:cubicBezTo>
                <a:cubicBezTo>
                  <a:pt x="119" y="754"/>
                  <a:pt x="108" y="754"/>
                  <a:pt x="99" y="751"/>
                </a:cubicBezTo>
                <a:cubicBezTo>
                  <a:pt x="54" y="739"/>
                  <a:pt x="33" y="688"/>
                  <a:pt x="57" y="648"/>
                </a:cubicBezTo>
                <a:cubicBezTo>
                  <a:pt x="63" y="638"/>
                  <a:pt x="64" y="629"/>
                  <a:pt x="62" y="618"/>
                </a:cubicBezTo>
                <a:cubicBezTo>
                  <a:pt x="60" y="601"/>
                  <a:pt x="57" y="585"/>
                  <a:pt x="55" y="568"/>
                </a:cubicBezTo>
                <a:cubicBezTo>
                  <a:pt x="45" y="498"/>
                  <a:pt x="86" y="435"/>
                  <a:pt x="153" y="414"/>
                </a:cubicBezTo>
                <a:cubicBezTo>
                  <a:pt x="172" y="409"/>
                  <a:pt x="190" y="400"/>
                  <a:pt x="208" y="393"/>
                </a:cubicBezTo>
                <a:cubicBezTo>
                  <a:pt x="341" y="340"/>
                  <a:pt x="480" y="439"/>
                  <a:pt x="475" y="582"/>
                </a:cubicBezTo>
                <a:cubicBezTo>
                  <a:pt x="474" y="591"/>
                  <a:pt x="474" y="599"/>
                  <a:pt x="473" y="608"/>
                </a:cubicBezTo>
                <a:cubicBezTo>
                  <a:pt x="471" y="624"/>
                  <a:pt x="472" y="637"/>
                  <a:pt x="480" y="653"/>
                </a:cubicBezTo>
                <a:cubicBezTo>
                  <a:pt x="503" y="698"/>
                  <a:pt x="470" y="751"/>
                  <a:pt x="420" y="754"/>
                </a:cubicBezTo>
                <a:cubicBezTo>
                  <a:pt x="416" y="754"/>
                  <a:pt x="412" y="754"/>
                  <a:pt x="407" y="754"/>
                </a:cubicBezTo>
                <a:cubicBezTo>
                  <a:pt x="405" y="762"/>
                  <a:pt x="403" y="769"/>
                  <a:pt x="401" y="776"/>
                </a:cubicBezTo>
                <a:cubicBezTo>
                  <a:pt x="391" y="804"/>
                  <a:pt x="374" y="826"/>
                  <a:pt x="350" y="845"/>
                </a:cubicBezTo>
                <a:cubicBezTo>
                  <a:pt x="346" y="849"/>
                  <a:pt x="343" y="857"/>
                  <a:pt x="342" y="863"/>
                </a:cubicBezTo>
                <a:cubicBezTo>
                  <a:pt x="342" y="866"/>
                  <a:pt x="350" y="871"/>
                  <a:pt x="354" y="873"/>
                </a:cubicBezTo>
                <a:cubicBezTo>
                  <a:pt x="381" y="883"/>
                  <a:pt x="408" y="893"/>
                  <a:pt x="435" y="903"/>
                </a:cubicBezTo>
                <a:cubicBezTo>
                  <a:pt x="470" y="855"/>
                  <a:pt x="525" y="830"/>
                  <a:pt x="571" y="795"/>
                </a:cubicBezTo>
                <a:cubicBezTo>
                  <a:pt x="577" y="791"/>
                  <a:pt x="580" y="783"/>
                  <a:pt x="584" y="777"/>
                </a:cubicBezTo>
                <a:cubicBezTo>
                  <a:pt x="589" y="769"/>
                  <a:pt x="592" y="759"/>
                  <a:pt x="599" y="753"/>
                </a:cubicBezTo>
                <a:cubicBezTo>
                  <a:pt x="613" y="740"/>
                  <a:pt x="629" y="728"/>
                  <a:pt x="643" y="715"/>
                </a:cubicBezTo>
                <a:cubicBezTo>
                  <a:pt x="646" y="713"/>
                  <a:pt x="649" y="709"/>
                  <a:pt x="649" y="705"/>
                </a:cubicBezTo>
                <a:cubicBezTo>
                  <a:pt x="650" y="700"/>
                  <a:pt x="649" y="695"/>
                  <a:pt x="650" y="690"/>
                </a:cubicBezTo>
                <a:cubicBezTo>
                  <a:pt x="652" y="675"/>
                  <a:pt x="647" y="664"/>
                  <a:pt x="634" y="654"/>
                </a:cubicBezTo>
                <a:cubicBezTo>
                  <a:pt x="599" y="624"/>
                  <a:pt x="578" y="585"/>
                  <a:pt x="569" y="538"/>
                </a:cubicBezTo>
                <a:cubicBezTo>
                  <a:pt x="564" y="537"/>
                  <a:pt x="560" y="536"/>
                  <a:pt x="555" y="536"/>
                </a:cubicBezTo>
                <a:cubicBezTo>
                  <a:pt x="498" y="526"/>
                  <a:pt x="470" y="464"/>
                  <a:pt x="502" y="416"/>
                </a:cubicBezTo>
                <a:cubicBezTo>
                  <a:pt x="508" y="408"/>
                  <a:pt x="508" y="402"/>
                  <a:pt x="505" y="393"/>
                </a:cubicBezTo>
                <a:cubicBezTo>
                  <a:pt x="478" y="309"/>
                  <a:pt x="485" y="228"/>
                  <a:pt x="526" y="151"/>
                </a:cubicBezTo>
                <a:cubicBezTo>
                  <a:pt x="535" y="133"/>
                  <a:pt x="547" y="128"/>
                  <a:pt x="560" y="135"/>
                </a:cubicBezTo>
                <a:cubicBezTo>
                  <a:pt x="573" y="142"/>
                  <a:pt x="575" y="155"/>
                  <a:pt x="566" y="172"/>
                </a:cubicBezTo>
                <a:cubicBezTo>
                  <a:pt x="533" y="233"/>
                  <a:pt x="526" y="297"/>
                  <a:pt x="543" y="365"/>
                </a:cubicBezTo>
                <a:cubicBezTo>
                  <a:pt x="545" y="370"/>
                  <a:pt x="547" y="376"/>
                  <a:pt x="549" y="382"/>
                </a:cubicBezTo>
                <a:cubicBezTo>
                  <a:pt x="554" y="382"/>
                  <a:pt x="559" y="382"/>
                  <a:pt x="565" y="381"/>
                </a:cubicBezTo>
                <a:cubicBezTo>
                  <a:pt x="567" y="370"/>
                  <a:pt x="567" y="358"/>
                  <a:pt x="570" y="347"/>
                </a:cubicBezTo>
                <a:cubicBezTo>
                  <a:pt x="582" y="287"/>
                  <a:pt x="635" y="243"/>
                  <a:pt x="696" y="241"/>
                </a:cubicBezTo>
                <a:cubicBezTo>
                  <a:pt x="732" y="240"/>
                  <a:pt x="767" y="241"/>
                  <a:pt x="803" y="241"/>
                </a:cubicBezTo>
                <a:cubicBezTo>
                  <a:pt x="810" y="240"/>
                  <a:pt x="818" y="238"/>
                  <a:pt x="823" y="234"/>
                </a:cubicBezTo>
                <a:cubicBezTo>
                  <a:pt x="854" y="210"/>
                  <a:pt x="861" y="210"/>
                  <a:pt x="892" y="234"/>
                </a:cubicBezTo>
                <a:cubicBezTo>
                  <a:pt x="893" y="234"/>
                  <a:pt x="895" y="235"/>
                  <a:pt x="898" y="235"/>
                </a:cubicBezTo>
                <a:cubicBezTo>
                  <a:pt x="900" y="193"/>
                  <a:pt x="886" y="157"/>
                  <a:pt x="859" y="127"/>
                </a:cubicBezTo>
                <a:cubicBezTo>
                  <a:pt x="806" y="67"/>
                  <a:pt x="710" y="54"/>
                  <a:pt x="636" y="97"/>
                </a:cubicBezTo>
                <a:cubicBezTo>
                  <a:pt x="616" y="109"/>
                  <a:pt x="604" y="109"/>
                  <a:pt x="596" y="96"/>
                </a:cubicBezTo>
                <a:cubicBezTo>
                  <a:pt x="587" y="83"/>
                  <a:pt x="593" y="70"/>
                  <a:pt x="614" y="58"/>
                </a:cubicBezTo>
                <a:cubicBezTo>
                  <a:pt x="712" y="0"/>
                  <a:pt x="849" y="25"/>
                  <a:pt x="909" y="118"/>
                </a:cubicBezTo>
                <a:cubicBezTo>
                  <a:pt x="912" y="121"/>
                  <a:pt x="916" y="125"/>
                  <a:pt x="921" y="126"/>
                </a:cubicBezTo>
                <a:cubicBezTo>
                  <a:pt x="1015" y="152"/>
                  <a:pt x="1058" y="218"/>
                  <a:pt x="1042" y="315"/>
                </a:cubicBezTo>
                <a:cubicBezTo>
                  <a:pt x="1038" y="344"/>
                  <a:pt x="1034" y="373"/>
                  <a:pt x="1030" y="402"/>
                </a:cubicBezTo>
                <a:cubicBezTo>
                  <a:pt x="1030" y="407"/>
                  <a:pt x="1031" y="413"/>
                  <a:pt x="1034" y="418"/>
                </a:cubicBezTo>
                <a:cubicBezTo>
                  <a:pt x="1063" y="468"/>
                  <a:pt x="1036" y="527"/>
                  <a:pt x="978" y="536"/>
                </a:cubicBezTo>
                <a:cubicBezTo>
                  <a:pt x="968" y="537"/>
                  <a:pt x="965" y="541"/>
                  <a:pt x="963" y="550"/>
                </a:cubicBezTo>
                <a:cubicBezTo>
                  <a:pt x="953" y="592"/>
                  <a:pt x="932" y="628"/>
                  <a:pt x="899" y="656"/>
                </a:cubicBezTo>
                <a:cubicBezTo>
                  <a:pt x="888" y="664"/>
                  <a:pt x="885" y="673"/>
                  <a:pt x="885" y="686"/>
                </a:cubicBezTo>
                <a:cubicBezTo>
                  <a:pt x="884" y="703"/>
                  <a:pt x="886" y="715"/>
                  <a:pt x="902" y="724"/>
                </a:cubicBezTo>
                <a:cubicBezTo>
                  <a:pt x="915" y="732"/>
                  <a:pt x="925" y="742"/>
                  <a:pt x="936" y="752"/>
                </a:cubicBezTo>
                <a:cubicBezTo>
                  <a:pt x="941" y="758"/>
                  <a:pt x="948" y="765"/>
                  <a:pt x="949" y="771"/>
                </a:cubicBezTo>
                <a:cubicBezTo>
                  <a:pt x="950" y="787"/>
                  <a:pt x="961" y="793"/>
                  <a:pt x="971" y="800"/>
                </a:cubicBezTo>
                <a:cubicBezTo>
                  <a:pt x="991" y="814"/>
                  <a:pt x="1011" y="828"/>
                  <a:pt x="1031" y="841"/>
                </a:cubicBezTo>
                <a:cubicBezTo>
                  <a:pt x="1063" y="862"/>
                  <a:pt x="1092" y="886"/>
                  <a:pt x="1111" y="922"/>
                </a:cubicBezTo>
                <a:cubicBezTo>
                  <a:pt x="1139" y="910"/>
                  <a:pt x="1167" y="899"/>
                  <a:pt x="1194" y="888"/>
                </a:cubicBezTo>
                <a:cubicBezTo>
                  <a:pt x="1203" y="884"/>
                  <a:pt x="1203" y="867"/>
                  <a:pt x="1195" y="861"/>
                </a:cubicBezTo>
                <a:cubicBezTo>
                  <a:pt x="1187" y="854"/>
                  <a:pt x="1179" y="846"/>
                  <a:pt x="1170" y="840"/>
                </a:cubicBezTo>
                <a:cubicBezTo>
                  <a:pt x="1166" y="837"/>
                  <a:pt x="1160" y="836"/>
                  <a:pt x="1155" y="836"/>
                </a:cubicBezTo>
                <a:cubicBezTo>
                  <a:pt x="1081" y="836"/>
                  <a:pt x="1024" y="787"/>
                  <a:pt x="1016" y="714"/>
                </a:cubicBezTo>
                <a:cubicBezTo>
                  <a:pt x="1014" y="693"/>
                  <a:pt x="1020" y="672"/>
                  <a:pt x="1025" y="651"/>
                </a:cubicBezTo>
                <a:cubicBezTo>
                  <a:pt x="1028" y="639"/>
                  <a:pt x="1035" y="628"/>
                  <a:pt x="1039" y="616"/>
                </a:cubicBezTo>
                <a:cubicBezTo>
                  <a:pt x="1050" y="587"/>
                  <a:pt x="1061" y="559"/>
                  <a:pt x="1069" y="529"/>
                </a:cubicBezTo>
                <a:cubicBezTo>
                  <a:pt x="1095" y="433"/>
                  <a:pt x="1181" y="367"/>
                  <a:pt x="1279" y="369"/>
                </a:cubicBezTo>
                <a:cubicBezTo>
                  <a:pt x="1380" y="371"/>
                  <a:pt x="1462" y="440"/>
                  <a:pt x="1483" y="538"/>
                </a:cubicBezTo>
                <a:cubicBezTo>
                  <a:pt x="1487" y="556"/>
                  <a:pt x="1494" y="573"/>
                  <a:pt x="1500" y="590"/>
                </a:cubicBezTo>
                <a:cubicBezTo>
                  <a:pt x="1512" y="621"/>
                  <a:pt x="1524" y="651"/>
                  <a:pt x="1536" y="682"/>
                </a:cubicBezTo>
                <a:cubicBezTo>
                  <a:pt x="1536" y="695"/>
                  <a:pt x="1536" y="708"/>
                  <a:pt x="1536" y="721"/>
                </a:cubicBezTo>
                <a:close/>
                <a:moveTo>
                  <a:pt x="857" y="264"/>
                </a:moveTo>
                <a:cubicBezTo>
                  <a:pt x="838" y="291"/>
                  <a:pt x="809" y="286"/>
                  <a:pt x="782" y="286"/>
                </a:cubicBezTo>
                <a:cubicBezTo>
                  <a:pt x="755" y="286"/>
                  <a:pt x="727" y="286"/>
                  <a:pt x="700" y="286"/>
                </a:cubicBezTo>
                <a:cubicBezTo>
                  <a:pt x="651" y="287"/>
                  <a:pt x="612" y="324"/>
                  <a:pt x="612" y="374"/>
                </a:cubicBezTo>
                <a:cubicBezTo>
                  <a:pt x="611" y="420"/>
                  <a:pt x="611" y="466"/>
                  <a:pt x="612" y="513"/>
                </a:cubicBezTo>
                <a:cubicBezTo>
                  <a:pt x="614" y="591"/>
                  <a:pt x="680" y="656"/>
                  <a:pt x="760" y="660"/>
                </a:cubicBezTo>
                <a:cubicBezTo>
                  <a:pt x="838" y="665"/>
                  <a:pt x="912" y="606"/>
                  <a:pt x="920" y="529"/>
                </a:cubicBezTo>
                <a:cubicBezTo>
                  <a:pt x="926" y="481"/>
                  <a:pt x="923" y="432"/>
                  <a:pt x="924" y="384"/>
                </a:cubicBezTo>
                <a:cubicBezTo>
                  <a:pt x="924" y="332"/>
                  <a:pt x="900" y="294"/>
                  <a:pt x="857" y="264"/>
                </a:cubicBezTo>
                <a:close/>
                <a:moveTo>
                  <a:pt x="1192" y="561"/>
                </a:moveTo>
                <a:cubicBezTo>
                  <a:pt x="1186" y="579"/>
                  <a:pt x="1177" y="594"/>
                  <a:pt x="1176" y="609"/>
                </a:cubicBezTo>
                <a:cubicBezTo>
                  <a:pt x="1174" y="656"/>
                  <a:pt x="1175" y="703"/>
                  <a:pt x="1175" y="750"/>
                </a:cubicBezTo>
                <a:cubicBezTo>
                  <a:pt x="1175" y="755"/>
                  <a:pt x="1176" y="761"/>
                  <a:pt x="1178" y="766"/>
                </a:cubicBezTo>
                <a:cubicBezTo>
                  <a:pt x="1191" y="811"/>
                  <a:pt x="1234" y="842"/>
                  <a:pt x="1279" y="840"/>
                </a:cubicBezTo>
                <a:cubicBezTo>
                  <a:pt x="1329" y="837"/>
                  <a:pt x="1367" y="802"/>
                  <a:pt x="1376" y="751"/>
                </a:cubicBezTo>
                <a:cubicBezTo>
                  <a:pt x="1380" y="732"/>
                  <a:pt x="1388" y="724"/>
                  <a:pt x="1403" y="727"/>
                </a:cubicBezTo>
                <a:cubicBezTo>
                  <a:pt x="1417" y="729"/>
                  <a:pt x="1423" y="741"/>
                  <a:pt x="1420" y="759"/>
                </a:cubicBezTo>
                <a:cubicBezTo>
                  <a:pt x="1418" y="769"/>
                  <a:pt x="1416" y="779"/>
                  <a:pt x="1414" y="790"/>
                </a:cubicBezTo>
                <a:cubicBezTo>
                  <a:pt x="1454" y="782"/>
                  <a:pt x="1481" y="756"/>
                  <a:pt x="1489" y="718"/>
                </a:cubicBezTo>
                <a:cubicBezTo>
                  <a:pt x="1494" y="697"/>
                  <a:pt x="1488" y="678"/>
                  <a:pt x="1481" y="658"/>
                </a:cubicBezTo>
                <a:cubicBezTo>
                  <a:pt x="1467" y="623"/>
                  <a:pt x="1449" y="588"/>
                  <a:pt x="1441" y="552"/>
                </a:cubicBezTo>
                <a:cubicBezTo>
                  <a:pt x="1424" y="475"/>
                  <a:pt x="1362" y="418"/>
                  <a:pt x="1283" y="414"/>
                </a:cubicBezTo>
                <a:cubicBezTo>
                  <a:pt x="1205" y="410"/>
                  <a:pt x="1133" y="461"/>
                  <a:pt x="1115" y="536"/>
                </a:cubicBezTo>
                <a:cubicBezTo>
                  <a:pt x="1105" y="577"/>
                  <a:pt x="1088" y="615"/>
                  <a:pt x="1072" y="654"/>
                </a:cubicBezTo>
                <a:cubicBezTo>
                  <a:pt x="1067" y="666"/>
                  <a:pt x="1062" y="679"/>
                  <a:pt x="1060" y="693"/>
                </a:cubicBezTo>
                <a:cubicBezTo>
                  <a:pt x="1054" y="738"/>
                  <a:pt x="1093" y="787"/>
                  <a:pt x="1137" y="788"/>
                </a:cubicBezTo>
                <a:cubicBezTo>
                  <a:pt x="1135" y="779"/>
                  <a:pt x="1131" y="770"/>
                  <a:pt x="1131" y="760"/>
                </a:cubicBezTo>
                <a:cubicBezTo>
                  <a:pt x="1130" y="712"/>
                  <a:pt x="1129" y="663"/>
                  <a:pt x="1130" y="615"/>
                </a:cubicBezTo>
                <a:cubicBezTo>
                  <a:pt x="1131" y="586"/>
                  <a:pt x="1142" y="559"/>
                  <a:pt x="1159" y="534"/>
                </a:cubicBezTo>
                <a:cubicBezTo>
                  <a:pt x="1176" y="509"/>
                  <a:pt x="1194" y="506"/>
                  <a:pt x="1218" y="525"/>
                </a:cubicBezTo>
                <a:cubicBezTo>
                  <a:pt x="1241" y="543"/>
                  <a:pt x="1267" y="553"/>
                  <a:pt x="1297" y="554"/>
                </a:cubicBezTo>
                <a:cubicBezTo>
                  <a:pt x="1324" y="554"/>
                  <a:pt x="1352" y="555"/>
                  <a:pt x="1379" y="556"/>
                </a:cubicBezTo>
                <a:cubicBezTo>
                  <a:pt x="1407" y="557"/>
                  <a:pt x="1422" y="572"/>
                  <a:pt x="1422" y="599"/>
                </a:cubicBezTo>
                <a:cubicBezTo>
                  <a:pt x="1422" y="615"/>
                  <a:pt x="1422" y="631"/>
                  <a:pt x="1422" y="647"/>
                </a:cubicBezTo>
                <a:cubicBezTo>
                  <a:pt x="1422" y="664"/>
                  <a:pt x="1413" y="675"/>
                  <a:pt x="1400" y="675"/>
                </a:cubicBezTo>
                <a:cubicBezTo>
                  <a:pt x="1386" y="675"/>
                  <a:pt x="1377" y="665"/>
                  <a:pt x="1377" y="647"/>
                </a:cubicBezTo>
                <a:cubicBezTo>
                  <a:pt x="1377" y="632"/>
                  <a:pt x="1377" y="617"/>
                  <a:pt x="1377" y="601"/>
                </a:cubicBezTo>
                <a:cubicBezTo>
                  <a:pt x="1313" y="598"/>
                  <a:pt x="1249" y="607"/>
                  <a:pt x="1192" y="561"/>
                </a:cubicBezTo>
                <a:close/>
                <a:moveTo>
                  <a:pt x="106" y="610"/>
                </a:moveTo>
                <a:cubicBezTo>
                  <a:pt x="122" y="614"/>
                  <a:pt x="128" y="610"/>
                  <a:pt x="131" y="595"/>
                </a:cubicBezTo>
                <a:cubicBezTo>
                  <a:pt x="134" y="579"/>
                  <a:pt x="141" y="564"/>
                  <a:pt x="150" y="550"/>
                </a:cubicBezTo>
                <a:cubicBezTo>
                  <a:pt x="163" y="526"/>
                  <a:pt x="180" y="524"/>
                  <a:pt x="203" y="539"/>
                </a:cubicBezTo>
                <a:cubicBezTo>
                  <a:pt x="221" y="550"/>
                  <a:pt x="240" y="563"/>
                  <a:pt x="260" y="568"/>
                </a:cubicBezTo>
                <a:cubicBezTo>
                  <a:pt x="289" y="574"/>
                  <a:pt x="320" y="576"/>
                  <a:pt x="350" y="577"/>
                </a:cubicBezTo>
                <a:cubicBezTo>
                  <a:pt x="378" y="577"/>
                  <a:pt x="402" y="579"/>
                  <a:pt x="409" y="611"/>
                </a:cubicBezTo>
                <a:cubicBezTo>
                  <a:pt x="416" y="611"/>
                  <a:pt x="421" y="611"/>
                  <a:pt x="427" y="611"/>
                </a:cubicBezTo>
                <a:cubicBezTo>
                  <a:pt x="427" y="588"/>
                  <a:pt x="431" y="565"/>
                  <a:pt x="427" y="544"/>
                </a:cubicBezTo>
                <a:cubicBezTo>
                  <a:pt x="408" y="450"/>
                  <a:pt x="312" y="400"/>
                  <a:pt x="224" y="435"/>
                </a:cubicBezTo>
                <a:cubicBezTo>
                  <a:pt x="202" y="443"/>
                  <a:pt x="179" y="452"/>
                  <a:pt x="157" y="460"/>
                </a:cubicBezTo>
                <a:cubicBezTo>
                  <a:pt x="122" y="474"/>
                  <a:pt x="98" y="508"/>
                  <a:pt x="99" y="545"/>
                </a:cubicBezTo>
                <a:cubicBezTo>
                  <a:pt x="99" y="567"/>
                  <a:pt x="103" y="588"/>
                  <a:pt x="106" y="610"/>
                </a:cubicBezTo>
                <a:close/>
                <a:moveTo>
                  <a:pt x="181" y="578"/>
                </a:moveTo>
                <a:cubicBezTo>
                  <a:pt x="178" y="595"/>
                  <a:pt x="173" y="609"/>
                  <a:pt x="172" y="622"/>
                </a:cubicBezTo>
                <a:cubicBezTo>
                  <a:pt x="171" y="660"/>
                  <a:pt x="170" y="697"/>
                  <a:pt x="172" y="735"/>
                </a:cubicBezTo>
                <a:cubicBezTo>
                  <a:pt x="174" y="789"/>
                  <a:pt x="217" y="828"/>
                  <a:pt x="271" y="826"/>
                </a:cubicBezTo>
                <a:cubicBezTo>
                  <a:pt x="323" y="825"/>
                  <a:pt x="363" y="783"/>
                  <a:pt x="363" y="730"/>
                </a:cubicBezTo>
                <a:cubicBezTo>
                  <a:pt x="363" y="698"/>
                  <a:pt x="363" y="666"/>
                  <a:pt x="363" y="634"/>
                </a:cubicBezTo>
                <a:cubicBezTo>
                  <a:pt x="363" y="630"/>
                  <a:pt x="362" y="626"/>
                  <a:pt x="362" y="621"/>
                </a:cubicBezTo>
                <a:cubicBezTo>
                  <a:pt x="298" y="626"/>
                  <a:pt x="238" y="619"/>
                  <a:pt x="181" y="578"/>
                </a:cubicBezTo>
                <a:close/>
                <a:moveTo>
                  <a:pt x="937" y="179"/>
                </a:moveTo>
                <a:cubicBezTo>
                  <a:pt x="945" y="212"/>
                  <a:pt x="945" y="243"/>
                  <a:pt x="939" y="274"/>
                </a:cubicBezTo>
                <a:cubicBezTo>
                  <a:pt x="938" y="277"/>
                  <a:pt x="938" y="280"/>
                  <a:pt x="939" y="283"/>
                </a:cubicBezTo>
                <a:cubicBezTo>
                  <a:pt x="959" y="313"/>
                  <a:pt x="968" y="346"/>
                  <a:pt x="969" y="382"/>
                </a:cubicBezTo>
                <a:cubicBezTo>
                  <a:pt x="976" y="382"/>
                  <a:pt x="981" y="382"/>
                  <a:pt x="988" y="382"/>
                </a:cubicBezTo>
                <a:cubicBezTo>
                  <a:pt x="993" y="346"/>
                  <a:pt x="999" y="311"/>
                  <a:pt x="1001" y="275"/>
                </a:cubicBezTo>
                <a:cubicBezTo>
                  <a:pt x="1003" y="234"/>
                  <a:pt x="975" y="193"/>
                  <a:pt x="937" y="179"/>
                </a:cubicBezTo>
                <a:close/>
                <a:moveTo>
                  <a:pt x="906" y="786"/>
                </a:moveTo>
                <a:cubicBezTo>
                  <a:pt x="895" y="777"/>
                  <a:pt x="886" y="768"/>
                  <a:pt x="876" y="761"/>
                </a:cubicBezTo>
                <a:cubicBezTo>
                  <a:pt x="873" y="759"/>
                  <a:pt x="868" y="758"/>
                  <a:pt x="865" y="759"/>
                </a:cubicBezTo>
                <a:cubicBezTo>
                  <a:pt x="842" y="770"/>
                  <a:pt x="819" y="781"/>
                  <a:pt x="796" y="792"/>
                </a:cubicBezTo>
                <a:cubicBezTo>
                  <a:pt x="783" y="799"/>
                  <a:pt x="791" y="812"/>
                  <a:pt x="790" y="822"/>
                </a:cubicBezTo>
                <a:cubicBezTo>
                  <a:pt x="790" y="825"/>
                  <a:pt x="796" y="831"/>
                  <a:pt x="801" y="833"/>
                </a:cubicBezTo>
                <a:cubicBezTo>
                  <a:pt x="817" y="838"/>
                  <a:pt x="833" y="843"/>
                  <a:pt x="849" y="847"/>
                </a:cubicBezTo>
                <a:cubicBezTo>
                  <a:pt x="853" y="848"/>
                  <a:pt x="859" y="848"/>
                  <a:pt x="861" y="845"/>
                </a:cubicBezTo>
                <a:cubicBezTo>
                  <a:pt x="876" y="826"/>
                  <a:pt x="891" y="806"/>
                  <a:pt x="906" y="786"/>
                </a:cubicBezTo>
                <a:close/>
                <a:moveTo>
                  <a:pt x="630" y="785"/>
                </a:moveTo>
                <a:cubicBezTo>
                  <a:pt x="632" y="789"/>
                  <a:pt x="634" y="792"/>
                  <a:pt x="636" y="794"/>
                </a:cubicBezTo>
                <a:cubicBezTo>
                  <a:pt x="648" y="811"/>
                  <a:pt x="660" y="828"/>
                  <a:pt x="674" y="845"/>
                </a:cubicBezTo>
                <a:cubicBezTo>
                  <a:pt x="676" y="847"/>
                  <a:pt x="682" y="848"/>
                  <a:pt x="686" y="847"/>
                </a:cubicBezTo>
                <a:cubicBezTo>
                  <a:pt x="702" y="843"/>
                  <a:pt x="718" y="839"/>
                  <a:pt x="733" y="833"/>
                </a:cubicBezTo>
                <a:cubicBezTo>
                  <a:pt x="738" y="831"/>
                  <a:pt x="744" y="826"/>
                  <a:pt x="744" y="822"/>
                </a:cubicBezTo>
                <a:cubicBezTo>
                  <a:pt x="743" y="812"/>
                  <a:pt x="752" y="799"/>
                  <a:pt x="737" y="792"/>
                </a:cubicBezTo>
                <a:cubicBezTo>
                  <a:pt x="716" y="780"/>
                  <a:pt x="694" y="770"/>
                  <a:pt x="671" y="760"/>
                </a:cubicBezTo>
                <a:cubicBezTo>
                  <a:pt x="668" y="758"/>
                  <a:pt x="662" y="759"/>
                  <a:pt x="659" y="761"/>
                </a:cubicBezTo>
                <a:cubicBezTo>
                  <a:pt x="649" y="768"/>
                  <a:pt x="639" y="777"/>
                  <a:pt x="630" y="785"/>
                </a:cubicBezTo>
                <a:close/>
                <a:moveTo>
                  <a:pt x="696" y="692"/>
                </a:moveTo>
                <a:cubicBezTo>
                  <a:pt x="692" y="719"/>
                  <a:pt x="692" y="719"/>
                  <a:pt x="714" y="730"/>
                </a:cubicBezTo>
                <a:cubicBezTo>
                  <a:pt x="732" y="738"/>
                  <a:pt x="749" y="754"/>
                  <a:pt x="767" y="753"/>
                </a:cubicBezTo>
                <a:cubicBezTo>
                  <a:pt x="785" y="753"/>
                  <a:pt x="803" y="739"/>
                  <a:pt x="821" y="730"/>
                </a:cubicBezTo>
                <a:cubicBezTo>
                  <a:pt x="842" y="720"/>
                  <a:pt x="842" y="719"/>
                  <a:pt x="839" y="692"/>
                </a:cubicBezTo>
                <a:cubicBezTo>
                  <a:pt x="792" y="709"/>
                  <a:pt x="744" y="710"/>
                  <a:pt x="696" y="692"/>
                </a:cubicBezTo>
                <a:close/>
                <a:moveTo>
                  <a:pt x="234" y="870"/>
                </a:moveTo>
                <a:cubicBezTo>
                  <a:pt x="230" y="889"/>
                  <a:pt x="234" y="903"/>
                  <a:pt x="247" y="911"/>
                </a:cubicBezTo>
                <a:cubicBezTo>
                  <a:pt x="259" y="918"/>
                  <a:pt x="271" y="918"/>
                  <a:pt x="282" y="911"/>
                </a:cubicBezTo>
                <a:cubicBezTo>
                  <a:pt x="296" y="901"/>
                  <a:pt x="298" y="887"/>
                  <a:pt x="295" y="870"/>
                </a:cubicBezTo>
                <a:cubicBezTo>
                  <a:pt x="274" y="870"/>
                  <a:pt x="254" y="870"/>
                  <a:pt x="234" y="870"/>
                </a:cubicBezTo>
                <a:close/>
                <a:moveTo>
                  <a:pt x="1246" y="884"/>
                </a:moveTo>
                <a:cubicBezTo>
                  <a:pt x="1244" y="901"/>
                  <a:pt x="1243" y="917"/>
                  <a:pt x="1261" y="924"/>
                </a:cubicBezTo>
                <a:cubicBezTo>
                  <a:pt x="1269" y="928"/>
                  <a:pt x="1282" y="926"/>
                  <a:pt x="1290" y="922"/>
                </a:cubicBezTo>
                <a:cubicBezTo>
                  <a:pt x="1304" y="913"/>
                  <a:pt x="1302" y="898"/>
                  <a:pt x="1301" y="884"/>
                </a:cubicBezTo>
                <a:cubicBezTo>
                  <a:pt x="1282" y="884"/>
                  <a:pt x="1264" y="884"/>
                  <a:pt x="1246" y="884"/>
                </a:cubicBezTo>
                <a:close/>
                <a:moveTo>
                  <a:pt x="566" y="428"/>
                </a:moveTo>
                <a:cubicBezTo>
                  <a:pt x="545" y="430"/>
                  <a:pt x="532" y="443"/>
                  <a:pt x="534" y="462"/>
                </a:cubicBezTo>
                <a:cubicBezTo>
                  <a:pt x="536" y="479"/>
                  <a:pt x="549" y="491"/>
                  <a:pt x="566" y="489"/>
                </a:cubicBezTo>
                <a:cubicBezTo>
                  <a:pt x="566" y="469"/>
                  <a:pt x="566" y="449"/>
                  <a:pt x="566" y="428"/>
                </a:cubicBezTo>
                <a:close/>
                <a:moveTo>
                  <a:pt x="969" y="491"/>
                </a:moveTo>
                <a:cubicBezTo>
                  <a:pt x="990" y="488"/>
                  <a:pt x="1002" y="475"/>
                  <a:pt x="1001" y="458"/>
                </a:cubicBezTo>
                <a:cubicBezTo>
                  <a:pt x="1000" y="441"/>
                  <a:pt x="988" y="429"/>
                  <a:pt x="969" y="428"/>
                </a:cubicBezTo>
                <a:cubicBezTo>
                  <a:pt x="969" y="448"/>
                  <a:pt x="969" y="469"/>
                  <a:pt x="969" y="491"/>
                </a:cubicBezTo>
                <a:close/>
                <a:moveTo>
                  <a:pt x="409" y="708"/>
                </a:moveTo>
                <a:cubicBezTo>
                  <a:pt x="422" y="711"/>
                  <a:pt x="434" y="708"/>
                  <a:pt x="438" y="696"/>
                </a:cubicBezTo>
                <a:cubicBezTo>
                  <a:pt x="441" y="688"/>
                  <a:pt x="441" y="676"/>
                  <a:pt x="437" y="668"/>
                </a:cubicBezTo>
                <a:cubicBezTo>
                  <a:pt x="432" y="657"/>
                  <a:pt x="421" y="655"/>
                  <a:pt x="409" y="657"/>
                </a:cubicBezTo>
                <a:cubicBezTo>
                  <a:pt x="409" y="675"/>
                  <a:pt x="409" y="692"/>
                  <a:pt x="409" y="708"/>
                </a:cubicBezTo>
                <a:close/>
                <a:moveTo>
                  <a:pt x="126" y="708"/>
                </a:moveTo>
                <a:cubicBezTo>
                  <a:pt x="126" y="691"/>
                  <a:pt x="126" y="674"/>
                  <a:pt x="126" y="657"/>
                </a:cubicBezTo>
                <a:cubicBezTo>
                  <a:pt x="104" y="657"/>
                  <a:pt x="92" y="666"/>
                  <a:pt x="93" y="683"/>
                </a:cubicBezTo>
                <a:cubicBezTo>
                  <a:pt x="93" y="700"/>
                  <a:pt x="105" y="710"/>
                  <a:pt x="126" y="708"/>
                </a:cubicBezTo>
                <a:close/>
                <a:moveTo>
                  <a:pt x="0" y="1144"/>
                </a:moveTo>
                <a:cubicBezTo>
                  <a:pt x="8" y="1153"/>
                  <a:pt x="18" y="1161"/>
                  <a:pt x="31" y="1155"/>
                </a:cubicBezTo>
                <a:cubicBezTo>
                  <a:pt x="44" y="1150"/>
                  <a:pt x="45" y="1138"/>
                  <a:pt x="45" y="1125"/>
                </a:cubicBezTo>
                <a:cubicBezTo>
                  <a:pt x="45" y="1114"/>
                  <a:pt x="45" y="1102"/>
                  <a:pt x="45" y="1091"/>
                </a:cubicBezTo>
                <a:cubicBezTo>
                  <a:pt x="44" y="1062"/>
                  <a:pt x="45" y="1034"/>
                  <a:pt x="57" y="1007"/>
                </a:cubicBezTo>
                <a:cubicBezTo>
                  <a:pt x="64" y="992"/>
                  <a:pt x="60" y="979"/>
                  <a:pt x="48" y="974"/>
                </a:cubicBezTo>
                <a:cubicBezTo>
                  <a:pt x="35" y="968"/>
                  <a:pt x="22" y="974"/>
                  <a:pt x="16" y="990"/>
                </a:cubicBezTo>
                <a:cubicBezTo>
                  <a:pt x="10" y="1006"/>
                  <a:pt x="5" y="1022"/>
                  <a:pt x="0" y="1039"/>
                </a:cubicBezTo>
                <a:cubicBezTo>
                  <a:pt x="0" y="1074"/>
                  <a:pt x="0" y="1109"/>
                  <a:pt x="0" y="1144"/>
                </a:cubicBezTo>
                <a:close/>
                <a:moveTo>
                  <a:pt x="528" y="1131"/>
                </a:moveTo>
                <a:cubicBezTo>
                  <a:pt x="528" y="1147"/>
                  <a:pt x="536" y="1157"/>
                  <a:pt x="550" y="1157"/>
                </a:cubicBezTo>
                <a:cubicBezTo>
                  <a:pt x="563" y="1157"/>
                  <a:pt x="572" y="1147"/>
                  <a:pt x="573" y="1132"/>
                </a:cubicBezTo>
                <a:cubicBezTo>
                  <a:pt x="573" y="1094"/>
                  <a:pt x="573" y="1057"/>
                  <a:pt x="573" y="1019"/>
                </a:cubicBezTo>
                <a:cubicBezTo>
                  <a:pt x="572" y="1004"/>
                  <a:pt x="563" y="994"/>
                  <a:pt x="549" y="994"/>
                </a:cubicBezTo>
                <a:cubicBezTo>
                  <a:pt x="536" y="995"/>
                  <a:pt x="528" y="1004"/>
                  <a:pt x="528" y="1020"/>
                </a:cubicBezTo>
                <a:cubicBezTo>
                  <a:pt x="528" y="1038"/>
                  <a:pt x="528" y="1057"/>
                  <a:pt x="528" y="1075"/>
                </a:cubicBezTo>
                <a:cubicBezTo>
                  <a:pt x="528" y="1094"/>
                  <a:pt x="528" y="1112"/>
                  <a:pt x="528" y="1131"/>
                </a:cubicBezTo>
                <a:close/>
                <a:moveTo>
                  <a:pt x="963" y="1132"/>
                </a:moveTo>
                <a:cubicBezTo>
                  <a:pt x="963" y="1148"/>
                  <a:pt x="971" y="1157"/>
                  <a:pt x="985" y="1157"/>
                </a:cubicBezTo>
                <a:cubicBezTo>
                  <a:pt x="998" y="1157"/>
                  <a:pt x="1007" y="1148"/>
                  <a:pt x="1007" y="1132"/>
                </a:cubicBezTo>
                <a:cubicBezTo>
                  <a:pt x="1008" y="1094"/>
                  <a:pt x="1008" y="1056"/>
                  <a:pt x="1007" y="1018"/>
                </a:cubicBezTo>
                <a:cubicBezTo>
                  <a:pt x="1007" y="1003"/>
                  <a:pt x="997" y="994"/>
                  <a:pt x="984" y="994"/>
                </a:cubicBezTo>
                <a:cubicBezTo>
                  <a:pt x="971" y="994"/>
                  <a:pt x="963" y="1004"/>
                  <a:pt x="963" y="1019"/>
                </a:cubicBezTo>
                <a:cubicBezTo>
                  <a:pt x="962" y="1038"/>
                  <a:pt x="963" y="1056"/>
                  <a:pt x="963" y="1075"/>
                </a:cubicBezTo>
                <a:cubicBezTo>
                  <a:pt x="963" y="1094"/>
                  <a:pt x="962" y="1113"/>
                  <a:pt x="963" y="1132"/>
                </a:cubicBezTo>
                <a:close/>
              </a:path>
            </a:pathLst>
          </a:custGeom>
          <a:solidFill>
            <a:srgbClr val="2E75B6"/>
          </a:solidFill>
          <a:ln>
            <a:noFill/>
          </a:ln>
        </p:spPr>
        <p:txBody>
          <a:bodyPr vert="horz" wrap="square" lIns="73152" tIns="36576" rIns="73152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3" name="Freeform 17">
            <a:extLst>
              <a:ext uri="{FF2B5EF4-FFF2-40B4-BE49-F238E27FC236}">
                <a16:creationId xmlns:a16="http://schemas.microsoft.com/office/drawing/2014/main" id="{E68210E9-5ADA-410D-D5C4-DBFAD2934EDC}"/>
              </a:ext>
            </a:extLst>
          </p:cNvPr>
          <p:cNvSpPr>
            <a:spLocks noEditPoints="1"/>
          </p:cNvSpPr>
          <p:nvPr/>
        </p:nvSpPr>
        <p:spPr bwMode="auto">
          <a:xfrm>
            <a:off x="3929566" y="1797084"/>
            <a:ext cx="260924" cy="281978"/>
          </a:xfrm>
          <a:custGeom>
            <a:avLst/>
            <a:gdLst>
              <a:gd name="T0" fmla="*/ 185 w 200"/>
              <a:gd name="T1" fmla="*/ 170 h 217"/>
              <a:gd name="T2" fmla="*/ 105 w 200"/>
              <a:gd name="T3" fmla="*/ 154 h 217"/>
              <a:gd name="T4" fmla="*/ 100 w 200"/>
              <a:gd name="T5" fmla="*/ 146 h 217"/>
              <a:gd name="T6" fmla="*/ 96 w 200"/>
              <a:gd name="T7" fmla="*/ 154 h 217"/>
              <a:gd name="T8" fmla="*/ 15 w 200"/>
              <a:gd name="T9" fmla="*/ 170 h 217"/>
              <a:gd name="T10" fmla="*/ 0 w 200"/>
              <a:gd name="T11" fmla="*/ 198 h 217"/>
              <a:gd name="T12" fmla="*/ 39 w 200"/>
              <a:gd name="T13" fmla="*/ 198 h 217"/>
              <a:gd name="T14" fmla="*/ 24 w 200"/>
              <a:gd name="T15" fmla="*/ 170 h 217"/>
              <a:gd name="T16" fmla="*/ 96 w 200"/>
              <a:gd name="T17" fmla="*/ 162 h 217"/>
              <a:gd name="T18" fmla="*/ 81 w 200"/>
              <a:gd name="T19" fmla="*/ 198 h 217"/>
              <a:gd name="T20" fmla="*/ 120 w 200"/>
              <a:gd name="T21" fmla="*/ 198 h 217"/>
              <a:gd name="T22" fmla="*/ 105 w 200"/>
              <a:gd name="T23" fmla="*/ 162 h 217"/>
              <a:gd name="T24" fmla="*/ 177 w 200"/>
              <a:gd name="T25" fmla="*/ 170 h 217"/>
              <a:gd name="T26" fmla="*/ 162 w 200"/>
              <a:gd name="T27" fmla="*/ 198 h 217"/>
              <a:gd name="T28" fmla="*/ 200 w 200"/>
              <a:gd name="T29" fmla="*/ 198 h 217"/>
              <a:gd name="T30" fmla="*/ 30 w 200"/>
              <a:gd name="T31" fmla="*/ 198 h 217"/>
              <a:gd name="T32" fmla="*/ 9 w 200"/>
              <a:gd name="T33" fmla="*/ 198 h 217"/>
              <a:gd name="T34" fmla="*/ 30 w 200"/>
              <a:gd name="T35" fmla="*/ 198 h 217"/>
              <a:gd name="T36" fmla="*/ 100 w 200"/>
              <a:gd name="T37" fmla="*/ 209 h 217"/>
              <a:gd name="T38" fmla="*/ 100 w 200"/>
              <a:gd name="T39" fmla="*/ 187 h 217"/>
              <a:gd name="T40" fmla="*/ 181 w 200"/>
              <a:gd name="T41" fmla="*/ 209 h 217"/>
              <a:gd name="T42" fmla="*/ 181 w 200"/>
              <a:gd name="T43" fmla="*/ 187 h 217"/>
              <a:gd name="T44" fmla="*/ 181 w 200"/>
              <a:gd name="T45" fmla="*/ 209 h 217"/>
              <a:gd name="T46" fmla="*/ 100 w 200"/>
              <a:gd name="T47" fmla="*/ 0 h 217"/>
              <a:gd name="T48" fmla="*/ 59 w 200"/>
              <a:gd name="T49" fmla="*/ 118 h 217"/>
              <a:gd name="T50" fmla="*/ 69 w 200"/>
              <a:gd name="T51" fmla="*/ 125 h 217"/>
              <a:gd name="T52" fmla="*/ 100 w 200"/>
              <a:gd name="T53" fmla="*/ 133 h 217"/>
              <a:gd name="T54" fmla="*/ 137 w 200"/>
              <a:gd name="T55" fmla="*/ 122 h 217"/>
              <a:gd name="T56" fmla="*/ 142 w 200"/>
              <a:gd name="T57" fmla="*/ 118 h 217"/>
              <a:gd name="T58" fmla="*/ 42 w 200"/>
              <a:gd name="T59" fmla="*/ 66 h 217"/>
              <a:gd name="T60" fmla="*/ 158 w 200"/>
              <a:gd name="T61" fmla="*/ 66 h 217"/>
              <a:gd name="T62" fmla="*/ 128 w 200"/>
              <a:gd name="T63" fmla="*/ 90 h 217"/>
              <a:gd name="T64" fmla="*/ 122 w 200"/>
              <a:gd name="T65" fmla="*/ 66 h 217"/>
              <a:gd name="T66" fmla="*/ 76 w 200"/>
              <a:gd name="T67" fmla="*/ 66 h 217"/>
              <a:gd name="T68" fmla="*/ 73 w 200"/>
              <a:gd name="T69" fmla="*/ 90 h 217"/>
              <a:gd name="T70" fmla="*/ 42 w 200"/>
              <a:gd name="T71" fmla="*/ 66 h 217"/>
              <a:gd name="T72" fmla="*/ 85 w 200"/>
              <a:gd name="T73" fmla="*/ 66 h 217"/>
              <a:gd name="T74" fmla="*/ 113 w 200"/>
              <a:gd name="T75" fmla="*/ 66 h 217"/>
              <a:gd name="T76" fmla="*/ 66 w 200"/>
              <a:gd name="T77" fmla="*/ 114 h 217"/>
              <a:gd name="T78" fmla="*/ 134 w 200"/>
              <a:gd name="T79" fmla="*/ 114 h 217"/>
              <a:gd name="T80" fmla="*/ 66 w 200"/>
              <a:gd name="T81" fmla="*/ 114 h 217"/>
              <a:gd name="T82" fmla="*/ 105 w 200"/>
              <a:gd name="T83" fmla="*/ 139 h 217"/>
              <a:gd name="T84" fmla="*/ 96 w 200"/>
              <a:gd name="T85" fmla="*/ 139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00" h="217">
                <a:moveTo>
                  <a:pt x="185" y="179"/>
                </a:moveTo>
                <a:cubicBezTo>
                  <a:pt x="185" y="170"/>
                  <a:pt x="185" y="170"/>
                  <a:pt x="185" y="170"/>
                </a:cubicBezTo>
                <a:cubicBezTo>
                  <a:pt x="185" y="161"/>
                  <a:pt x="178" y="154"/>
                  <a:pt x="169" y="154"/>
                </a:cubicBezTo>
                <a:cubicBezTo>
                  <a:pt x="105" y="154"/>
                  <a:pt x="105" y="154"/>
                  <a:pt x="105" y="154"/>
                </a:cubicBezTo>
                <a:cubicBezTo>
                  <a:pt x="105" y="150"/>
                  <a:pt x="105" y="150"/>
                  <a:pt x="105" y="150"/>
                </a:cubicBezTo>
                <a:cubicBezTo>
                  <a:pt x="105" y="147"/>
                  <a:pt x="103" y="146"/>
                  <a:pt x="100" y="146"/>
                </a:cubicBezTo>
                <a:cubicBezTo>
                  <a:pt x="98" y="146"/>
                  <a:pt x="96" y="147"/>
                  <a:pt x="96" y="150"/>
                </a:cubicBezTo>
                <a:cubicBezTo>
                  <a:pt x="96" y="154"/>
                  <a:pt x="96" y="154"/>
                  <a:pt x="96" y="154"/>
                </a:cubicBezTo>
                <a:cubicBezTo>
                  <a:pt x="31" y="154"/>
                  <a:pt x="31" y="154"/>
                  <a:pt x="31" y="154"/>
                </a:cubicBezTo>
                <a:cubicBezTo>
                  <a:pt x="22" y="154"/>
                  <a:pt x="15" y="161"/>
                  <a:pt x="15" y="170"/>
                </a:cubicBezTo>
                <a:cubicBezTo>
                  <a:pt x="15" y="179"/>
                  <a:pt x="15" y="179"/>
                  <a:pt x="15" y="179"/>
                </a:cubicBezTo>
                <a:cubicBezTo>
                  <a:pt x="7" y="181"/>
                  <a:pt x="0" y="189"/>
                  <a:pt x="0" y="198"/>
                </a:cubicBezTo>
                <a:cubicBezTo>
                  <a:pt x="0" y="208"/>
                  <a:pt x="9" y="217"/>
                  <a:pt x="20" y="217"/>
                </a:cubicBezTo>
                <a:cubicBezTo>
                  <a:pt x="30" y="217"/>
                  <a:pt x="39" y="208"/>
                  <a:pt x="39" y="198"/>
                </a:cubicBezTo>
                <a:cubicBezTo>
                  <a:pt x="39" y="189"/>
                  <a:pt x="32" y="181"/>
                  <a:pt x="24" y="179"/>
                </a:cubicBezTo>
                <a:cubicBezTo>
                  <a:pt x="24" y="170"/>
                  <a:pt x="24" y="170"/>
                  <a:pt x="24" y="170"/>
                </a:cubicBezTo>
                <a:cubicBezTo>
                  <a:pt x="24" y="166"/>
                  <a:pt x="27" y="162"/>
                  <a:pt x="31" y="162"/>
                </a:cubicBezTo>
                <a:cubicBezTo>
                  <a:pt x="96" y="162"/>
                  <a:pt x="96" y="162"/>
                  <a:pt x="96" y="162"/>
                </a:cubicBezTo>
                <a:cubicBezTo>
                  <a:pt x="96" y="179"/>
                  <a:pt x="96" y="179"/>
                  <a:pt x="96" y="179"/>
                </a:cubicBezTo>
                <a:cubicBezTo>
                  <a:pt x="88" y="181"/>
                  <a:pt x="81" y="189"/>
                  <a:pt x="81" y="198"/>
                </a:cubicBezTo>
                <a:cubicBezTo>
                  <a:pt x="81" y="208"/>
                  <a:pt x="90" y="217"/>
                  <a:pt x="100" y="217"/>
                </a:cubicBezTo>
                <a:cubicBezTo>
                  <a:pt x="111" y="217"/>
                  <a:pt x="120" y="208"/>
                  <a:pt x="120" y="198"/>
                </a:cubicBezTo>
                <a:cubicBezTo>
                  <a:pt x="120" y="189"/>
                  <a:pt x="113" y="181"/>
                  <a:pt x="105" y="179"/>
                </a:cubicBezTo>
                <a:cubicBezTo>
                  <a:pt x="105" y="162"/>
                  <a:pt x="105" y="162"/>
                  <a:pt x="105" y="162"/>
                </a:cubicBezTo>
                <a:cubicBezTo>
                  <a:pt x="169" y="162"/>
                  <a:pt x="169" y="162"/>
                  <a:pt x="169" y="162"/>
                </a:cubicBezTo>
                <a:cubicBezTo>
                  <a:pt x="174" y="162"/>
                  <a:pt x="177" y="166"/>
                  <a:pt x="177" y="170"/>
                </a:cubicBezTo>
                <a:cubicBezTo>
                  <a:pt x="177" y="179"/>
                  <a:pt x="177" y="179"/>
                  <a:pt x="177" y="179"/>
                </a:cubicBezTo>
                <a:cubicBezTo>
                  <a:pt x="168" y="181"/>
                  <a:pt x="162" y="189"/>
                  <a:pt x="162" y="198"/>
                </a:cubicBezTo>
                <a:cubicBezTo>
                  <a:pt x="162" y="208"/>
                  <a:pt x="170" y="217"/>
                  <a:pt x="181" y="217"/>
                </a:cubicBezTo>
                <a:cubicBezTo>
                  <a:pt x="192" y="217"/>
                  <a:pt x="200" y="208"/>
                  <a:pt x="200" y="198"/>
                </a:cubicBezTo>
                <a:cubicBezTo>
                  <a:pt x="200" y="189"/>
                  <a:pt x="194" y="181"/>
                  <a:pt x="185" y="179"/>
                </a:cubicBezTo>
                <a:close/>
                <a:moveTo>
                  <a:pt x="30" y="198"/>
                </a:moveTo>
                <a:cubicBezTo>
                  <a:pt x="30" y="204"/>
                  <a:pt x="26" y="209"/>
                  <a:pt x="20" y="209"/>
                </a:cubicBezTo>
                <a:cubicBezTo>
                  <a:pt x="14" y="209"/>
                  <a:pt x="9" y="204"/>
                  <a:pt x="9" y="198"/>
                </a:cubicBezTo>
                <a:cubicBezTo>
                  <a:pt x="9" y="192"/>
                  <a:pt x="14" y="187"/>
                  <a:pt x="20" y="187"/>
                </a:cubicBezTo>
                <a:cubicBezTo>
                  <a:pt x="26" y="187"/>
                  <a:pt x="30" y="192"/>
                  <a:pt x="30" y="198"/>
                </a:cubicBezTo>
                <a:close/>
                <a:moveTo>
                  <a:pt x="111" y="198"/>
                </a:moveTo>
                <a:cubicBezTo>
                  <a:pt x="111" y="204"/>
                  <a:pt x="106" y="209"/>
                  <a:pt x="100" y="209"/>
                </a:cubicBezTo>
                <a:cubicBezTo>
                  <a:pt x="94" y="209"/>
                  <a:pt x="90" y="204"/>
                  <a:pt x="90" y="198"/>
                </a:cubicBezTo>
                <a:cubicBezTo>
                  <a:pt x="90" y="192"/>
                  <a:pt x="94" y="187"/>
                  <a:pt x="100" y="187"/>
                </a:cubicBezTo>
                <a:cubicBezTo>
                  <a:pt x="106" y="187"/>
                  <a:pt x="111" y="192"/>
                  <a:pt x="111" y="198"/>
                </a:cubicBezTo>
                <a:close/>
                <a:moveTo>
                  <a:pt x="181" y="209"/>
                </a:moveTo>
                <a:cubicBezTo>
                  <a:pt x="175" y="209"/>
                  <a:pt x="170" y="204"/>
                  <a:pt x="170" y="198"/>
                </a:cubicBezTo>
                <a:cubicBezTo>
                  <a:pt x="170" y="192"/>
                  <a:pt x="175" y="187"/>
                  <a:pt x="181" y="187"/>
                </a:cubicBezTo>
                <a:cubicBezTo>
                  <a:pt x="187" y="187"/>
                  <a:pt x="192" y="192"/>
                  <a:pt x="192" y="198"/>
                </a:cubicBezTo>
                <a:cubicBezTo>
                  <a:pt x="192" y="204"/>
                  <a:pt x="187" y="209"/>
                  <a:pt x="181" y="209"/>
                </a:cubicBezTo>
                <a:close/>
                <a:moveTo>
                  <a:pt x="167" y="66"/>
                </a:moveTo>
                <a:cubicBezTo>
                  <a:pt x="167" y="30"/>
                  <a:pt x="137" y="0"/>
                  <a:pt x="100" y="0"/>
                </a:cubicBezTo>
                <a:cubicBezTo>
                  <a:pt x="64" y="0"/>
                  <a:pt x="34" y="30"/>
                  <a:pt x="34" y="66"/>
                </a:cubicBezTo>
                <a:cubicBezTo>
                  <a:pt x="34" y="87"/>
                  <a:pt x="43" y="106"/>
                  <a:pt x="59" y="118"/>
                </a:cubicBezTo>
                <a:cubicBezTo>
                  <a:pt x="59" y="118"/>
                  <a:pt x="59" y="118"/>
                  <a:pt x="59" y="119"/>
                </a:cubicBezTo>
                <a:cubicBezTo>
                  <a:pt x="62" y="121"/>
                  <a:pt x="66" y="124"/>
                  <a:pt x="69" y="125"/>
                </a:cubicBezTo>
                <a:cubicBezTo>
                  <a:pt x="69" y="125"/>
                  <a:pt x="69" y="125"/>
                  <a:pt x="69" y="125"/>
                </a:cubicBezTo>
                <a:cubicBezTo>
                  <a:pt x="79" y="130"/>
                  <a:pt x="89" y="133"/>
                  <a:pt x="100" y="133"/>
                </a:cubicBezTo>
                <a:cubicBezTo>
                  <a:pt x="114" y="133"/>
                  <a:pt x="127" y="129"/>
                  <a:pt x="137" y="122"/>
                </a:cubicBezTo>
                <a:cubicBezTo>
                  <a:pt x="137" y="122"/>
                  <a:pt x="137" y="122"/>
                  <a:pt x="137" y="122"/>
                </a:cubicBezTo>
                <a:cubicBezTo>
                  <a:pt x="139" y="121"/>
                  <a:pt x="140" y="120"/>
                  <a:pt x="142" y="119"/>
                </a:cubicBezTo>
                <a:cubicBezTo>
                  <a:pt x="142" y="118"/>
                  <a:pt x="142" y="118"/>
                  <a:pt x="142" y="118"/>
                </a:cubicBezTo>
                <a:cubicBezTo>
                  <a:pt x="157" y="106"/>
                  <a:pt x="167" y="87"/>
                  <a:pt x="167" y="66"/>
                </a:cubicBezTo>
                <a:close/>
                <a:moveTo>
                  <a:pt x="42" y="66"/>
                </a:moveTo>
                <a:cubicBezTo>
                  <a:pt x="42" y="34"/>
                  <a:pt x="68" y="8"/>
                  <a:pt x="100" y="8"/>
                </a:cubicBezTo>
                <a:cubicBezTo>
                  <a:pt x="132" y="8"/>
                  <a:pt x="158" y="34"/>
                  <a:pt x="158" y="66"/>
                </a:cubicBezTo>
                <a:cubicBezTo>
                  <a:pt x="158" y="83"/>
                  <a:pt x="152" y="97"/>
                  <a:pt x="141" y="108"/>
                </a:cubicBezTo>
                <a:cubicBezTo>
                  <a:pt x="138" y="101"/>
                  <a:pt x="134" y="95"/>
                  <a:pt x="128" y="90"/>
                </a:cubicBezTo>
                <a:cubicBezTo>
                  <a:pt x="124" y="87"/>
                  <a:pt x="120" y="85"/>
                  <a:pt x="115" y="83"/>
                </a:cubicBezTo>
                <a:cubicBezTo>
                  <a:pt x="119" y="79"/>
                  <a:pt x="122" y="73"/>
                  <a:pt x="122" y="66"/>
                </a:cubicBezTo>
                <a:cubicBezTo>
                  <a:pt x="122" y="54"/>
                  <a:pt x="112" y="44"/>
                  <a:pt x="99" y="44"/>
                </a:cubicBezTo>
                <a:cubicBezTo>
                  <a:pt x="87" y="44"/>
                  <a:pt x="76" y="54"/>
                  <a:pt x="76" y="66"/>
                </a:cubicBezTo>
                <a:cubicBezTo>
                  <a:pt x="76" y="73"/>
                  <a:pt x="79" y="79"/>
                  <a:pt x="84" y="84"/>
                </a:cubicBezTo>
                <a:cubicBezTo>
                  <a:pt x="80" y="85"/>
                  <a:pt x="76" y="87"/>
                  <a:pt x="73" y="90"/>
                </a:cubicBezTo>
                <a:cubicBezTo>
                  <a:pt x="67" y="95"/>
                  <a:pt x="62" y="101"/>
                  <a:pt x="59" y="108"/>
                </a:cubicBezTo>
                <a:cubicBezTo>
                  <a:pt x="49" y="97"/>
                  <a:pt x="42" y="83"/>
                  <a:pt x="42" y="66"/>
                </a:cubicBezTo>
                <a:close/>
                <a:moveTo>
                  <a:pt x="99" y="81"/>
                </a:moveTo>
                <a:cubicBezTo>
                  <a:pt x="91" y="81"/>
                  <a:pt x="85" y="74"/>
                  <a:pt x="85" y="66"/>
                </a:cubicBezTo>
                <a:cubicBezTo>
                  <a:pt x="85" y="59"/>
                  <a:pt x="91" y="52"/>
                  <a:pt x="99" y="52"/>
                </a:cubicBezTo>
                <a:cubicBezTo>
                  <a:pt x="107" y="52"/>
                  <a:pt x="113" y="59"/>
                  <a:pt x="113" y="66"/>
                </a:cubicBezTo>
                <a:cubicBezTo>
                  <a:pt x="113" y="74"/>
                  <a:pt x="107" y="81"/>
                  <a:pt x="99" y="81"/>
                </a:cubicBezTo>
                <a:close/>
                <a:moveTo>
                  <a:pt x="66" y="114"/>
                </a:moveTo>
                <a:cubicBezTo>
                  <a:pt x="71" y="99"/>
                  <a:pt x="85" y="89"/>
                  <a:pt x="100" y="89"/>
                </a:cubicBezTo>
                <a:cubicBezTo>
                  <a:pt x="116" y="89"/>
                  <a:pt x="130" y="99"/>
                  <a:pt x="134" y="114"/>
                </a:cubicBezTo>
                <a:cubicBezTo>
                  <a:pt x="125" y="120"/>
                  <a:pt x="113" y="125"/>
                  <a:pt x="100" y="125"/>
                </a:cubicBezTo>
                <a:cubicBezTo>
                  <a:pt x="88" y="125"/>
                  <a:pt x="76" y="120"/>
                  <a:pt x="66" y="114"/>
                </a:cubicBezTo>
                <a:close/>
                <a:moveTo>
                  <a:pt x="100" y="135"/>
                </a:moveTo>
                <a:cubicBezTo>
                  <a:pt x="103" y="135"/>
                  <a:pt x="105" y="137"/>
                  <a:pt x="105" y="139"/>
                </a:cubicBezTo>
                <a:cubicBezTo>
                  <a:pt x="105" y="142"/>
                  <a:pt x="103" y="144"/>
                  <a:pt x="100" y="144"/>
                </a:cubicBezTo>
                <a:cubicBezTo>
                  <a:pt x="98" y="144"/>
                  <a:pt x="96" y="142"/>
                  <a:pt x="96" y="139"/>
                </a:cubicBezTo>
                <a:cubicBezTo>
                  <a:pt x="96" y="137"/>
                  <a:pt x="98" y="135"/>
                  <a:pt x="100" y="1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4" name="Freeform 41">
            <a:extLst>
              <a:ext uri="{FF2B5EF4-FFF2-40B4-BE49-F238E27FC236}">
                <a16:creationId xmlns:a16="http://schemas.microsoft.com/office/drawing/2014/main" id="{FC2BA553-7AB2-451E-65CD-F0EBEE9E728B}"/>
              </a:ext>
            </a:extLst>
          </p:cNvPr>
          <p:cNvSpPr>
            <a:spLocks noEditPoints="1"/>
          </p:cNvSpPr>
          <p:nvPr/>
        </p:nvSpPr>
        <p:spPr bwMode="auto">
          <a:xfrm>
            <a:off x="3903661" y="3095304"/>
            <a:ext cx="312734" cy="311794"/>
          </a:xfrm>
          <a:custGeom>
            <a:avLst/>
            <a:gdLst>
              <a:gd name="T0" fmla="*/ 1641 w 2054"/>
              <a:gd name="T1" fmla="*/ 990 h 2048"/>
              <a:gd name="T2" fmla="*/ 1287 w 2054"/>
              <a:gd name="T3" fmla="*/ 821 h 2048"/>
              <a:gd name="T4" fmla="*/ 1485 w 2054"/>
              <a:gd name="T5" fmla="*/ 611 h 2048"/>
              <a:gd name="T6" fmla="*/ 1744 w 2054"/>
              <a:gd name="T7" fmla="*/ 301 h 2048"/>
              <a:gd name="T8" fmla="*/ 1436 w 2054"/>
              <a:gd name="T9" fmla="*/ 563 h 2048"/>
              <a:gd name="T10" fmla="*/ 1058 w 2054"/>
              <a:gd name="T11" fmla="*/ 656 h 2048"/>
              <a:gd name="T12" fmla="*/ 1228 w 2054"/>
              <a:gd name="T13" fmla="*/ 187 h 2048"/>
              <a:gd name="T14" fmla="*/ 820 w 2054"/>
              <a:gd name="T15" fmla="*/ 187 h 2048"/>
              <a:gd name="T16" fmla="*/ 990 w 2054"/>
              <a:gd name="T17" fmla="*/ 649 h 2048"/>
              <a:gd name="T18" fmla="*/ 612 w 2054"/>
              <a:gd name="T19" fmla="*/ 563 h 2048"/>
              <a:gd name="T20" fmla="*/ 296 w 2054"/>
              <a:gd name="T21" fmla="*/ 293 h 2048"/>
              <a:gd name="T22" fmla="*/ 563 w 2054"/>
              <a:gd name="T23" fmla="*/ 611 h 2048"/>
              <a:gd name="T24" fmla="*/ 726 w 2054"/>
              <a:gd name="T25" fmla="*/ 882 h 2048"/>
              <a:gd name="T26" fmla="*/ 407 w 2054"/>
              <a:gd name="T27" fmla="*/ 990 h 2048"/>
              <a:gd name="T28" fmla="*/ 0 w 2054"/>
              <a:gd name="T29" fmla="*/ 1024 h 2048"/>
              <a:gd name="T30" fmla="*/ 407 w 2054"/>
              <a:gd name="T31" fmla="*/ 1058 h 2048"/>
              <a:gd name="T32" fmla="*/ 512 w 2054"/>
              <a:gd name="T33" fmla="*/ 1107 h 2048"/>
              <a:gd name="T34" fmla="*/ 563 w 2054"/>
              <a:gd name="T35" fmla="*/ 1437 h 2048"/>
              <a:gd name="T36" fmla="*/ 305 w 2054"/>
              <a:gd name="T37" fmla="*/ 1747 h 2048"/>
              <a:gd name="T38" fmla="*/ 612 w 2054"/>
              <a:gd name="T39" fmla="*/ 1485 h 2048"/>
              <a:gd name="T40" fmla="*/ 990 w 2054"/>
              <a:gd name="T41" fmla="*/ 1331 h 2048"/>
              <a:gd name="T42" fmla="*/ 820 w 2054"/>
              <a:gd name="T43" fmla="*/ 1861 h 2048"/>
              <a:gd name="T44" fmla="*/ 1228 w 2054"/>
              <a:gd name="T45" fmla="*/ 1861 h 2048"/>
              <a:gd name="T46" fmla="*/ 1058 w 2054"/>
              <a:gd name="T47" fmla="*/ 1331 h 2048"/>
              <a:gd name="T48" fmla="*/ 1437 w 2054"/>
              <a:gd name="T49" fmla="*/ 1485 h 2048"/>
              <a:gd name="T50" fmla="*/ 1748 w 2054"/>
              <a:gd name="T51" fmla="*/ 1752 h 2048"/>
              <a:gd name="T52" fmla="*/ 1485 w 2054"/>
              <a:gd name="T53" fmla="*/ 1437 h 2048"/>
              <a:gd name="T54" fmla="*/ 1536 w 2054"/>
              <a:gd name="T55" fmla="*/ 1076 h 2048"/>
              <a:gd name="T56" fmla="*/ 1641 w 2054"/>
              <a:gd name="T57" fmla="*/ 1058 h 2048"/>
              <a:gd name="T58" fmla="*/ 2048 w 2054"/>
              <a:gd name="T59" fmla="*/ 1012 h 2048"/>
              <a:gd name="T60" fmla="*/ 348 w 2054"/>
              <a:gd name="T61" fmla="*/ 541 h 2048"/>
              <a:gd name="T62" fmla="*/ 541 w 2054"/>
              <a:gd name="T63" fmla="*/ 348 h 2048"/>
              <a:gd name="T64" fmla="*/ 445 w 2054"/>
              <a:gd name="T65" fmla="*/ 582 h 2048"/>
              <a:gd name="T66" fmla="*/ 205 w 2054"/>
              <a:gd name="T67" fmla="*/ 1161 h 2048"/>
              <a:gd name="T68" fmla="*/ 205 w 2054"/>
              <a:gd name="T69" fmla="*/ 887 h 2048"/>
              <a:gd name="T70" fmla="*/ 205 w 2054"/>
              <a:gd name="T71" fmla="*/ 1161 h 2048"/>
              <a:gd name="T72" fmla="*/ 1024 w 2054"/>
              <a:gd name="T73" fmla="*/ 1980 h 2048"/>
              <a:gd name="T74" fmla="*/ 1024 w 2054"/>
              <a:gd name="T75" fmla="*/ 1707 h 2048"/>
              <a:gd name="T76" fmla="*/ 1507 w 2054"/>
              <a:gd name="T77" fmla="*/ 348 h 2048"/>
              <a:gd name="T78" fmla="*/ 1729 w 2054"/>
              <a:gd name="T79" fmla="*/ 497 h 2048"/>
              <a:gd name="T80" fmla="*/ 1467 w 2054"/>
              <a:gd name="T81" fmla="*/ 445 h 2048"/>
              <a:gd name="T82" fmla="*/ 887 w 2054"/>
              <a:gd name="T83" fmla="*/ 205 h 2048"/>
              <a:gd name="T84" fmla="*/ 1161 w 2054"/>
              <a:gd name="T85" fmla="*/ 205 h 2048"/>
              <a:gd name="T86" fmla="*/ 887 w 2054"/>
              <a:gd name="T87" fmla="*/ 205 h 2048"/>
              <a:gd name="T88" fmla="*/ 348 w 2054"/>
              <a:gd name="T89" fmla="*/ 1700 h 2048"/>
              <a:gd name="T90" fmla="*/ 541 w 2054"/>
              <a:gd name="T91" fmla="*/ 1507 h 2048"/>
              <a:gd name="T92" fmla="*/ 1700 w 2054"/>
              <a:gd name="T93" fmla="*/ 1507 h 2048"/>
              <a:gd name="T94" fmla="*/ 1700 w 2054"/>
              <a:gd name="T95" fmla="*/ 1700 h 2048"/>
              <a:gd name="T96" fmla="*/ 1508 w 2054"/>
              <a:gd name="T97" fmla="*/ 1508 h 2048"/>
              <a:gd name="T98" fmla="*/ 1287 w 2054"/>
              <a:gd name="T99" fmla="*/ 1263 h 2048"/>
              <a:gd name="T100" fmla="*/ 580 w 2054"/>
              <a:gd name="T101" fmla="*/ 1107 h 2048"/>
              <a:gd name="T102" fmla="*/ 751 w 2054"/>
              <a:gd name="T103" fmla="*/ 951 h 2048"/>
              <a:gd name="T104" fmla="*/ 790 w 2054"/>
              <a:gd name="T105" fmla="*/ 920 h 2048"/>
              <a:gd name="T106" fmla="*/ 1200 w 2054"/>
              <a:gd name="T107" fmla="*/ 872 h 2048"/>
              <a:gd name="T108" fmla="*/ 1287 w 2054"/>
              <a:gd name="T109" fmla="*/ 889 h 2048"/>
              <a:gd name="T110" fmla="*/ 1287 w 2054"/>
              <a:gd name="T111" fmla="*/ 1263 h 2048"/>
              <a:gd name="T112" fmla="*/ 1707 w 2054"/>
              <a:gd name="T113" fmla="*/ 1024 h 2048"/>
              <a:gd name="T114" fmla="*/ 1980 w 2054"/>
              <a:gd name="T115" fmla="*/ 102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054" h="2048">
                <a:moveTo>
                  <a:pt x="1843" y="819"/>
                </a:moveTo>
                <a:cubicBezTo>
                  <a:pt x="1743" y="819"/>
                  <a:pt x="1658" y="891"/>
                  <a:pt x="1641" y="990"/>
                </a:cubicBezTo>
                <a:cubicBezTo>
                  <a:pt x="1521" y="990"/>
                  <a:pt x="1521" y="990"/>
                  <a:pt x="1521" y="990"/>
                </a:cubicBezTo>
                <a:cubicBezTo>
                  <a:pt x="1487" y="889"/>
                  <a:pt x="1393" y="822"/>
                  <a:pt x="1287" y="821"/>
                </a:cubicBezTo>
                <a:cubicBezTo>
                  <a:pt x="1283" y="821"/>
                  <a:pt x="1279" y="821"/>
                  <a:pt x="1275" y="821"/>
                </a:cubicBezTo>
                <a:cubicBezTo>
                  <a:pt x="1485" y="611"/>
                  <a:pt x="1485" y="611"/>
                  <a:pt x="1485" y="611"/>
                </a:cubicBezTo>
                <a:cubicBezTo>
                  <a:pt x="1571" y="672"/>
                  <a:pt x="1689" y="656"/>
                  <a:pt x="1757" y="575"/>
                </a:cubicBezTo>
                <a:cubicBezTo>
                  <a:pt x="1824" y="494"/>
                  <a:pt x="1819" y="375"/>
                  <a:pt x="1744" y="301"/>
                </a:cubicBezTo>
                <a:cubicBezTo>
                  <a:pt x="1669" y="227"/>
                  <a:pt x="1550" y="223"/>
                  <a:pt x="1470" y="291"/>
                </a:cubicBezTo>
                <a:cubicBezTo>
                  <a:pt x="1390" y="359"/>
                  <a:pt x="1375" y="478"/>
                  <a:pt x="1436" y="563"/>
                </a:cubicBezTo>
                <a:cubicBezTo>
                  <a:pt x="1227" y="772"/>
                  <a:pt x="1227" y="772"/>
                  <a:pt x="1227" y="772"/>
                </a:cubicBezTo>
                <a:cubicBezTo>
                  <a:pt x="1188" y="714"/>
                  <a:pt x="1127" y="672"/>
                  <a:pt x="1058" y="656"/>
                </a:cubicBezTo>
                <a:cubicBezTo>
                  <a:pt x="1058" y="407"/>
                  <a:pt x="1058" y="407"/>
                  <a:pt x="1058" y="407"/>
                </a:cubicBezTo>
                <a:cubicBezTo>
                  <a:pt x="1163" y="389"/>
                  <a:pt x="1237" y="294"/>
                  <a:pt x="1228" y="187"/>
                </a:cubicBezTo>
                <a:cubicBezTo>
                  <a:pt x="1219" y="81"/>
                  <a:pt x="1130" y="0"/>
                  <a:pt x="1024" y="0"/>
                </a:cubicBezTo>
                <a:cubicBezTo>
                  <a:pt x="918" y="0"/>
                  <a:pt x="829" y="81"/>
                  <a:pt x="820" y="187"/>
                </a:cubicBezTo>
                <a:cubicBezTo>
                  <a:pt x="811" y="294"/>
                  <a:pt x="885" y="389"/>
                  <a:pt x="990" y="407"/>
                </a:cubicBezTo>
                <a:cubicBezTo>
                  <a:pt x="990" y="649"/>
                  <a:pt x="990" y="649"/>
                  <a:pt x="990" y="649"/>
                </a:cubicBezTo>
                <a:cubicBezTo>
                  <a:pt x="914" y="652"/>
                  <a:pt x="842" y="686"/>
                  <a:pt x="792" y="744"/>
                </a:cubicBezTo>
                <a:cubicBezTo>
                  <a:pt x="612" y="563"/>
                  <a:pt x="612" y="563"/>
                  <a:pt x="612" y="563"/>
                </a:cubicBezTo>
                <a:cubicBezTo>
                  <a:pt x="675" y="475"/>
                  <a:pt x="661" y="353"/>
                  <a:pt x="578" y="283"/>
                </a:cubicBezTo>
                <a:cubicBezTo>
                  <a:pt x="496" y="212"/>
                  <a:pt x="373" y="216"/>
                  <a:pt x="296" y="293"/>
                </a:cubicBezTo>
                <a:cubicBezTo>
                  <a:pt x="219" y="369"/>
                  <a:pt x="213" y="492"/>
                  <a:pt x="283" y="575"/>
                </a:cubicBezTo>
                <a:cubicBezTo>
                  <a:pt x="353" y="658"/>
                  <a:pt x="474" y="674"/>
                  <a:pt x="563" y="611"/>
                </a:cubicBezTo>
                <a:cubicBezTo>
                  <a:pt x="753" y="801"/>
                  <a:pt x="753" y="801"/>
                  <a:pt x="753" y="801"/>
                </a:cubicBezTo>
                <a:cubicBezTo>
                  <a:pt x="740" y="827"/>
                  <a:pt x="731" y="854"/>
                  <a:pt x="726" y="882"/>
                </a:cubicBezTo>
                <a:cubicBezTo>
                  <a:pt x="650" y="884"/>
                  <a:pt x="582" y="925"/>
                  <a:pt x="544" y="990"/>
                </a:cubicBezTo>
                <a:cubicBezTo>
                  <a:pt x="407" y="990"/>
                  <a:pt x="407" y="990"/>
                  <a:pt x="407" y="990"/>
                </a:cubicBezTo>
                <a:cubicBezTo>
                  <a:pt x="389" y="885"/>
                  <a:pt x="294" y="811"/>
                  <a:pt x="187" y="820"/>
                </a:cubicBezTo>
                <a:cubicBezTo>
                  <a:pt x="81" y="829"/>
                  <a:pt x="0" y="918"/>
                  <a:pt x="0" y="1024"/>
                </a:cubicBezTo>
                <a:cubicBezTo>
                  <a:pt x="0" y="1130"/>
                  <a:pt x="81" y="1219"/>
                  <a:pt x="187" y="1228"/>
                </a:cubicBezTo>
                <a:cubicBezTo>
                  <a:pt x="294" y="1237"/>
                  <a:pt x="389" y="1163"/>
                  <a:pt x="407" y="1058"/>
                </a:cubicBezTo>
                <a:cubicBezTo>
                  <a:pt x="517" y="1058"/>
                  <a:pt x="517" y="1058"/>
                  <a:pt x="517" y="1058"/>
                </a:cubicBezTo>
                <a:cubicBezTo>
                  <a:pt x="514" y="1074"/>
                  <a:pt x="512" y="1090"/>
                  <a:pt x="512" y="1107"/>
                </a:cubicBezTo>
                <a:cubicBezTo>
                  <a:pt x="511" y="1208"/>
                  <a:pt x="578" y="1297"/>
                  <a:pt x="676" y="1324"/>
                </a:cubicBezTo>
                <a:cubicBezTo>
                  <a:pt x="563" y="1437"/>
                  <a:pt x="563" y="1437"/>
                  <a:pt x="563" y="1437"/>
                </a:cubicBezTo>
                <a:cubicBezTo>
                  <a:pt x="477" y="1377"/>
                  <a:pt x="358" y="1392"/>
                  <a:pt x="291" y="1473"/>
                </a:cubicBezTo>
                <a:cubicBezTo>
                  <a:pt x="224" y="1554"/>
                  <a:pt x="230" y="1673"/>
                  <a:pt x="305" y="1747"/>
                </a:cubicBezTo>
                <a:cubicBezTo>
                  <a:pt x="380" y="1821"/>
                  <a:pt x="499" y="1825"/>
                  <a:pt x="579" y="1757"/>
                </a:cubicBezTo>
                <a:cubicBezTo>
                  <a:pt x="659" y="1689"/>
                  <a:pt x="673" y="1570"/>
                  <a:pt x="612" y="1485"/>
                </a:cubicBezTo>
                <a:cubicBezTo>
                  <a:pt x="765" y="1331"/>
                  <a:pt x="765" y="1331"/>
                  <a:pt x="765" y="1331"/>
                </a:cubicBezTo>
                <a:cubicBezTo>
                  <a:pt x="990" y="1331"/>
                  <a:pt x="990" y="1331"/>
                  <a:pt x="990" y="1331"/>
                </a:cubicBezTo>
                <a:cubicBezTo>
                  <a:pt x="990" y="1641"/>
                  <a:pt x="990" y="1641"/>
                  <a:pt x="990" y="1641"/>
                </a:cubicBezTo>
                <a:cubicBezTo>
                  <a:pt x="885" y="1659"/>
                  <a:pt x="811" y="1754"/>
                  <a:pt x="820" y="1861"/>
                </a:cubicBezTo>
                <a:cubicBezTo>
                  <a:pt x="829" y="1967"/>
                  <a:pt x="918" y="2048"/>
                  <a:pt x="1024" y="2048"/>
                </a:cubicBezTo>
                <a:cubicBezTo>
                  <a:pt x="1130" y="2048"/>
                  <a:pt x="1219" y="1967"/>
                  <a:pt x="1228" y="1861"/>
                </a:cubicBezTo>
                <a:cubicBezTo>
                  <a:pt x="1237" y="1754"/>
                  <a:pt x="1163" y="1659"/>
                  <a:pt x="1058" y="1641"/>
                </a:cubicBezTo>
                <a:cubicBezTo>
                  <a:pt x="1058" y="1331"/>
                  <a:pt x="1058" y="1331"/>
                  <a:pt x="1058" y="1331"/>
                </a:cubicBezTo>
                <a:cubicBezTo>
                  <a:pt x="1283" y="1331"/>
                  <a:pt x="1283" y="1331"/>
                  <a:pt x="1283" y="1331"/>
                </a:cubicBezTo>
                <a:cubicBezTo>
                  <a:pt x="1437" y="1485"/>
                  <a:pt x="1437" y="1485"/>
                  <a:pt x="1437" y="1485"/>
                </a:cubicBezTo>
                <a:cubicBezTo>
                  <a:pt x="1374" y="1572"/>
                  <a:pt x="1388" y="1692"/>
                  <a:pt x="1470" y="1762"/>
                </a:cubicBezTo>
                <a:cubicBezTo>
                  <a:pt x="1551" y="1832"/>
                  <a:pt x="1672" y="1827"/>
                  <a:pt x="1748" y="1752"/>
                </a:cubicBezTo>
                <a:cubicBezTo>
                  <a:pt x="1825" y="1677"/>
                  <a:pt x="1830" y="1555"/>
                  <a:pt x="1762" y="1473"/>
                </a:cubicBezTo>
                <a:cubicBezTo>
                  <a:pt x="1693" y="1391"/>
                  <a:pt x="1573" y="1375"/>
                  <a:pt x="1485" y="1437"/>
                </a:cubicBezTo>
                <a:cubicBezTo>
                  <a:pt x="1366" y="1318"/>
                  <a:pt x="1366" y="1318"/>
                  <a:pt x="1366" y="1318"/>
                </a:cubicBezTo>
                <a:cubicBezTo>
                  <a:pt x="1469" y="1282"/>
                  <a:pt x="1537" y="1185"/>
                  <a:pt x="1536" y="1076"/>
                </a:cubicBezTo>
                <a:cubicBezTo>
                  <a:pt x="1536" y="1070"/>
                  <a:pt x="1536" y="1064"/>
                  <a:pt x="1535" y="1058"/>
                </a:cubicBezTo>
                <a:cubicBezTo>
                  <a:pt x="1641" y="1058"/>
                  <a:pt x="1641" y="1058"/>
                  <a:pt x="1641" y="1058"/>
                </a:cubicBezTo>
                <a:cubicBezTo>
                  <a:pt x="1660" y="1165"/>
                  <a:pt x="1758" y="1240"/>
                  <a:pt x="1866" y="1228"/>
                </a:cubicBezTo>
                <a:cubicBezTo>
                  <a:pt x="1974" y="1215"/>
                  <a:pt x="2054" y="1121"/>
                  <a:pt x="2048" y="1012"/>
                </a:cubicBezTo>
                <a:cubicBezTo>
                  <a:pt x="2042" y="904"/>
                  <a:pt x="1952" y="819"/>
                  <a:pt x="1843" y="819"/>
                </a:cubicBezTo>
                <a:close/>
                <a:moveTo>
                  <a:pt x="348" y="541"/>
                </a:moveTo>
                <a:cubicBezTo>
                  <a:pt x="295" y="488"/>
                  <a:pt x="295" y="402"/>
                  <a:pt x="348" y="348"/>
                </a:cubicBezTo>
                <a:cubicBezTo>
                  <a:pt x="401" y="295"/>
                  <a:pt x="488" y="295"/>
                  <a:pt x="541" y="348"/>
                </a:cubicBezTo>
                <a:cubicBezTo>
                  <a:pt x="595" y="402"/>
                  <a:pt x="595" y="488"/>
                  <a:pt x="541" y="541"/>
                </a:cubicBezTo>
                <a:cubicBezTo>
                  <a:pt x="516" y="567"/>
                  <a:pt x="481" y="582"/>
                  <a:pt x="445" y="582"/>
                </a:cubicBezTo>
                <a:cubicBezTo>
                  <a:pt x="408" y="582"/>
                  <a:pt x="374" y="567"/>
                  <a:pt x="348" y="541"/>
                </a:cubicBezTo>
                <a:close/>
                <a:moveTo>
                  <a:pt x="205" y="1161"/>
                </a:moveTo>
                <a:cubicBezTo>
                  <a:pt x="129" y="1161"/>
                  <a:pt x="68" y="1099"/>
                  <a:pt x="68" y="1024"/>
                </a:cubicBezTo>
                <a:cubicBezTo>
                  <a:pt x="68" y="949"/>
                  <a:pt x="129" y="887"/>
                  <a:pt x="205" y="887"/>
                </a:cubicBezTo>
                <a:cubicBezTo>
                  <a:pt x="280" y="887"/>
                  <a:pt x="341" y="949"/>
                  <a:pt x="341" y="1024"/>
                </a:cubicBezTo>
                <a:cubicBezTo>
                  <a:pt x="341" y="1099"/>
                  <a:pt x="280" y="1161"/>
                  <a:pt x="205" y="1161"/>
                </a:cubicBezTo>
                <a:close/>
                <a:moveTo>
                  <a:pt x="1161" y="1843"/>
                </a:moveTo>
                <a:cubicBezTo>
                  <a:pt x="1161" y="1919"/>
                  <a:pt x="1099" y="1980"/>
                  <a:pt x="1024" y="1980"/>
                </a:cubicBezTo>
                <a:cubicBezTo>
                  <a:pt x="949" y="1980"/>
                  <a:pt x="887" y="1919"/>
                  <a:pt x="887" y="1843"/>
                </a:cubicBezTo>
                <a:cubicBezTo>
                  <a:pt x="887" y="1768"/>
                  <a:pt x="949" y="1707"/>
                  <a:pt x="1024" y="1707"/>
                </a:cubicBezTo>
                <a:cubicBezTo>
                  <a:pt x="1099" y="1707"/>
                  <a:pt x="1161" y="1768"/>
                  <a:pt x="1161" y="1843"/>
                </a:cubicBezTo>
                <a:close/>
                <a:moveTo>
                  <a:pt x="1507" y="348"/>
                </a:moveTo>
                <a:cubicBezTo>
                  <a:pt x="1553" y="302"/>
                  <a:pt x="1625" y="295"/>
                  <a:pt x="1679" y="331"/>
                </a:cubicBezTo>
                <a:cubicBezTo>
                  <a:pt x="1733" y="367"/>
                  <a:pt x="1754" y="437"/>
                  <a:pt x="1729" y="497"/>
                </a:cubicBezTo>
                <a:cubicBezTo>
                  <a:pt x="1705" y="557"/>
                  <a:pt x="1641" y="591"/>
                  <a:pt x="1577" y="579"/>
                </a:cubicBezTo>
                <a:cubicBezTo>
                  <a:pt x="1513" y="566"/>
                  <a:pt x="1467" y="510"/>
                  <a:pt x="1467" y="445"/>
                </a:cubicBezTo>
                <a:cubicBezTo>
                  <a:pt x="1467" y="408"/>
                  <a:pt x="1481" y="374"/>
                  <a:pt x="1507" y="348"/>
                </a:cubicBezTo>
                <a:close/>
                <a:moveTo>
                  <a:pt x="887" y="205"/>
                </a:moveTo>
                <a:cubicBezTo>
                  <a:pt x="887" y="129"/>
                  <a:pt x="949" y="68"/>
                  <a:pt x="1024" y="68"/>
                </a:cubicBezTo>
                <a:cubicBezTo>
                  <a:pt x="1099" y="68"/>
                  <a:pt x="1161" y="129"/>
                  <a:pt x="1161" y="205"/>
                </a:cubicBezTo>
                <a:cubicBezTo>
                  <a:pt x="1161" y="280"/>
                  <a:pt x="1099" y="341"/>
                  <a:pt x="1024" y="341"/>
                </a:cubicBezTo>
                <a:cubicBezTo>
                  <a:pt x="949" y="341"/>
                  <a:pt x="887" y="280"/>
                  <a:pt x="887" y="205"/>
                </a:cubicBezTo>
                <a:close/>
                <a:moveTo>
                  <a:pt x="541" y="1700"/>
                </a:moveTo>
                <a:cubicBezTo>
                  <a:pt x="487" y="1751"/>
                  <a:pt x="402" y="1751"/>
                  <a:pt x="348" y="1700"/>
                </a:cubicBezTo>
                <a:cubicBezTo>
                  <a:pt x="295" y="1647"/>
                  <a:pt x="295" y="1560"/>
                  <a:pt x="348" y="1507"/>
                </a:cubicBezTo>
                <a:cubicBezTo>
                  <a:pt x="402" y="1453"/>
                  <a:pt x="488" y="1453"/>
                  <a:pt x="541" y="1507"/>
                </a:cubicBezTo>
                <a:cubicBezTo>
                  <a:pt x="595" y="1560"/>
                  <a:pt x="595" y="1647"/>
                  <a:pt x="541" y="1700"/>
                </a:cubicBezTo>
                <a:close/>
                <a:moveTo>
                  <a:pt x="1700" y="1507"/>
                </a:moveTo>
                <a:cubicBezTo>
                  <a:pt x="1725" y="1532"/>
                  <a:pt x="1740" y="1567"/>
                  <a:pt x="1740" y="1603"/>
                </a:cubicBezTo>
                <a:cubicBezTo>
                  <a:pt x="1740" y="1639"/>
                  <a:pt x="1725" y="1674"/>
                  <a:pt x="1700" y="1700"/>
                </a:cubicBezTo>
                <a:cubicBezTo>
                  <a:pt x="1646" y="1751"/>
                  <a:pt x="1561" y="1751"/>
                  <a:pt x="1507" y="1700"/>
                </a:cubicBezTo>
                <a:cubicBezTo>
                  <a:pt x="1454" y="1646"/>
                  <a:pt x="1455" y="1561"/>
                  <a:pt x="1508" y="1508"/>
                </a:cubicBezTo>
                <a:cubicBezTo>
                  <a:pt x="1561" y="1455"/>
                  <a:pt x="1646" y="1454"/>
                  <a:pt x="1700" y="1507"/>
                </a:cubicBezTo>
                <a:close/>
                <a:moveTo>
                  <a:pt x="1287" y="1263"/>
                </a:moveTo>
                <a:cubicBezTo>
                  <a:pt x="731" y="1263"/>
                  <a:pt x="731" y="1263"/>
                  <a:pt x="731" y="1263"/>
                </a:cubicBezTo>
                <a:cubicBezTo>
                  <a:pt x="647" y="1260"/>
                  <a:pt x="580" y="1191"/>
                  <a:pt x="580" y="1107"/>
                </a:cubicBezTo>
                <a:cubicBezTo>
                  <a:pt x="580" y="1022"/>
                  <a:pt x="647" y="953"/>
                  <a:pt x="731" y="950"/>
                </a:cubicBezTo>
                <a:cubicBezTo>
                  <a:pt x="738" y="950"/>
                  <a:pt x="744" y="951"/>
                  <a:pt x="751" y="951"/>
                </a:cubicBezTo>
                <a:cubicBezTo>
                  <a:pt x="760" y="953"/>
                  <a:pt x="770" y="950"/>
                  <a:pt x="777" y="944"/>
                </a:cubicBezTo>
                <a:cubicBezTo>
                  <a:pt x="785" y="938"/>
                  <a:pt x="789" y="929"/>
                  <a:pt x="790" y="920"/>
                </a:cubicBezTo>
                <a:cubicBezTo>
                  <a:pt x="793" y="816"/>
                  <a:pt x="871" y="731"/>
                  <a:pt x="974" y="719"/>
                </a:cubicBezTo>
                <a:cubicBezTo>
                  <a:pt x="1077" y="707"/>
                  <a:pt x="1173" y="772"/>
                  <a:pt x="1200" y="872"/>
                </a:cubicBezTo>
                <a:cubicBezTo>
                  <a:pt x="1205" y="889"/>
                  <a:pt x="1224" y="900"/>
                  <a:pt x="1242" y="895"/>
                </a:cubicBezTo>
                <a:cubicBezTo>
                  <a:pt x="1257" y="891"/>
                  <a:pt x="1272" y="889"/>
                  <a:pt x="1287" y="889"/>
                </a:cubicBezTo>
                <a:cubicBezTo>
                  <a:pt x="1388" y="892"/>
                  <a:pt x="1468" y="975"/>
                  <a:pt x="1468" y="1076"/>
                </a:cubicBezTo>
                <a:cubicBezTo>
                  <a:pt x="1468" y="1177"/>
                  <a:pt x="1388" y="1259"/>
                  <a:pt x="1287" y="1263"/>
                </a:cubicBezTo>
                <a:close/>
                <a:moveTo>
                  <a:pt x="1843" y="1161"/>
                </a:moveTo>
                <a:cubicBezTo>
                  <a:pt x="1768" y="1161"/>
                  <a:pt x="1707" y="1099"/>
                  <a:pt x="1707" y="1024"/>
                </a:cubicBezTo>
                <a:cubicBezTo>
                  <a:pt x="1707" y="949"/>
                  <a:pt x="1768" y="887"/>
                  <a:pt x="1843" y="887"/>
                </a:cubicBezTo>
                <a:cubicBezTo>
                  <a:pt x="1919" y="887"/>
                  <a:pt x="1980" y="949"/>
                  <a:pt x="1980" y="1024"/>
                </a:cubicBezTo>
                <a:cubicBezTo>
                  <a:pt x="1980" y="1099"/>
                  <a:pt x="1919" y="1161"/>
                  <a:pt x="1843" y="116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5" name="Freeform 32">
            <a:extLst>
              <a:ext uri="{FF2B5EF4-FFF2-40B4-BE49-F238E27FC236}">
                <a16:creationId xmlns:a16="http://schemas.microsoft.com/office/drawing/2014/main" id="{AECC611C-D74C-F635-6871-996C8DFF6AD7}"/>
              </a:ext>
            </a:extLst>
          </p:cNvPr>
          <p:cNvSpPr>
            <a:spLocks noEditPoints="1"/>
          </p:cNvSpPr>
          <p:nvPr/>
        </p:nvSpPr>
        <p:spPr bwMode="auto">
          <a:xfrm>
            <a:off x="3916361" y="4329958"/>
            <a:ext cx="287334" cy="286494"/>
          </a:xfrm>
          <a:custGeom>
            <a:avLst/>
            <a:gdLst>
              <a:gd name="T0" fmla="*/ 338 w 397"/>
              <a:gd name="T1" fmla="*/ 41 h 397"/>
              <a:gd name="T2" fmla="*/ 278 w 397"/>
              <a:gd name="T3" fmla="*/ 40 h 397"/>
              <a:gd name="T4" fmla="*/ 117 w 397"/>
              <a:gd name="T5" fmla="*/ 0 h 397"/>
              <a:gd name="T6" fmla="*/ 178 w 397"/>
              <a:gd name="T7" fmla="*/ 248 h 397"/>
              <a:gd name="T8" fmla="*/ 270 w 397"/>
              <a:gd name="T9" fmla="*/ 167 h 397"/>
              <a:gd name="T10" fmla="*/ 397 w 397"/>
              <a:gd name="T11" fmla="*/ 33 h 397"/>
              <a:gd name="T12" fmla="*/ 98 w 397"/>
              <a:gd name="T13" fmla="*/ 36 h 397"/>
              <a:gd name="T14" fmla="*/ 39 w 397"/>
              <a:gd name="T15" fmla="*/ 93 h 397"/>
              <a:gd name="T16" fmla="*/ 178 w 397"/>
              <a:gd name="T17" fmla="*/ 233 h 397"/>
              <a:gd name="T18" fmla="*/ 178 w 397"/>
              <a:gd name="T19" fmla="*/ 233 h 397"/>
              <a:gd name="T20" fmla="*/ 148 w 397"/>
              <a:gd name="T21" fmla="*/ 203 h 397"/>
              <a:gd name="T22" fmla="*/ 68 w 397"/>
              <a:gd name="T23" fmla="*/ 64 h 397"/>
              <a:gd name="T24" fmla="*/ 146 w 397"/>
              <a:gd name="T25" fmla="*/ 44 h 397"/>
              <a:gd name="T26" fmla="*/ 140 w 397"/>
              <a:gd name="T27" fmla="*/ 81 h 397"/>
              <a:gd name="T28" fmla="*/ 178 w 397"/>
              <a:gd name="T29" fmla="*/ 154 h 397"/>
              <a:gd name="T30" fmla="*/ 226 w 397"/>
              <a:gd name="T31" fmla="*/ 183 h 397"/>
              <a:gd name="T32" fmla="*/ 138 w 397"/>
              <a:gd name="T33" fmla="*/ 95 h 397"/>
              <a:gd name="T34" fmla="*/ 169 w 397"/>
              <a:gd name="T35" fmla="*/ 145 h 397"/>
              <a:gd name="T36" fmla="*/ 235 w 397"/>
              <a:gd name="T37" fmla="*/ 173 h 397"/>
              <a:gd name="T38" fmla="*/ 248 w 397"/>
              <a:gd name="T39" fmla="*/ 163 h 397"/>
              <a:gd name="T40" fmla="*/ 261 w 397"/>
              <a:gd name="T41" fmla="*/ 153 h 397"/>
              <a:gd name="T42" fmla="*/ 165 w 397"/>
              <a:gd name="T43" fmla="*/ 112 h 397"/>
              <a:gd name="T44" fmla="*/ 242 w 397"/>
              <a:gd name="T45" fmla="*/ 100 h 397"/>
              <a:gd name="T46" fmla="*/ 158 w 397"/>
              <a:gd name="T47" fmla="*/ 39 h 397"/>
              <a:gd name="T48" fmla="*/ 308 w 397"/>
              <a:gd name="T49" fmla="*/ 64 h 397"/>
              <a:gd name="T50" fmla="*/ 338 w 397"/>
              <a:gd name="T51" fmla="*/ 54 h 397"/>
              <a:gd name="T52" fmla="*/ 384 w 397"/>
              <a:gd name="T53" fmla="*/ 39 h 397"/>
              <a:gd name="T54" fmla="*/ 266 w 397"/>
              <a:gd name="T55" fmla="*/ 106 h 397"/>
              <a:gd name="T56" fmla="*/ 266 w 397"/>
              <a:gd name="T57" fmla="*/ 100 h 397"/>
              <a:gd name="T58" fmla="*/ 270 w 397"/>
              <a:gd name="T59" fmla="*/ 96 h 397"/>
              <a:gd name="T60" fmla="*/ 276 w 397"/>
              <a:gd name="T61" fmla="*/ 98 h 397"/>
              <a:gd name="T62" fmla="*/ 278 w 397"/>
              <a:gd name="T63" fmla="*/ 104 h 397"/>
              <a:gd name="T64" fmla="*/ 274 w 397"/>
              <a:gd name="T65" fmla="*/ 109 h 397"/>
              <a:gd name="T66" fmla="*/ 129 w 397"/>
              <a:gd name="T67" fmla="*/ 301 h 397"/>
              <a:gd name="T68" fmla="*/ 132 w 397"/>
              <a:gd name="T69" fmla="*/ 306 h 397"/>
              <a:gd name="T70" fmla="*/ 129 w 397"/>
              <a:gd name="T71" fmla="*/ 311 h 397"/>
              <a:gd name="T72" fmla="*/ 122 w 397"/>
              <a:gd name="T73" fmla="*/ 311 h 397"/>
              <a:gd name="T74" fmla="*/ 119 w 397"/>
              <a:gd name="T75" fmla="*/ 306 h 397"/>
              <a:gd name="T76" fmla="*/ 122 w 397"/>
              <a:gd name="T77" fmla="*/ 301 h 397"/>
              <a:gd name="T78" fmla="*/ 128 w 397"/>
              <a:gd name="T79" fmla="*/ 300 h 397"/>
              <a:gd name="T80" fmla="*/ 191 w 397"/>
              <a:gd name="T81" fmla="*/ 397 h 397"/>
              <a:gd name="T82" fmla="*/ 357 w 397"/>
              <a:gd name="T83" fmla="*/ 307 h 397"/>
              <a:gd name="T84" fmla="*/ 176 w 397"/>
              <a:gd name="T85" fmla="*/ 265 h 397"/>
              <a:gd name="T86" fmla="*/ 6 w 397"/>
              <a:gd name="T87" fmla="*/ 271 h 397"/>
              <a:gd name="T88" fmla="*/ 59 w 397"/>
              <a:gd name="T89" fmla="*/ 376 h 397"/>
              <a:gd name="T90" fmla="*/ 89 w 397"/>
              <a:gd name="T91" fmla="*/ 280 h 397"/>
              <a:gd name="T92" fmla="*/ 232 w 397"/>
              <a:gd name="T93" fmla="*/ 297 h 397"/>
              <a:gd name="T94" fmla="*/ 151 w 397"/>
              <a:gd name="T95" fmla="*/ 309 h 397"/>
              <a:gd name="T96" fmla="*/ 244 w 397"/>
              <a:gd name="T97" fmla="*/ 341 h 397"/>
              <a:gd name="T98" fmla="*/ 345 w 397"/>
              <a:gd name="T99" fmla="*/ 312 h 397"/>
              <a:gd name="T100" fmla="*/ 211 w 397"/>
              <a:gd name="T101" fmla="*/ 378 h 397"/>
              <a:gd name="T102" fmla="*/ 90 w 397"/>
              <a:gd name="T103" fmla="*/ 345 h 397"/>
              <a:gd name="T104" fmla="*/ 13 w 397"/>
              <a:gd name="T105" fmla="*/ 284 h 397"/>
              <a:gd name="T106" fmla="*/ 59 w 397"/>
              <a:gd name="T107" fmla="*/ 284 h 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97" h="397">
                <a:moveTo>
                  <a:pt x="397" y="33"/>
                </a:moveTo>
                <a:cubicBezTo>
                  <a:pt x="397" y="29"/>
                  <a:pt x="394" y="26"/>
                  <a:pt x="391" y="26"/>
                </a:cubicBezTo>
                <a:cubicBezTo>
                  <a:pt x="344" y="26"/>
                  <a:pt x="344" y="26"/>
                  <a:pt x="344" y="26"/>
                </a:cubicBezTo>
                <a:cubicBezTo>
                  <a:pt x="341" y="26"/>
                  <a:pt x="338" y="29"/>
                  <a:pt x="338" y="33"/>
                </a:cubicBezTo>
                <a:cubicBezTo>
                  <a:pt x="338" y="41"/>
                  <a:pt x="338" y="41"/>
                  <a:pt x="338" y="41"/>
                </a:cubicBezTo>
                <a:cubicBezTo>
                  <a:pt x="315" y="41"/>
                  <a:pt x="315" y="41"/>
                  <a:pt x="315" y="41"/>
                </a:cubicBezTo>
                <a:cubicBezTo>
                  <a:pt x="311" y="41"/>
                  <a:pt x="308" y="44"/>
                  <a:pt x="308" y="47"/>
                </a:cubicBezTo>
                <a:cubicBezTo>
                  <a:pt x="308" y="51"/>
                  <a:pt x="308" y="51"/>
                  <a:pt x="308" y="51"/>
                </a:cubicBezTo>
                <a:cubicBezTo>
                  <a:pt x="307" y="51"/>
                  <a:pt x="307" y="51"/>
                  <a:pt x="307" y="51"/>
                </a:cubicBezTo>
                <a:cubicBezTo>
                  <a:pt x="294" y="50"/>
                  <a:pt x="289" y="47"/>
                  <a:pt x="278" y="40"/>
                </a:cubicBezTo>
                <a:cubicBezTo>
                  <a:pt x="269" y="35"/>
                  <a:pt x="255" y="27"/>
                  <a:pt x="231" y="17"/>
                </a:cubicBezTo>
                <a:cubicBezTo>
                  <a:pt x="223" y="13"/>
                  <a:pt x="202" y="7"/>
                  <a:pt x="181" y="17"/>
                </a:cubicBezTo>
                <a:cubicBezTo>
                  <a:pt x="148" y="29"/>
                  <a:pt x="148" y="29"/>
                  <a:pt x="148" y="29"/>
                </a:cubicBezTo>
                <a:cubicBezTo>
                  <a:pt x="121" y="2"/>
                  <a:pt x="121" y="2"/>
                  <a:pt x="121" y="2"/>
                </a:cubicBezTo>
                <a:cubicBezTo>
                  <a:pt x="120" y="0"/>
                  <a:pt x="118" y="0"/>
                  <a:pt x="117" y="0"/>
                </a:cubicBezTo>
                <a:cubicBezTo>
                  <a:pt x="115" y="0"/>
                  <a:pt x="113" y="0"/>
                  <a:pt x="112" y="2"/>
                </a:cubicBezTo>
                <a:cubicBezTo>
                  <a:pt x="25" y="89"/>
                  <a:pt x="25" y="89"/>
                  <a:pt x="25" y="89"/>
                </a:cubicBezTo>
                <a:cubicBezTo>
                  <a:pt x="23" y="91"/>
                  <a:pt x="22" y="95"/>
                  <a:pt x="25" y="98"/>
                </a:cubicBezTo>
                <a:cubicBezTo>
                  <a:pt x="174" y="246"/>
                  <a:pt x="174" y="246"/>
                  <a:pt x="174" y="246"/>
                </a:cubicBezTo>
                <a:cubicBezTo>
                  <a:pt x="175" y="247"/>
                  <a:pt x="177" y="248"/>
                  <a:pt x="178" y="248"/>
                </a:cubicBezTo>
                <a:cubicBezTo>
                  <a:pt x="178" y="248"/>
                  <a:pt x="178" y="248"/>
                  <a:pt x="178" y="248"/>
                </a:cubicBezTo>
                <a:cubicBezTo>
                  <a:pt x="180" y="248"/>
                  <a:pt x="182" y="247"/>
                  <a:pt x="183" y="246"/>
                </a:cubicBezTo>
                <a:cubicBezTo>
                  <a:pt x="263" y="166"/>
                  <a:pt x="263" y="166"/>
                  <a:pt x="263" y="166"/>
                </a:cubicBezTo>
                <a:cubicBezTo>
                  <a:pt x="263" y="167"/>
                  <a:pt x="263" y="167"/>
                  <a:pt x="263" y="167"/>
                </a:cubicBezTo>
                <a:cubicBezTo>
                  <a:pt x="266" y="167"/>
                  <a:pt x="268" y="167"/>
                  <a:pt x="270" y="167"/>
                </a:cubicBezTo>
                <a:cubicBezTo>
                  <a:pt x="291" y="167"/>
                  <a:pt x="308" y="152"/>
                  <a:pt x="317" y="138"/>
                </a:cubicBezTo>
                <a:cubicBezTo>
                  <a:pt x="318" y="138"/>
                  <a:pt x="318" y="138"/>
                  <a:pt x="318" y="138"/>
                </a:cubicBezTo>
                <a:cubicBezTo>
                  <a:pt x="391" y="138"/>
                  <a:pt x="391" y="138"/>
                  <a:pt x="391" y="138"/>
                </a:cubicBezTo>
                <a:cubicBezTo>
                  <a:pt x="394" y="138"/>
                  <a:pt x="397" y="135"/>
                  <a:pt x="397" y="131"/>
                </a:cubicBezTo>
                <a:lnTo>
                  <a:pt x="397" y="33"/>
                </a:lnTo>
                <a:close/>
                <a:moveTo>
                  <a:pt x="117" y="15"/>
                </a:moveTo>
                <a:cubicBezTo>
                  <a:pt x="137" y="35"/>
                  <a:pt x="137" y="35"/>
                  <a:pt x="137" y="35"/>
                </a:cubicBezTo>
                <a:cubicBezTo>
                  <a:pt x="135" y="36"/>
                  <a:pt x="135" y="36"/>
                  <a:pt x="135" y="36"/>
                </a:cubicBezTo>
                <a:cubicBezTo>
                  <a:pt x="130" y="40"/>
                  <a:pt x="123" y="41"/>
                  <a:pt x="117" y="41"/>
                </a:cubicBezTo>
                <a:cubicBezTo>
                  <a:pt x="110" y="41"/>
                  <a:pt x="104" y="40"/>
                  <a:pt x="98" y="36"/>
                </a:cubicBezTo>
                <a:cubicBezTo>
                  <a:pt x="97" y="35"/>
                  <a:pt x="97" y="35"/>
                  <a:pt x="97" y="35"/>
                </a:cubicBezTo>
                <a:lnTo>
                  <a:pt x="117" y="15"/>
                </a:lnTo>
                <a:close/>
                <a:moveTo>
                  <a:pt x="60" y="112"/>
                </a:moveTo>
                <a:cubicBezTo>
                  <a:pt x="59" y="113"/>
                  <a:pt x="59" y="113"/>
                  <a:pt x="59" y="113"/>
                </a:cubicBezTo>
                <a:cubicBezTo>
                  <a:pt x="39" y="93"/>
                  <a:pt x="39" y="93"/>
                  <a:pt x="39" y="93"/>
                </a:cubicBezTo>
                <a:cubicBezTo>
                  <a:pt x="59" y="73"/>
                  <a:pt x="59" y="73"/>
                  <a:pt x="59" y="73"/>
                </a:cubicBezTo>
                <a:cubicBezTo>
                  <a:pt x="60" y="75"/>
                  <a:pt x="60" y="75"/>
                  <a:pt x="60" y="75"/>
                </a:cubicBezTo>
                <a:cubicBezTo>
                  <a:pt x="63" y="80"/>
                  <a:pt x="65" y="87"/>
                  <a:pt x="65" y="93"/>
                </a:cubicBezTo>
                <a:cubicBezTo>
                  <a:pt x="65" y="100"/>
                  <a:pt x="63" y="106"/>
                  <a:pt x="60" y="112"/>
                </a:cubicBezTo>
                <a:close/>
                <a:moveTo>
                  <a:pt x="178" y="233"/>
                </a:moveTo>
                <a:cubicBezTo>
                  <a:pt x="158" y="213"/>
                  <a:pt x="158" y="213"/>
                  <a:pt x="158" y="213"/>
                </a:cubicBezTo>
                <a:cubicBezTo>
                  <a:pt x="160" y="212"/>
                  <a:pt x="160" y="212"/>
                  <a:pt x="160" y="212"/>
                </a:cubicBezTo>
                <a:cubicBezTo>
                  <a:pt x="171" y="205"/>
                  <a:pt x="186" y="205"/>
                  <a:pt x="197" y="212"/>
                </a:cubicBezTo>
                <a:cubicBezTo>
                  <a:pt x="198" y="213"/>
                  <a:pt x="198" y="213"/>
                  <a:pt x="198" y="213"/>
                </a:cubicBezTo>
                <a:lnTo>
                  <a:pt x="178" y="233"/>
                </a:lnTo>
                <a:close/>
                <a:moveTo>
                  <a:pt x="208" y="204"/>
                </a:moveTo>
                <a:cubicBezTo>
                  <a:pt x="207" y="203"/>
                  <a:pt x="207" y="203"/>
                  <a:pt x="207" y="203"/>
                </a:cubicBezTo>
                <a:cubicBezTo>
                  <a:pt x="190" y="191"/>
                  <a:pt x="167" y="191"/>
                  <a:pt x="150" y="203"/>
                </a:cubicBezTo>
                <a:cubicBezTo>
                  <a:pt x="149" y="204"/>
                  <a:pt x="149" y="204"/>
                  <a:pt x="149" y="204"/>
                </a:cubicBezTo>
                <a:cubicBezTo>
                  <a:pt x="148" y="203"/>
                  <a:pt x="148" y="203"/>
                  <a:pt x="148" y="203"/>
                </a:cubicBezTo>
                <a:cubicBezTo>
                  <a:pt x="68" y="122"/>
                  <a:pt x="68" y="122"/>
                  <a:pt x="68" y="122"/>
                </a:cubicBezTo>
                <a:cubicBezTo>
                  <a:pt x="69" y="121"/>
                  <a:pt x="69" y="121"/>
                  <a:pt x="69" y="121"/>
                </a:cubicBezTo>
                <a:cubicBezTo>
                  <a:pt x="75" y="113"/>
                  <a:pt x="78" y="103"/>
                  <a:pt x="78" y="93"/>
                </a:cubicBezTo>
                <a:cubicBezTo>
                  <a:pt x="78" y="83"/>
                  <a:pt x="75" y="73"/>
                  <a:pt x="69" y="65"/>
                </a:cubicBezTo>
                <a:cubicBezTo>
                  <a:pt x="68" y="64"/>
                  <a:pt x="68" y="64"/>
                  <a:pt x="68" y="64"/>
                </a:cubicBezTo>
                <a:cubicBezTo>
                  <a:pt x="87" y="44"/>
                  <a:pt x="87" y="44"/>
                  <a:pt x="87" y="44"/>
                </a:cubicBezTo>
                <a:cubicBezTo>
                  <a:pt x="88" y="45"/>
                  <a:pt x="88" y="45"/>
                  <a:pt x="88" y="45"/>
                </a:cubicBezTo>
                <a:cubicBezTo>
                  <a:pt x="97" y="51"/>
                  <a:pt x="106" y="54"/>
                  <a:pt x="117" y="54"/>
                </a:cubicBezTo>
                <a:cubicBezTo>
                  <a:pt x="127" y="54"/>
                  <a:pt x="137" y="51"/>
                  <a:pt x="145" y="45"/>
                </a:cubicBezTo>
                <a:cubicBezTo>
                  <a:pt x="146" y="44"/>
                  <a:pt x="146" y="44"/>
                  <a:pt x="146" y="44"/>
                </a:cubicBezTo>
                <a:cubicBezTo>
                  <a:pt x="166" y="64"/>
                  <a:pt x="166" y="64"/>
                  <a:pt x="166" y="64"/>
                </a:cubicBezTo>
                <a:cubicBezTo>
                  <a:pt x="163" y="65"/>
                  <a:pt x="163" y="65"/>
                  <a:pt x="163" y="65"/>
                </a:cubicBezTo>
                <a:cubicBezTo>
                  <a:pt x="159" y="65"/>
                  <a:pt x="156" y="66"/>
                  <a:pt x="153" y="68"/>
                </a:cubicBezTo>
                <a:cubicBezTo>
                  <a:pt x="147" y="71"/>
                  <a:pt x="143" y="75"/>
                  <a:pt x="141" y="81"/>
                </a:cubicBezTo>
                <a:cubicBezTo>
                  <a:pt x="140" y="81"/>
                  <a:pt x="140" y="81"/>
                  <a:pt x="140" y="81"/>
                </a:cubicBezTo>
                <a:cubicBezTo>
                  <a:pt x="140" y="82"/>
                  <a:pt x="140" y="82"/>
                  <a:pt x="140" y="82"/>
                </a:cubicBezTo>
                <a:cubicBezTo>
                  <a:pt x="131" y="83"/>
                  <a:pt x="123" y="87"/>
                  <a:pt x="117" y="93"/>
                </a:cubicBezTo>
                <a:cubicBezTo>
                  <a:pt x="100" y="110"/>
                  <a:pt x="100" y="138"/>
                  <a:pt x="117" y="154"/>
                </a:cubicBezTo>
                <a:cubicBezTo>
                  <a:pt x="125" y="163"/>
                  <a:pt x="136" y="167"/>
                  <a:pt x="148" y="167"/>
                </a:cubicBezTo>
                <a:cubicBezTo>
                  <a:pt x="159" y="167"/>
                  <a:pt x="170" y="163"/>
                  <a:pt x="178" y="154"/>
                </a:cubicBezTo>
                <a:cubicBezTo>
                  <a:pt x="183" y="149"/>
                  <a:pt x="187" y="142"/>
                  <a:pt x="189" y="135"/>
                </a:cubicBezTo>
                <a:cubicBezTo>
                  <a:pt x="190" y="134"/>
                  <a:pt x="190" y="134"/>
                  <a:pt x="190" y="134"/>
                </a:cubicBezTo>
                <a:cubicBezTo>
                  <a:pt x="219" y="143"/>
                  <a:pt x="219" y="143"/>
                  <a:pt x="219" y="143"/>
                </a:cubicBezTo>
                <a:cubicBezTo>
                  <a:pt x="218" y="145"/>
                  <a:pt x="218" y="145"/>
                  <a:pt x="218" y="145"/>
                </a:cubicBezTo>
                <a:cubicBezTo>
                  <a:pt x="215" y="158"/>
                  <a:pt x="218" y="172"/>
                  <a:pt x="226" y="183"/>
                </a:cubicBezTo>
                <a:cubicBezTo>
                  <a:pt x="227" y="184"/>
                  <a:pt x="227" y="184"/>
                  <a:pt x="227" y="184"/>
                </a:cubicBezTo>
                <a:lnTo>
                  <a:pt x="208" y="204"/>
                </a:lnTo>
                <a:close/>
                <a:moveTo>
                  <a:pt x="126" y="103"/>
                </a:moveTo>
                <a:cubicBezTo>
                  <a:pt x="129" y="100"/>
                  <a:pt x="132" y="98"/>
                  <a:pt x="136" y="96"/>
                </a:cubicBezTo>
                <a:cubicBezTo>
                  <a:pt x="138" y="95"/>
                  <a:pt x="138" y="95"/>
                  <a:pt x="138" y="95"/>
                </a:cubicBezTo>
                <a:cubicBezTo>
                  <a:pt x="138" y="97"/>
                  <a:pt x="138" y="97"/>
                  <a:pt x="138" y="97"/>
                </a:cubicBezTo>
                <a:cubicBezTo>
                  <a:pt x="139" y="109"/>
                  <a:pt x="148" y="119"/>
                  <a:pt x="160" y="124"/>
                </a:cubicBezTo>
                <a:cubicBezTo>
                  <a:pt x="177" y="129"/>
                  <a:pt x="177" y="129"/>
                  <a:pt x="177" y="129"/>
                </a:cubicBezTo>
                <a:cubicBezTo>
                  <a:pt x="177" y="131"/>
                  <a:pt x="177" y="131"/>
                  <a:pt x="177" y="131"/>
                </a:cubicBezTo>
                <a:cubicBezTo>
                  <a:pt x="176" y="136"/>
                  <a:pt x="173" y="141"/>
                  <a:pt x="169" y="145"/>
                </a:cubicBezTo>
                <a:cubicBezTo>
                  <a:pt x="163" y="151"/>
                  <a:pt x="155" y="154"/>
                  <a:pt x="148" y="154"/>
                </a:cubicBezTo>
                <a:cubicBezTo>
                  <a:pt x="140" y="154"/>
                  <a:pt x="132" y="151"/>
                  <a:pt x="126" y="145"/>
                </a:cubicBezTo>
                <a:cubicBezTo>
                  <a:pt x="114" y="134"/>
                  <a:pt x="114" y="114"/>
                  <a:pt x="126" y="103"/>
                </a:cubicBezTo>
                <a:close/>
                <a:moveTo>
                  <a:pt x="236" y="175"/>
                </a:moveTo>
                <a:cubicBezTo>
                  <a:pt x="235" y="173"/>
                  <a:pt x="235" y="173"/>
                  <a:pt x="235" y="173"/>
                </a:cubicBezTo>
                <a:cubicBezTo>
                  <a:pt x="232" y="168"/>
                  <a:pt x="230" y="162"/>
                  <a:pt x="230" y="156"/>
                </a:cubicBezTo>
                <a:cubicBezTo>
                  <a:pt x="230" y="154"/>
                  <a:pt x="230" y="154"/>
                  <a:pt x="230" y="154"/>
                </a:cubicBezTo>
                <a:cubicBezTo>
                  <a:pt x="232" y="155"/>
                  <a:pt x="232" y="155"/>
                  <a:pt x="232" y="155"/>
                </a:cubicBezTo>
                <a:cubicBezTo>
                  <a:pt x="236" y="158"/>
                  <a:pt x="241" y="161"/>
                  <a:pt x="246" y="163"/>
                </a:cubicBezTo>
                <a:cubicBezTo>
                  <a:pt x="248" y="163"/>
                  <a:pt x="248" y="163"/>
                  <a:pt x="248" y="163"/>
                </a:cubicBezTo>
                <a:lnTo>
                  <a:pt x="236" y="175"/>
                </a:lnTo>
                <a:close/>
                <a:moveTo>
                  <a:pt x="308" y="128"/>
                </a:moveTo>
                <a:cubicBezTo>
                  <a:pt x="308" y="129"/>
                  <a:pt x="308" y="129"/>
                  <a:pt x="308" y="129"/>
                </a:cubicBezTo>
                <a:cubicBezTo>
                  <a:pt x="301" y="141"/>
                  <a:pt x="286" y="154"/>
                  <a:pt x="270" y="154"/>
                </a:cubicBezTo>
                <a:cubicBezTo>
                  <a:pt x="267" y="154"/>
                  <a:pt x="264" y="154"/>
                  <a:pt x="261" y="153"/>
                </a:cubicBezTo>
                <a:cubicBezTo>
                  <a:pt x="244" y="151"/>
                  <a:pt x="235" y="141"/>
                  <a:pt x="232" y="137"/>
                </a:cubicBezTo>
                <a:cubicBezTo>
                  <a:pt x="231" y="137"/>
                  <a:pt x="231" y="137"/>
                  <a:pt x="231" y="136"/>
                </a:cubicBezTo>
                <a:cubicBezTo>
                  <a:pt x="231" y="136"/>
                  <a:pt x="231" y="136"/>
                  <a:pt x="231" y="136"/>
                </a:cubicBezTo>
                <a:cubicBezTo>
                  <a:pt x="230" y="134"/>
                  <a:pt x="228" y="133"/>
                  <a:pt x="227" y="133"/>
                </a:cubicBezTo>
                <a:cubicBezTo>
                  <a:pt x="165" y="112"/>
                  <a:pt x="165" y="112"/>
                  <a:pt x="165" y="112"/>
                </a:cubicBezTo>
                <a:cubicBezTo>
                  <a:pt x="154" y="108"/>
                  <a:pt x="149" y="98"/>
                  <a:pt x="151" y="89"/>
                </a:cubicBezTo>
                <a:cubicBezTo>
                  <a:pt x="151" y="89"/>
                  <a:pt x="151" y="89"/>
                  <a:pt x="151" y="89"/>
                </a:cubicBezTo>
                <a:cubicBezTo>
                  <a:pt x="152" y="85"/>
                  <a:pt x="155" y="81"/>
                  <a:pt x="159" y="79"/>
                </a:cubicBezTo>
                <a:cubicBezTo>
                  <a:pt x="163" y="77"/>
                  <a:pt x="167" y="77"/>
                  <a:pt x="172" y="78"/>
                </a:cubicBezTo>
                <a:cubicBezTo>
                  <a:pt x="242" y="100"/>
                  <a:pt x="242" y="100"/>
                  <a:pt x="242" y="100"/>
                </a:cubicBezTo>
                <a:cubicBezTo>
                  <a:pt x="243" y="100"/>
                  <a:pt x="245" y="100"/>
                  <a:pt x="247" y="99"/>
                </a:cubicBezTo>
                <a:cubicBezTo>
                  <a:pt x="248" y="99"/>
                  <a:pt x="249" y="97"/>
                  <a:pt x="250" y="96"/>
                </a:cubicBezTo>
                <a:cubicBezTo>
                  <a:pt x="251" y="92"/>
                  <a:pt x="249" y="89"/>
                  <a:pt x="245" y="88"/>
                </a:cubicBezTo>
                <a:cubicBezTo>
                  <a:pt x="189" y="70"/>
                  <a:pt x="189" y="70"/>
                  <a:pt x="189" y="70"/>
                </a:cubicBezTo>
                <a:cubicBezTo>
                  <a:pt x="158" y="39"/>
                  <a:pt x="158" y="39"/>
                  <a:pt x="158" y="39"/>
                </a:cubicBezTo>
                <a:cubicBezTo>
                  <a:pt x="186" y="29"/>
                  <a:pt x="186" y="29"/>
                  <a:pt x="186" y="29"/>
                </a:cubicBezTo>
                <a:cubicBezTo>
                  <a:pt x="203" y="21"/>
                  <a:pt x="220" y="26"/>
                  <a:pt x="226" y="28"/>
                </a:cubicBezTo>
                <a:cubicBezTo>
                  <a:pt x="249" y="39"/>
                  <a:pt x="262" y="46"/>
                  <a:pt x="271" y="51"/>
                </a:cubicBezTo>
                <a:cubicBezTo>
                  <a:pt x="284" y="59"/>
                  <a:pt x="290" y="62"/>
                  <a:pt x="307" y="64"/>
                </a:cubicBezTo>
                <a:cubicBezTo>
                  <a:pt x="308" y="64"/>
                  <a:pt x="308" y="64"/>
                  <a:pt x="308" y="64"/>
                </a:cubicBezTo>
                <a:lnTo>
                  <a:pt x="308" y="128"/>
                </a:lnTo>
                <a:close/>
                <a:moveTo>
                  <a:pt x="338" y="125"/>
                </a:moveTo>
                <a:cubicBezTo>
                  <a:pt x="321" y="125"/>
                  <a:pt x="321" y="125"/>
                  <a:pt x="321" y="125"/>
                </a:cubicBezTo>
                <a:cubicBezTo>
                  <a:pt x="321" y="54"/>
                  <a:pt x="321" y="54"/>
                  <a:pt x="321" y="54"/>
                </a:cubicBezTo>
                <a:cubicBezTo>
                  <a:pt x="338" y="54"/>
                  <a:pt x="338" y="54"/>
                  <a:pt x="338" y="54"/>
                </a:cubicBezTo>
                <a:lnTo>
                  <a:pt x="338" y="125"/>
                </a:lnTo>
                <a:close/>
                <a:moveTo>
                  <a:pt x="384" y="125"/>
                </a:moveTo>
                <a:cubicBezTo>
                  <a:pt x="351" y="125"/>
                  <a:pt x="351" y="125"/>
                  <a:pt x="351" y="125"/>
                </a:cubicBezTo>
                <a:cubicBezTo>
                  <a:pt x="351" y="39"/>
                  <a:pt x="351" y="39"/>
                  <a:pt x="351" y="39"/>
                </a:cubicBezTo>
                <a:cubicBezTo>
                  <a:pt x="384" y="39"/>
                  <a:pt x="384" y="39"/>
                  <a:pt x="384" y="39"/>
                </a:cubicBezTo>
                <a:lnTo>
                  <a:pt x="384" y="125"/>
                </a:lnTo>
                <a:close/>
                <a:moveTo>
                  <a:pt x="269" y="109"/>
                </a:moveTo>
                <a:cubicBezTo>
                  <a:pt x="269" y="108"/>
                  <a:pt x="268" y="108"/>
                  <a:pt x="268" y="108"/>
                </a:cubicBezTo>
                <a:cubicBezTo>
                  <a:pt x="268" y="108"/>
                  <a:pt x="267" y="107"/>
                  <a:pt x="267" y="107"/>
                </a:cubicBezTo>
                <a:cubicBezTo>
                  <a:pt x="267" y="107"/>
                  <a:pt x="266" y="107"/>
                  <a:pt x="266" y="106"/>
                </a:cubicBezTo>
                <a:cubicBezTo>
                  <a:pt x="266" y="106"/>
                  <a:pt x="266" y="105"/>
                  <a:pt x="266" y="105"/>
                </a:cubicBezTo>
                <a:cubicBezTo>
                  <a:pt x="265" y="105"/>
                  <a:pt x="265" y="104"/>
                  <a:pt x="265" y="104"/>
                </a:cubicBezTo>
                <a:cubicBezTo>
                  <a:pt x="265" y="103"/>
                  <a:pt x="265" y="103"/>
                  <a:pt x="265" y="103"/>
                </a:cubicBezTo>
                <a:cubicBezTo>
                  <a:pt x="265" y="102"/>
                  <a:pt x="265" y="102"/>
                  <a:pt x="265" y="101"/>
                </a:cubicBezTo>
                <a:cubicBezTo>
                  <a:pt x="265" y="101"/>
                  <a:pt x="265" y="101"/>
                  <a:pt x="266" y="100"/>
                </a:cubicBezTo>
                <a:cubicBezTo>
                  <a:pt x="266" y="100"/>
                  <a:pt x="266" y="99"/>
                  <a:pt x="266" y="99"/>
                </a:cubicBezTo>
                <a:cubicBezTo>
                  <a:pt x="266" y="99"/>
                  <a:pt x="267" y="98"/>
                  <a:pt x="267" y="98"/>
                </a:cubicBezTo>
                <a:cubicBezTo>
                  <a:pt x="267" y="98"/>
                  <a:pt x="268" y="98"/>
                  <a:pt x="268" y="97"/>
                </a:cubicBezTo>
                <a:cubicBezTo>
                  <a:pt x="268" y="97"/>
                  <a:pt x="269" y="97"/>
                  <a:pt x="269" y="97"/>
                </a:cubicBezTo>
                <a:cubicBezTo>
                  <a:pt x="269" y="97"/>
                  <a:pt x="270" y="96"/>
                  <a:pt x="270" y="96"/>
                </a:cubicBezTo>
                <a:cubicBezTo>
                  <a:pt x="271" y="96"/>
                  <a:pt x="271" y="96"/>
                  <a:pt x="271" y="96"/>
                </a:cubicBezTo>
                <a:cubicBezTo>
                  <a:pt x="272" y="96"/>
                  <a:pt x="272" y="96"/>
                  <a:pt x="273" y="96"/>
                </a:cubicBezTo>
                <a:cubicBezTo>
                  <a:pt x="273" y="96"/>
                  <a:pt x="274" y="97"/>
                  <a:pt x="274" y="97"/>
                </a:cubicBezTo>
                <a:cubicBezTo>
                  <a:pt x="274" y="97"/>
                  <a:pt x="275" y="97"/>
                  <a:pt x="275" y="97"/>
                </a:cubicBezTo>
                <a:cubicBezTo>
                  <a:pt x="275" y="98"/>
                  <a:pt x="276" y="98"/>
                  <a:pt x="276" y="98"/>
                </a:cubicBezTo>
                <a:cubicBezTo>
                  <a:pt x="276" y="98"/>
                  <a:pt x="277" y="99"/>
                  <a:pt x="277" y="99"/>
                </a:cubicBezTo>
                <a:cubicBezTo>
                  <a:pt x="277" y="99"/>
                  <a:pt x="277" y="100"/>
                  <a:pt x="277" y="100"/>
                </a:cubicBezTo>
                <a:cubicBezTo>
                  <a:pt x="278" y="101"/>
                  <a:pt x="278" y="101"/>
                  <a:pt x="278" y="101"/>
                </a:cubicBezTo>
                <a:cubicBezTo>
                  <a:pt x="278" y="102"/>
                  <a:pt x="278" y="102"/>
                  <a:pt x="278" y="103"/>
                </a:cubicBezTo>
                <a:cubicBezTo>
                  <a:pt x="278" y="103"/>
                  <a:pt x="278" y="103"/>
                  <a:pt x="278" y="104"/>
                </a:cubicBezTo>
                <a:cubicBezTo>
                  <a:pt x="278" y="104"/>
                  <a:pt x="278" y="105"/>
                  <a:pt x="277" y="105"/>
                </a:cubicBezTo>
                <a:cubicBezTo>
                  <a:pt x="277" y="105"/>
                  <a:pt x="277" y="106"/>
                  <a:pt x="277" y="106"/>
                </a:cubicBezTo>
                <a:cubicBezTo>
                  <a:pt x="277" y="107"/>
                  <a:pt x="276" y="107"/>
                  <a:pt x="276" y="107"/>
                </a:cubicBezTo>
                <a:cubicBezTo>
                  <a:pt x="276" y="107"/>
                  <a:pt x="275" y="108"/>
                  <a:pt x="275" y="108"/>
                </a:cubicBezTo>
                <a:cubicBezTo>
                  <a:pt x="275" y="108"/>
                  <a:pt x="274" y="108"/>
                  <a:pt x="274" y="109"/>
                </a:cubicBezTo>
                <a:cubicBezTo>
                  <a:pt x="274" y="109"/>
                  <a:pt x="273" y="109"/>
                  <a:pt x="273" y="109"/>
                </a:cubicBezTo>
                <a:cubicBezTo>
                  <a:pt x="272" y="109"/>
                  <a:pt x="271" y="109"/>
                  <a:pt x="270" y="109"/>
                </a:cubicBezTo>
                <a:cubicBezTo>
                  <a:pt x="270" y="109"/>
                  <a:pt x="269" y="109"/>
                  <a:pt x="269" y="109"/>
                </a:cubicBezTo>
                <a:close/>
                <a:moveTo>
                  <a:pt x="128" y="300"/>
                </a:moveTo>
                <a:cubicBezTo>
                  <a:pt x="129" y="300"/>
                  <a:pt x="129" y="300"/>
                  <a:pt x="129" y="301"/>
                </a:cubicBezTo>
                <a:cubicBezTo>
                  <a:pt x="130" y="301"/>
                  <a:pt x="130" y="301"/>
                  <a:pt x="130" y="301"/>
                </a:cubicBezTo>
                <a:cubicBezTo>
                  <a:pt x="131" y="302"/>
                  <a:pt x="131" y="302"/>
                  <a:pt x="131" y="302"/>
                </a:cubicBezTo>
                <a:cubicBezTo>
                  <a:pt x="131" y="303"/>
                  <a:pt x="132" y="303"/>
                  <a:pt x="132" y="304"/>
                </a:cubicBezTo>
                <a:cubicBezTo>
                  <a:pt x="132" y="304"/>
                  <a:pt x="132" y="304"/>
                  <a:pt x="132" y="305"/>
                </a:cubicBezTo>
                <a:cubicBezTo>
                  <a:pt x="132" y="305"/>
                  <a:pt x="132" y="306"/>
                  <a:pt x="132" y="306"/>
                </a:cubicBezTo>
                <a:cubicBezTo>
                  <a:pt x="132" y="306"/>
                  <a:pt x="132" y="307"/>
                  <a:pt x="132" y="307"/>
                </a:cubicBezTo>
                <a:cubicBezTo>
                  <a:pt x="132" y="308"/>
                  <a:pt x="132" y="308"/>
                  <a:pt x="132" y="308"/>
                </a:cubicBezTo>
                <a:cubicBezTo>
                  <a:pt x="132" y="309"/>
                  <a:pt x="131" y="309"/>
                  <a:pt x="131" y="310"/>
                </a:cubicBezTo>
                <a:cubicBezTo>
                  <a:pt x="131" y="310"/>
                  <a:pt x="131" y="310"/>
                  <a:pt x="130" y="311"/>
                </a:cubicBezTo>
                <a:cubicBezTo>
                  <a:pt x="130" y="311"/>
                  <a:pt x="130" y="311"/>
                  <a:pt x="129" y="311"/>
                </a:cubicBezTo>
                <a:cubicBezTo>
                  <a:pt x="129" y="312"/>
                  <a:pt x="129" y="312"/>
                  <a:pt x="128" y="312"/>
                </a:cubicBezTo>
                <a:cubicBezTo>
                  <a:pt x="128" y="312"/>
                  <a:pt x="127" y="312"/>
                  <a:pt x="127" y="312"/>
                </a:cubicBezTo>
                <a:cubicBezTo>
                  <a:pt x="126" y="312"/>
                  <a:pt x="125" y="312"/>
                  <a:pt x="125" y="312"/>
                </a:cubicBezTo>
                <a:cubicBezTo>
                  <a:pt x="124" y="312"/>
                  <a:pt x="124" y="312"/>
                  <a:pt x="123" y="312"/>
                </a:cubicBezTo>
                <a:cubicBezTo>
                  <a:pt x="123" y="312"/>
                  <a:pt x="123" y="312"/>
                  <a:pt x="122" y="311"/>
                </a:cubicBezTo>
                <a:cubicBezTo>
                  <a:pt x="122" y="311"/>
                  <a:pt x="122" y="311"/>
                  <a:pt x="121" y="311"/>
                </a:cubicBezTo>
                <a:cubicBezTo>
                  <a:pt x="121" y="310"/>
                  <a:pt x="121" y="310"/>
                  <a:pt x="120" y="310"/>
                </a:cubicBezTo>
                <a:cubicBezTo>
                  <a:pt x="120" y="309"/>
                  <a:pt x="120" y="309"/>
                  <a:pt x="120" y="308"/>
                </a:cubicBezTo>
                <a:cubicBezTo>
                  <a:pt x="120" y="308"/>
                  <a:pt x="120" y="308"/>
                  <a:pt x="120" y="307"/>
                </a:cubicBezTo>
                <a:cubicBezTo>
                  <a:pt x="119" y="307"/>
                  <a:pt x="119" y="306"/>
                  <a:pt x="119" y="306"/>
                </a:cubicBezTo>
                <a:cubicBezTo>
                  <a:pt x="119" y="306"/>
                  <a:pt x="119" y="305"/>
                  <a:pt x="120" y="305"/>
                </a:cubicBezTo>
                <a:cubicBezTo>
                  <a:pt x="120" y="304"/>
                  <a:pt x="120" y="304"/>
                  <a:pt x="120" y="304"/>
                </a:cubicBezTo>
                <a:cubicBezTo>
                  <a:pt x="120" y="303"/>
                  <a:pt x="120" y="303"/>
                  <a:pt x="120" y="302"/>
                </a:cubicBezTo>
                <a:cubicBezTo>
                  <a:pt x="121" y="302"/>
                  <a:pt x="121" y="302"/>
                  <a:pt x="121" y="301"/>
                </a:cubicBezTo>
                <a:cubicBezTo>
                  <a:pt x="122" y="301"/>
                  <a:pt x="122" y="301"/>
                  <a:pt x="122" y="301"/>
                </a:cubicBezTo>
                <a:cubicBezTo>
                  <a:pt x="123" y="300"/>
                  <a:pt x="123" y="300"/>
                  <a:pt x="123" y="300"/>
                </a:cubicBezTo>
                <a:cubicBezTo>
                  <a:pt x="124" y="300"/>
                  <a:pt x="124" y="300"/>
                  <a:pt x="125" y="300"/>
                </a:cubicBezTo>
                <a:cubicBezTo>
                  <a:pt x="125" y="300"/>
                  <a:pt x="125" y="300"/>
                  <a:pt x="126" y="300"/>
                </a:cubicBezTo>
                <a:cubicBezTo>
                  <a:pt x="126" y="300"/>
                  <a:pt x="127" y="300"/>
                  <a:pt x="127" y="300"/>
                </a:cubicBezTo>
                <a:cubicBezTo>
                  <a:pt x="127" y="300"/>
                  <a:pt x="128" y="300"/>
                  <a:pt x="128" y="300"/>
                </a:cubicBezTo>
                <a:close/>
                <a:moveTo>
                  <a:pt x="89" y="358"/>
                </a:moveTo>
                <a:cubicBezTo>
                  <a:pt x="90" y="358"/>
                  <a:pt x="90" y="358"/>
                  <a:pt x="90" y="358"/>
                </a:cubicBezTo>
                <a:cubicBezTo>
                  <a:pt x="103" y="359"/>
                  <a:pt x="108" y="361"/>
                  <a:pt x="120" y="368"/>
                </a:cubicBezTo>
                <a:cubicBezTo>
                  <a:pt x="128" y="373"/>
                  <a:pt x="142" y="381"/>
                  <a:pt x="166" y="392"/>
                </a:cubicBezTo>
                <a:cubicBezTo>
                  <a:pt x="171" y="394"/>
                  <a:pt x="180" y="397"/>
                  <a:pt x="191" y="397"/>
                </a:cubicBezTo>
                <a:cubicBezTo>
                  <a:pt x="200" y="397"/>
                  <a:pt x="209" y="395"/>
                  <a:pt x="217" y="391"/>
                </a:cubicBezTo>
                <a:cubicBezTo>
                  <a:pt x="337" y="348"/>
                  <a:pt x="337" y="348"/>
                  <a:pt x="337" y="348"/>
                </a:cubicBezTo>
                <a:cubicBezTo>
                  <a:pt x="337" y="348"/>
                  <a:pt x="337" y="348"/>
                  <a:pt x="337" y="348"/>
                </a:cubicBezTo>
                <a:cubicBezTo>
                  <a:pt x="337" y="348"/>
                  <a:pt x="337" y="348"/>
                  <a:pt x="337" y="348"/>
                </a:cubicBezTo>
                <a:cubicBezTo>
                  <a:pt x="349" y="343"/>
                  <a:pt x="365" y="329"/>
                  <a:pt x="357" y="307"/>
                </a:cubicBezTo>
                <a:cubicBezTo>
                  <a:pt x="350" y="291"/>
                  <a:pt x="334" y="285"/>
                  <a:pt x="314" y="292"/>
                </a:cubicBezTo>
                <a:cubicBezTo>
                  <a:pt x="259" y="307"/>
                  <a:pt x="259" y="307"/>
                  <a:pt x="259" y="307"/>
                </a:cubicBezTo>
                <a:cubicBezTo>
                  <a:pt x="258" y="306"/>
                  <a:pt x="258" y="306"/>
                  <a:pt x="258" y="306"/>
                </a:cubicBezTo>
                <a:cubicBezTo>
                  <a:pt x="255" y="297"/>
                  <a:pt x="247" y="289"/>
                  <a:pt x="237" y="285"/>
                </a:cubicBezTo>
                <a:cubicBezTo>
                  <a:pt x="176" y="265"/>
                  <a:pt x="176" y="265"/>
                  <a:pt x="176" y="265"/>
                </a:cubicBezTo>
                <a:cubicBezTo>
                  <a:pt x="176" y="264"/>
                  <a:pt x="176" y="264"/>
                  <a:pt x="176" y="264"/>
                </a:cubicBezTo>
                <a:cubicBezTo>
                  <a:pt x="171" y="257"/>
                  <a:pt x="156" y="242"/>
                  <a:pt x="128" y="242"/>
                </a:cubicBezTo>
                <a:cubicBezTo>
                  <a:pt x="107" y="242"/>
                  <a:pt x="89" y="257"/>
                  <a:pt x="80" y="271"/>
                </a:cubicBezTo>
                <a:cubicBezTo>
                  <a:pt x="80" y="271"/>
                  <a:pt x="80" y="271"/>
                  <a:pt x="80" y="271"/>
                </a:cubicBezTo>
                <a:cubicBezTo>
                  <a:pt x="6" y="271"/>
                  <a:pt x="6" y="271"/>
                  <a:pt x="6" y="271"/>
                </a:cubicBezTo>
                <a:cubicBezTo>
                  <a:pt x="3" y="271"/>
                  <a:pt x="0" y="274"/>
                  <a:pt x="0" y="278"/>
                </a:cubicBezTo>
                <a:cubicBezTo>
                  <a:pt x="0" y="376"/>
                  <a:pt x="0" y="376"/>
                  <a:pt x="0" y="376"/>
                </a:cubicBezTo>
                <a:cubicBezTo>
                  <a:pt x="0" y="380"/>
                  <a:pt x="3" y="382"/>
                  <a:pt x="6" y="382"/>
                </a:cubicBezTo>
                <a:cubicBezTo>
                  <a:pt x="53" y="382"/>
                  <a:pt x="53" y="382"/>
                  <a:pt x="53" y="382"/>
                </a:cubicBezTo>
                <a:cubicBezTo>
                  <a:pt x="56" y="382"/>
                  <a:pt x="59" y="380"/>
                  <a:pt x="59" y="376"/>
                </a:cubicBezTo>
                <a:cubicBezTo>
                  <a:pt x="59" y="368"/>
                  <a:pt x="59" y="368"/>
                  <a:pt x="59" y="368"/>
                </a:cubicBezTo>
                <a:cubicBezTo>
                  <a:pt x="83" y="368"/>
                  <a:pt x="83" y="368"/>
                  <a:pt x="83" y="368"/>
                </a:cubicBezTo>
                <a:cubicBezTo>
                  <a:pt x="86" y="368"/>
                  <a:pt x="89" y="365"/>
                  <a:pt x="89" y="361"/>
                </a:cubicBezTo>
                <a:lnTo>
                  <a:pt x="89" y="358"/>
                </a:lnTo>
                <a:close/>
                <a:moveTo>
                  <a:pt x="89" y="280"/>
                </a:moveTo>
                <a:cubicBezTo>
                  <a:pt x="89" y="280"/>
                  <a:pt x="89" y="280"/>
                  <a:pt x="89" y="280"/>
                </a:cubicBezTo>
                <a:cubicBezTo>
                  <a:pt x="97" y="267"/>
                  <a:pt x="112" y="255"/>
                  <a:pt x="128" y="255"/>
                </a:cubicBezTo>
                <a:cubicBezTo>
                  <a:pt x="155" y="255"/>
                  <a:pt x="167" y="273"/>
                  <a:pt x="167" y="273"/>
                </a:cubicBezTo>
                <a:cubicBezTo>
                  <a:pt x="168" y="275"/>
                  <a:pt x="169" y="276"/>
                  <a:pt x="170" y="276"/>
                </a:cubicBezTo>
                <a:cubicBezTo>
                  <a:pt x="232" y="297"/>
                  <a:pt x="232" y="297"/>
                  <a:pt x="232" y="297"/>
                </a:cubicBezTo>
                <a:cubicBezTo>
                  <a:pt x="243" y="301"/>
                  <a:pt x="249" y="310"/>
                  <a:pt x="246" y="319"/>
                </a:cubicBezTo>
                <a:cubicBezTo>
                  <a:pt x="245" y="324"/>
                  <a:pt x="242" y="327"/>
                  <a:pt x="238" y="329"/>
                </a:cubicBezTo>
                <a:cubicBezTo>
                  <a:pt x="234" y="332"/>
                  <a:pt x="230" y="332"/>
                  <a:pt x="226" y="331"/>
                </a:cubicBezTo>
                <a:cubicBezTo>
                  <a:pt x="156" y="309"/>
                  <a:pt x="156" y="309"/>
                  <a:pt x="156" y="309"/>
                </a:cubicBezTo>
                <a:cubicBezTo>
                  <a:pt x="154" y="308"/>
                  <a:pt x="152" y="308"/>
                  <a:pt x="151" y="309"/>
                </a:cubicBezTo>
                <a:cubicBezTo>
                  <a:pt x="149" y="310"/>
                  <a:pt x="148" y="311"/>
                  <a:pt x="148" y="313"/>
                </a:cubicBezTo>
                <a:cubicBezTo>
                  <a:pt x="147" y="315"/>
                  <a:pt x="147" y="316"/>
                  <a:pt x="148" y="318"/>
                </a:cubicBezTo>
                <a:cubicBezTo>
                  <a:pt x="149" y="319"/>
                  <a:pt x="150" y="320"/>
                  <a:pt x="152" y="321"/>
                </a:cubicBezTo>
                <a:cubicBezTo>
                  <a:pt x="222" y="343"/>
                  <a:pt x="222" y="343"/>
                  <a:pt x="222" y="343"/>
                </a:cubicBezTo>
                <a:cubicBezTo>
                  <a:pt x="230" y="346"/>
                  <a:pt x="238" y="344"/>
                  <a:pt x="244" y="341"/>
                </a:cubicBezTo>
                <a:cubicBezTo>
                  <a:pt x="251" y="337"/>
                  <a:pt x="256" y="331"/>
                  <a:pt x="258" y="323"/>
                </a:cubicBezTo>
                <a:cubicBezTo>
                  <a:pt x="259" y="322"/>
                  <a:pt x="259" y="322"/>
                  <a:pt x="259" y="321"/>
                </a:cubicBezTo>
                <a:cubicBezTo>
                  <a:pt x="259" y="320"/>
                  <a:pt x="259" y="320"/>
                  <a:pt x="259" y="320"/>
                </a:cubicBezTo>
                <a:cubicBezTo>
                  <a:pt x="319" y="304"/>
                  <a:pt x="319" y="304"/>
                  <a:pt x="319" y="304"/>
                </a:cubicBezTo>
                <a:cubicBezTo>
                  <a:pt x="331" y="300"/>
                  <a:pt x="341" y="302"/>
                  <a:pt x="345" y="312"/>
                </a:cubicBezTo>
                <a:cubicBezTo>
                  <a:pt x="345" y="312"/>
                  <a:pt x="345" y="312"/>
                  <a:pt x="345" y="312"/>
                </a:cubicBezTo>
                <a:cubicBezTo>
                  <a:pt x="349" y="324"/>
                  <a:pt x="341" y="332"/>
                  <a:pt x="332" y="336"/>
                </a:cubicBezTo>
                <a:cubicBezTo>
                  <a:pt x="212" y="379"/>
                  <a:pt x="212" y="379"/>
                  <a:pt x="212" y="379"/>
                </a:cubicBezTo>
                <a:cubicBezTo>
                  <a:pt x="211" y="378"/>
                  <a:pt x="211" y="378"/>
                  <a:pt x="211" y="378"/>
                </a:cubicBezTo>
                <a:cubicBezTo>
                  <a:pt x="211" y="378"/>
                  <a:pt x="211" y="378"/>
                  <a:pt x="211" y="378"/>
                </a:cubicBezTo>
                <a:cubicBezTo>
                  <a:pt x="211" y="380"/>
                  <a:pt x="211" y="380"/>
                  <a:pt x="211" y="380"/>
                </a:cubicBezTo>
                <a:cubicBezTo>
                  <a:pt x="204" y="383"/>
                  <a:pt x="197" y="384"/>
                  <a:pt x="191" y="384"/>
                </a:cubicBezTo>
                <a:cubicBezTo>
                  <a:pt x="182" y="384"/>
                  <a:pt x="175" y="382"/>
                  <a:pt x="172" y="380"/>
                </a:cubicBezTo>
                <a:cubicBezTo>
                  <a:pt x="148" y="370"/>
                  <a:pt x="135" y="362"/>
                  <a:pt x="126" y="357"/>
                </a:cubicBezTo>
                <a:cubicBezTo>
                  <a:pt x="113" y="350"/>
                  <a:pt x="107" y="346"/>
                  <a:pt x="90" y="345"/>
                </a:cubicBezTo>
                <a:cubicBezTo>
                  <a:pt x="89" y="345"/>
                  <a:pt x="89" y="345"/>
                  <a:pt x="89" y="345"/>
                </a:cubicBezTo>
                <a:lnTo>
                  <a:pt x="89" y="280"/>
                </a:lnTo>
                <a:close/>
                <a:moveTo>
                  <a:pt x="46" y="370"/>
                </a:moveTo>
                <a:cubicBezTo>
                  <a:pt x="13" y="370"/>
                  <a:pt x="13" y="370"/>
                  <a:pt x="13" y="370"/>
                </a:cubicBezTo>
                <a:cubicBezTo>
                  <a:pt x="13" y="284"/>
                  <a:pt x="13" y="284"/>
                  <a:pt x="13" y="284"/>
                </a:cubicBezTo>
                <a:cubicBezTo>
                  <a:pt x="46" y="284"/>
                  <a:pt x="46" y="284"/>
                  <a:pt x="46" y="284"/>
                </a:cubicBezTo>
                <a:lnTo>
                  <a:pt x="46" y="370"/>
                </a:lnTo>
                <a:close/>
                <a:moveTo>
                  <a:pt x="76" y="355"/>
                </a:moveTo>
                <a:cubicBezTo>
                  <a:pt x="59" y="355"/>
                  <a:pt x="59" y="355"/>
                  <a:pt x="59" y="355"/>
                </a:cubicBezTo>
                <a:cubicBezTo>
                  <a:pt x="59" y="284"/>
                  <a:pt x="59" y="284"/>
                  <a:pt x="59" y="284"/>
                </a:cubicBezTo>
                <a:cubicBezTo>
                  <a:pt x="76" y="284"/>
                  <a:pt x="76" y="284"/>
                  <a:pt x="76" y="284"/>
                </a:cubicBezTo>
                <a:lnTo>
                  <a:pt x="76" y="3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DC5FE7C-A81D-B3E9-4CB8-2A817C6A6277}"/>
              </a:ext>
            </a:extLst>
          </p:cNvPr>
          <p:cNvSpPr/>
          <p:nvPr/>
        </p:nvSpPr>
        <p:spPr bwMode="auto">
          <a:xfrm>
            <a:off x="7072485" y="1012994"/>
            <a:ext cx="4796347" cy="299235"/>
          </a:xfrm>
          <a:prstGeom prst="roundRect">
            <a:avLst>
              <a:gd name="adj" fmla="val 21221"/>
            </a:avLst>
          </a:prstGeom>
          <a:gradFill>
            <a:gsLst>
              <a:gs pos="50000">
                <a:srgbClr val="4472C4"/>
              </a:gs>
              <a:gs pos="0">
                <a:srgbClr val="459FED">
                  <a:alpha val="0"/>
                </a:srgbClr>
              </a:gs>
              <a:gs pos="70000">
                <a:srgbClr val="71A7E3"/>
              </a:gs>
              <a:gs pos="30000">
                <a:srgbClr val="71A7E3"/>
              </a:gs>
              <a:gs pos="100000">
                <a:srgbClr val="459FED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cs typeface="Arial"/>
              </a:rPr>
              <a:t>Bus Vivamuss</a:t>
            </a:r>
          </a:p>
        </p:txBody>
      </p:sp>
      <p:sp>
        <p:nvSpPr>
          <p:cNvPr id="10" name="Rectangle: Rounded Corners 9" hidden="1">
            <a:extLst>
              <a:ext uri="{FF2B5EF4-FFF2-40B4-BE49-F238E27FC236}">
                <a16:creationId xmlns:a16="http://schemas.microsoft.com/office/drawing/2014/main" id="{4A520330-044C-C06D-C24A-22A5B7E99CA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2319334" y="269192"/>
            <a:ext cx="1155031" cy="428160"/>
          </a:xfrm>
          <a:prstGeom prst="roundRect">
            <a:avLst/>
          </a:prstGeom>
          <a:solidFill>
            <a:srgbClr val="17B28A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crgbClr r="0" g="0" b="0">
                <a:alpha val="30000"/>
              </a:sc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latin typeface="Arial" panose="020B0604020202020204" pitchFamily="34" charset="0"/>
              </a:rPr>
              <a:t>Uscip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1834B405-138C-7EEE-E12D-C2CF686F7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89590" y="337101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C5D2FE0-D364-3211-9BA9-87183C63D1EF}"/>
              </a:ext>
            </a:extLst>
          </p:cNvPr>
          <p:cNvSpPr/>
          <p:nvPr/>
        </p:nvSpPr>
        <p:spPr>
          <a:xfrm>
            <a:off x="121920" y="5345160"/>
            <a:ext cx="11948160" cy="1161357"/>
          </a:xfrm>
          <a:prstGeom prst="roundRect">
            <a:avLst>
              <a:gd name="adj" fmla="val 6333"/>
            </a:avLst>
          </a:prstGeom>
          <a:gradFill flip="none" rotWithShape="1">
            <a:gsLst>
              <a:gs pos="0">
                <a:srgbClr val="ACD8F6">
                  <a:alpha val="26000"/>
                </a:srgbClr>
              </a:gs>
              <a:gs pos="100000">
                <a:srgbClr val="92B4E5">
                  <a:alpha val="44000"/>
                </a:srgbClr>
              </a:gs>
            </a:gsLst>
            <a:lin ang="0" scaled="0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endParaRPr lang="en-IN" sz="1200" b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A81D54-B877-63D0-5667-C4899134A023}"/>
              </a:ext>
            </a:extLst>
          </p:cNvPr>
          <p:cNvSpPr txBox="1"/>
          <p:nvPr/>
        </p:nvSpPr>
        <p:spPr>
          <a:xfrm>
            <a:off x="666751" y="5315165"/>
            <a:ext cx="10858500" cy="278770"/>
          </a:xfrm>
          <a:prstGeom prst="roundRect">
            <a:avLst>
              <a:gd name="adj" fmla="val 22779"/>
            </a:avLst>
          </a:prstGeom>
          <a:gradFill>
            <a:gsLst>
              <a:gs pos="0">
                <a:srgbClr val="459FED">
                  <a:alpha val="0"/>
                </a:srgbClr>
              </a:gs>
              <a:gs pos="80000">
                <a:srgbClr val="4B84D9"/>
              </a:gs>
              <a:gs pos="18000">
                <a:srgbClr val="4B84D9"/>
              </a:gs>
              <a:gs pos="100000">
                <a:srgbClr val="459FED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190500" dist="38100" dir="5400000" rotWithShape="0">
              <a:srgbClr val="5E72C4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GB">
                <a:latin typeface="Arial" panose="020B0604020202020204" pitchFamily="34" charset="0"/>
              </a:rPr>
              <a:t>Ittortore </a:t>
            </a:r>
            <a:r>
              <a:rPr lang="en-US">
                <a:latin typeface="Arial" panose="020B0604020202020204" pitchFamily="34" charset="0"/>
              </a:rPr>
              <a:t>Getfe lisporttito rv OLU Tpatcrasultric- Iesligula sed magn ad Ictumpor tal ORE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A02D65-F612-BF1E-237F-47D70A072105}"/>
              </a:ext>
            </a:extLst>
          </p:cNvPr>
          <p:cNvSpPr txBox="1"/>
          <p:nvPr/>
        </p:nvSpPr>
        <p:spPr>
          <a:xfrm>
            <a:off x="529400" y="5724354"/>
            <a:ext cx="3233176" cy="680546"/>
          </a:xfrm>
          <a:prstGeom prst="roundRect">
            <a:avLst>
              <a:gd name="adj" fmla="val 9331"/>
            </a:avLst>
          </a:prstGeom>
          <a:gradFill flip="none" rotWithShape="1">
            <a:gsLst>
              <a:gs pos="0">
                <a:srgbClr val="ACD8F6"/>
              </a:gs>
              <a:gs pos="100000">
                <a:srgbClr val="92B4E5"/>
              </a:gs>
            </a:gsLst>
            <a:lin ang="0" scaled="0"/>
            <a:tileRect/>
          </a:gradFill>
          <a:ln w="6350">
            <a:solidFill>
              <a:schemeClr val="bg1"/>
            </a:solidFill>
            <a:miter lim="800000"/>
            <a:headEnd/>
            <a:tailEnd/>
          </a:ln>
          <a:effectLst>
            <a:outerShdw blurRad="190500" dist="38100" dir="5400000" rotWithShape="0">
              <a:srgbClr val="56BAF6">
                <a:alpha val="20000"/>
              </a:srgbClr>
            </a:outerShdw>
          </a:effectLst>
        </p:spPr>
        <p:txBody>
          <a:bodyPr wrap="square" rtlCol="0" anchor="ctr"/>
          <a:lstStyle>
            <a:defPPr>
              <a:defRPr lang="en-US"/>
            </a:defPPr>
            <a:lvl1pPr marL="630238">
              <a:defRPr sz="1200" b="1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r>
              <a:rPr lang="en-US">
                <a:latin typeface="Arial" panose="020B0604020202020204" pitchFamily="34" charset="0"/>
              </a:rPr>
              <a:t>Mipsumdolor sit ametco nsecte – </a:t>
            </a:r>
            <a:r>
              <a:rPr lang="en-US" b="0">
                <a:latin typeface="Arial" panose="020B0604020202020204" pitchFamily="34" charset="0"/>
              </a:rPr>
              <a:t>turadipisc Ingelit Seddoeiusmo</a:t>
            </a:r>
            <a:endParaRPr lang="en-GB" b="0"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DCED44-CC78-9911-7CB6-7ADBF0A8B117}"/>
              </a:ext>
            </a:extLst>
          </p:cNvPr>
          <p:cNvSpPr txBox="1"/>
          <p:nvPr/>
        </p:nvSpPr>
        <p:spPr>
          <a:xfrm>
            <a:off x="8485771" y="5729574"/>
            <a:ext cx="3238500" cy="680546"/>
          </a:xfrm>
          <a:prstGeom prst="roundRect">
            <a:avLst>
              <a:gd name="adj" fmla="val 9563"/>
            </a:avLst>
          </a:prstGeom>
          <a:gradFill flip="none" rotWithShape="1">
            <a:gsLst>
              <a:gs pos="0">
                <a:srgbClr val="ACD8F6"/>
              </a:gs>
              <a:gs pos="100000">
                <a:srgbClr val="92B4E5"/>
              </a:gs>
            </a:gsLst>
            <a:lin ang="0" scaled="0"/>
            <a:tileRect/>
          </a:gradFill>
          <a:ln w="6350">
            <a:solidFill>
              <a:schemeClr val="bg1"/>
            </a:solidFill>
            <a:miter lim="800000"/>
            <a:headEnd/>
            <a:tailEnd/>
          </a:ln>
          <a:effectLst>
            <a:outerShdw blurRad="190500" dist="38100" dir="5400000" rotWithShape="0">
              <a:srgbClr val="56BAF6">
                <a:alpha val="20000"/>
              </a:srgbClr>
            </a:outerShdw>
          </a:effectLst>
        </p:spPr>
        <p:txBody>
          <a:bodyPr wrap="square" rtlCol="0" anchor="ctr"/>
          <a:lstStyle>
            <a:defPPr>
              <a:defRPr lang="en-US"/>
            </a:defPPr>
            <a:lvl1pPr>
              <a:defRPr sz="1200" b="1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630238"/>
            <a:r>
              <a:rPr lang="en-US">
                <a:latin typeface="Arial" panose="020B0604020202020204" pitchFamily="34" charset="0"/>
              </a:rPr>
              <a:t>Dtem-Por Incidid Untutlabo </a:t>
            </a:r>
            <a:r>
              <a:rPr lang="en-US" b="0">
                <a:latin typeface="Arial" panose="020B0604020202020204" pitchFamily="34" charset="0"/>
              </a:rPr>
              <a:t>re</a:t>
            </a:r>
            <a:r>
              <a:rPr lang="en-US">
                <a:latin typeface="Arial" panose="020B0604020202020204" pitchFamily="34" charset="0"/>
              </a:rPr>
              <a:t> </a:t>
            </a:r>
            <a:r>
              <a:rPr lang="en-US" b="0">
                <a:latin typeface="Arial" panose="020B0604020202020204" pitchFamily="34" charset="0"/>
              </a:rPr>
              <a:t>etdolor emagnaa liqu autenimad</a:t>
            </a:r>
            <a:endParaRPr lang="en-GB" b="0">
              <a:latin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8CCFF5-291B-C5DC-2D84-7B8C4C44EE9F}"/>
              </a:ext>
            </a:extLst>
          </p:cNvPr>
          <p:cNvSpPr txBox="1"/>
          <p:nvPr/>
        </p:nvSpPr>
        <p:spPr>
          <a:xfrm>
            <a:off x="4501071" y="5724353"/>
            <a:ext cx="3238500" cy="680546"/>
          </a:xfrm>
          <a:prstGeom prst="roundRect">
            <a:avLst>
              <a:gd name="adj" fmla="val 9563"/>
            </a:avLst>
          </a:prstGeom>
          <a:gradFill flip="none" rotWithShape="1">
            <a:gsLst>
              <a:gs pos="0">
                <a:srgbClr val="ACD8F6"/>
              </a:gs>
              <a:gs pos="100000">
                <a:srgbClr val="92B4E5"/>
              </a:gs>
            </a:gsLst>
            <a:lin ang="0" scaled="0"/>
            <a:tileRect/>
          </a:gradFill>
          <a:ln w="6350">
            <a:solidFill>
              <a:schemeClr val="bg1"/>
            </a:solidFill>
            <a:miter lim="800000"/>
            <a:headEnd/>
            <a:tailEnd/>
          </a:ln>
          <a:effectLst>
            <a:outerShdw blurRad="190500" dist="38100" dir="5400000" rotWithShape="0">
              <a:srgbClr val="56BAF6">
                <a:alpha val="20000"/>
              </a:srgbClr>
            </a:outerShdw>
          </a:effectLst>
        </p:spPr>
        <p:txBody>
          <a:bodyPr wrap="square" rtlCol="0" anchor="ctr"/>
          <a:lstStyle>
            <a:defPPr>
              <a:defRPr lang="en-US"/>
            </a:defPPr>
            <a:lvl1pPr>
              <a:defRPr sz="1200" b="1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630238"/>
            <a:r>
              <a:rPr lang="en-US">
                <a:latin typeface="Arial" panose="020B0604020202020204" pitchFamily="34" charset="0"/>
              </a:rPr>
              <a:t>Mini Mveniamquis Nostrudex</a:t>
            </a:r>
            <a:endParaRPr lang="en-GB" b="0">
              <a:latin typeface="Arial" panose="020B0604020202020204" pitchFamily="34" charset="0"/>
            </a:endParaRPr>
          </a:p>
        </p:txBody>
      </p:sp>
      <p:sp>
        <p:nvSpPr>
          <p:cNvPr id="41" name="Freeform 45">
            <a:extLst>
              <a:ext uri="{FF2B5EF4-FFF2-40B4-BE49-F238E27FC236}">
                <a16:creationId xmlns:a16="http://schemas.microsoft.com/office/drawing/2014/main" id="{21A56ED9-32DE-EE54-3201-1009C9485F8D}"/>
              </a:ext>
            </a:extLst>
          </p:cNvPr>
          <p:cNvSpPr>
            <a:spLocks noEditPoints="1"/>
          </p:cNvSpPr>
          <p:nvPr/>
        </p:nvSpPr>
        <p:spPr bwMode="auto">
          <a:xfrm>
            <a:off x="8679976" y="5888314"/>
            <a:ext cx="345912" cy="363066"/>
          </a:xfrm>
          <a:custGeom>
            <a:avLst/>
            <a:gdLst>
              <a:gd name="T0" fmla="*/ 580 w 1951"/>
              <a:gd name="T1" fmla="*/ 1024 h 2048"/>
              <a:gd name="T2" fmla="*/ 780 w 1951"/>
              <a:gd name="T3" fmla="*/ 665 h 2048"/>
              <a:gd name="T4" fmla="*/ 1608 w 1951"/>
              <a:gd name="T5" fmla="*/ 990 h 2048"/>
              <a:gd name="T6" fmla="*/ 1249 w 1951"/>
              <a:gd name="T7" fmla="*/ 683 h 2048"/>
              <a:gd name="T8" fmla="*/ 1707 w 1951"/>
              <a:gd name="T9" fmla="*/ 649 h 2048"/>
              <a:gd name="T10" fmla="*/ 1263 w 1951"/>
              <a:gd name="T11" fmla="*/ 614 h 2048"/>
              <a:gd name="T12" fmla="*/ 1539 w 1951"/>
              <a:gd name="T13" fmla="*/ 273 h 2048"/>
              <a:gd name="T14" fmla="*/ 1724 w 1951"/>
              <a:gd name="T15" fmla="*/ 69 h 2048"/>
              <a:gd name="T16" fmla="*/ 1331 w 1951"/>
              <a:gd name="T17" fmla="*/ 225 h 2048"/>
              <a:gd name="T18" fmla="*/ 1229 w 1951"/>
              <a:gd name="T19" fmla="*/ 68 h 2048"/>
              <a:gd name="T20" fmla="*/ 819 w 1951"/>
              <a:gd name="T21" fmla="*/ 68 h 2048"/>
              <a:gd name="T22" fmla="*/ 493 w 1951"/>
              <a:gd name="T23" fmla="*/ 204 h 2048"/>
              <a:gd name="T24" fmla="*/ 396 w 1951"/>
              <a:gd name="T25" fmla="*/ 204 h 2048"/>
              <a:gd name="T26" fmla="*/ 204 w 1951"/>
              <a:gd name="T27" fmla="*/ 493 h 2048"/>
              <a:gd name="T28" fmla="*/ 68 w 1951"/>
              <a:gd name="T29" fmla="*/ 819 h 2048"/>
              <a:gd name="T30" fmla="*/ 68 w 1951"/>
              <a:gd name="T31" fmla="*/ 1229 h 2048"/>
              <a:gd name="T32" fmla="*/ 204 w 1951"/>
              <a:gd name="T33" fmla="*/ 1555 h 2048"/>
              <a:gd name="T34" fmla="*/ 396 w 1951"/>
              <a:gd name="T35" fmla="*/ 1844 h 2048"/>
              <a:gd name="T36" fmla="*/ 493 w 1951"/>
              <a:gd name="T37" fmla="*/ 1844 h 2048"/>
              <a:gd name="T38" fmla="*/ 819 w 1951"/>
              <a:gd name="T39" fmla="*/ 1980 h 2048"/>
              <a:gd name="T40" fmla="*/ 1229 w 1951"/>
              <a:gd name="T41" fmla="*/ 1980 h 2048"/>
              <a:gd name="T42" fmla="*/ 1331 w 1951"/>
              <a:gd name="T43" fmla="*/ 1823 h 2048"/>
              <a:gd name="T44" fmla="*/ 1724 w 1951"/>
              <a:gd name="T45" fmla="*/ 1979 h 2048"/>
              <a:gd name="T46" fmla="*/ 1539 w 1951"/>
              <a:gd name="T47" fmla="*/ 1775 h 2048"/>
              <a:gd name="T48" fmla="*/ 1263 w 1951"/>
              <a:gd name="T49" fmla="*/ 1434 h 2048"/>
              <a:gd name="T50" fmla="*/ 1707 w 1951"/>
              <a:gd name="T51" fmla="*/ 1399 h 2048"/>
              <a:gd name="T52" fmla="*/ 1249 w 1951"/>
              <a:gd name="T53" fmla="*/ 1365 h 2048"/>
              <a:gd name="T54" fmla="*/ 1608 w 1951"/>
              <a:gd name="T55" fmla="*/ 1058 h 2048"/>
              <a:gd name="T56" fmla="*/ 1775 w 1951"/>
              <a:gd name="T57" fmla="*/ 853 h 2048"/>
              <a:gd name="T58" fmla="*/ 1707 w 1951"/>
              <a:gd name="T59" fmla="*/ 341 h 2048"/>
              <a:gd name="T60" fmla="*/ 1707 w 1951"/>
              <a:gd name="T61" fmla="*/ 1707 h 2048"/>
              <a:gd name="T62" fmla="*/ 1604 w 1951"/>
              <a:gd name="T63" fmla="*/ 1809 h 2048"/>
              <a:gd name="T64" fmla="*/ 922 w 1951"/>
              <a:gd name="T65" fmla="*/ 1024 h 2048"/>
              <a:gd name="T66" fmla="*/ 1024 w 1951"/>
              <a:gd name="T67" fmla="*/ 1126 h 2048"/>
              <a:gd name="T68" fmla="*/ 1536 w 1951"/>
              <a:gd name="T69" fmla="*/ 751 h 2048"/>
              <a:gd name="T70" fmla="*/ 1187 w 1951"/>
              <a:gd name="T71" fmla="*/ 1757 h 2048"/>
              <a:gd name="T72" fmla="*/ 887 w 1951"/>
              <a:gd name="T73" fmla="*/ 1980 h 2048"/>
              <a:gd name="T74" fmla="*/ 621 w 1951"/>
              <a:gd name="T75" fmla="*/ 1658 h 2048"/>
              <a:gd name="T76" fmla="*/ 252 w 1951"/>
              <a:gd name="T77" fmla="*/ 1603 h 2048"/>
              <a:gd name="T78" fmla="*/ 291 w 1951"/>
              <a:gd name="T79" fmla="*/ 1187 h 2048"/>
              <a:gd name="T80" fmla="*/ 68 w 1951"/>
              <a:gd name="T81" fmla="*/ 887 h 2048"/>
              <a:gd name="T82" fmla="*/ 390 w 1951"/>
              <a:gd name="T83" fmla="*/ 621 h 2048"/>
              <a:gd name="T84" fmla="*/ 445 w 1951"/>
              <a:gd name="T85" fmla="*/ 252 h 2048"/>
              <a:gd name="T86" fmla="*/ 861 w 1951"/>
              <a:gd name="T87" fmla="*/ 291 h 2048"/>
              <a:gd name="T88" fmla="*/ 1161 w 1951"/>
              <a:gd name="T89" fmla="*/ 68 h 2048"/>
              <a:gd name="T90" fmla="*/ 1248 w 1951"/>
              <a:gd name="T91" fmla="*/ 308 h 2048"/>
              <a:gd name="T92" fmla="*/ 1195 w 1951"/>
              <a:gd name="T93" fmla="*/ 434 h 2048"/>
              <a:gd name="T94" fmla="*/ 1195 w 1951"/>
              <a:gd name="T95" fmla="*/ 1614 h 2048"/>
              <a:gd name="T96" fmla="*/ 1248 w 1951"/>
              <a:gd name="T97" fmla="*/ 1740 h 2048"/>
              <a:gd name="T98" fmla="*/ 1638 w 1951"/>
              <a:gd name="T99" fmla="*/ 1399 h 2048"/>
              <a:gd name="T100" fmla="*/ 1536 w 1951"/>
              <a:gd name="T101" fmla="*/ 1297 h 2048"/>
              <a:gd name="T102" fmla="*/ 582 w 1951"/>
              <a:gd name="T103" fmla="*/ 1346 h 2048"/>
              <a:gd name="T104" fmla="*/ 1195 w 1951"/>
              <a:gd name="T105" fmla="*/ 640 h 2048"/>
              <a:gd name="T106" fmla="*/ 853 w 1951"/>
              <a:gd name="T107" fmla="*/ 1024 h 2048"/>
              <a:gd name="T108" fmla="*/ 1195 w 1951"/>
              <a:gd name="T109" fmla="*/ 1408 h 2048"/>
              <a:gd name="T110" fmla="*/ 1775 w 1951"/>
              <a:gd name="T111" fmla="*/ 922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951" h="2048">
                <a:moveTo>
                  <a:pt x="733" y="653"/>
                </a:moveTo>
                <a:cubicBezTo>
                  <a:pt x="619" y="727"/>
                  <a:pt x="549" y="854"/>
                  <a:pt x="546" y="990"/>
                </a:cubicBezTo>
                <a:cubicBezTo>
                  <a:pt x="546" y="1009"/>
                  <a:pt x="561" y="1024"/>
                  <a:pt x="580" y="1024"/>
                </a:cubicBezTo>
                <a:cubicBezTo>
                  <a:pt x="599" y="1024"/>
                  <a:pt x="614" y="1009"/>
                  <a:pt x="614" y="990"/>
                </a:cubicBezTo>
                <a:cubicBezTo>
                  <a:pt x="617" y="877"/>
                  <a:pt x="674" y="773"/>
                  <a:pt x="769" y="712"/>
                </a:cubicBezTo>
                <a:cubicBezTo>
                  <a:pt x="784" y="702"/>
                  <a:pt x="789" y="681"/>
                  <a:pt x="780" y="665"/>
                </a:cubicBezTo>
                <a:cubicBezTo>
                  <a:pt x="770" y="649"/>
                  <a:pt x="749" y="644"/>
                  <a:pt x="733" y="653"/>
                </a:cubicBezTo>
                <a:close/>
                <a:moveTo>
                  <a:pt x="1775" y="853"/>
                </a:moveTo>
                <a:cubicBezTo>
                  <a:pt x="1694" y="853"/>
                  <a:pt x="1624" y="910"/>
                  <a:pt x="1608" y="990"/>
                </a:cubicBezTo>
                <a:cubicBezTo>
                  <a:pt x="1191" y="990"/>
                  <a:pt x="1191" y="990"/>
                  <a:pt x="1191" y="990"/>
                </a:cubicBezTo>
                <a:cubicBezTo>
                  <a:pt x="1183" y="952"/>
                  <a:pt x="1163" y="919"/>
                  <a:pt x="1134" y="894"/>
                </a:cubicBezTo>
                <a:cubicBezTo>
                  <a:pt x="1249" y="683"/>
                  <a:pt x="1249" y="683"/>
                  <a:pt x="1249" y="683"/>
                </a:cubicBezTo>
                <a:cubicBezTo>
                  <a:pt x="1369" y="683"/>
                  <a:pt x="1369" y="683"/>
                  <a:pt x="1369" y="683"/>
                </a:cubicBezTo>
                <a:cubicBezTo>
                  <a:pt x="1386" y="769"/>
                  <a:pt x="1466" y="827"/>
                  <a:pt x="1553" y="818"/>
                </a:cubicBezTo>
                <a:cubicBezTo>
                  <a:pt x="1640" y="810"/>
                  <a:pt x="1707" y="736"/>
                  <a:pt x="1707" y="649"/>
                </a:cubicBezTo>
                <a:cubicBezTo>
                  <a:pt x="1707" y="561"/>
                  <a:pt x="1640" y="488"/>
                  <a:pt x="1553" y="479"/>
                </a:cubicBezTo>
                <a:cubicBezTo>
                  <a:pt x="1466" y="470"/>
                  <a:pt x="1386" y="529"/>
                  <a:pt x="1369" y="614"/>
                </a:cubicBezTo>
                <a:cubicBezTo>
                  <a:pt x="1263" y="614"/>
                  <a:pt x="1263" y="614"/>
                  <a:pt x="1263" y="614"/>
                </a:cubicBezTo>
                <a:cubicBezTo>
                  <a:pt x="1263" y="390"/>
                  <a:pt x="1263" y="390"/>
                  <a:pt x="1263" y="390"/>
                </a:cubicBezTo>
                <a:cubicBezTo>
                  <a:pt x="1379" y="273"/>
                  <a:pt x="1379" y="273"/>
                  <a:pt x="1379" y="273"/>
                </a:cubicBezTo>
                <a:cubicBezTo>
                  <a:pt x="1539" y="273"/>
                  <a:pt x="1539" y="273"/>
                  <a:pt x="1539" y="273"/>
                </a:cubicBezTo>
                <a:cubicBezTo>
                  <a:pt x="1557" y="359"/>
                  <a:pt x="1637" y="418"/>
                  <a:pt x="1724" y="409"/>
                </a:cubicBezTo>
                <a:cubicBezTo>
                  <a:pt x="1811" y="400"/>
                  <a:pt x="1877" y="327"/>
                  <a:pt x="1877" y="239"/>
                </a:cubicBezTo>
                <a:cubicBezTo>
                  <a:pt x="1877" y="151"/>
                  <a:pt x="1811" y="78"/>
                  <a:pt x="1724" y="69"/>
                </a:cubicBezTo>
                <a:cubicBezTo>
                  <a:pt x="1637" y="60"/>
                  <a:pt x="1557" y="119"/>
                  <a:pt x="1539" y="205"/>
                </a:cubicBezTo>
                <a:cubicBezTo>
                  <a:pt x="1379" y="205"/>
                  <a:pt x="1379" y="205"/>
                  <a:pt x="1379" y="205"/>
                </a:cubicBezTo>
                <a:cubicBezTo>
                  <a:pt x="1361" y="205"/>
                  <a:pt x="1344" y="212"/>
                  <a:pt x="1331" y="225"/>
                </a:cubicBezTo>
                <a:cubicBezTo>
                  <a:pt x="1302" y="254"/>
                  <a:pt x="1302" y="254"/>
                  <a:pt x="1302" y="254"/>
                </a:cubicBezTo>
                <a:cubicBezTo>
                  <a:pt x="1278" y="245"/>
                  <a:pt x="1254" y="238"/>
                  <a:pt x="1229" y="231"/>
                </a:cubicBezTo>
                <a:cubicBezTo>
                  <a:pt x="1229" y="68"/>
                  <a:pt x="1229" y="68"/>
                  <a:pt x="1229" y="68"/>
                </a:cubicBezTo>
                <a:cubicBezTo>
                  <a:pt x="1229" y="31"/>
                  <a:pt x="1198" y="0"/>
                  <a:pt x="1161" y="0"/>
                </a:cubicBezTo>
                <a:cubicBezTo>
                  <a:pt x="887" y="0"/>
                  <a:pt x="887" y="0"/>
                  <a:pt x="887" y="0"/>
                </a:cubicBezTo>
                <a:cubicBezTo>
                  <a:pt x="850" y="0"/>
                  <a:pt x="819" y="31"/>
                  <a:pt x="819" y="68"/>
                </a:cubicBezTo>
                <a:cubicBezTo>
                  <a:pt x="819" y="231"/>
                  <a:pt x="819" y="231"/>
                  <a:pt x="819" y="231"/>
                </a:cubicBezTo>
                <a:cubicBezTo>
                  <a:pt x="745" y="250"/>
                  <a:pt x="674" y="279"/>
                  <a:pt x="608" y="318"/>
                </a:cubicBezTo>
                <a:cubicBezTo>
                  <a:pt x="493" y="204"/>
                  <a:pt x="493" y="204"/>
                  <a:pt x="493" y="204"/>
                </a:cubicBezTo>
                <a:cubicBezTo>
                  <a:pt x="481" y="191"/>
                  <a:pt x="463" y="183"/>
                  <a:pt x="445" y="183"/>
                </a:cubicBezTo>
                <a:cubicBezTo>
                  <a:pt x="445" y="183"/>
                  <a:pt x="445" y="183"/>
                  <a:pt x="445" y="183"/>
                </a:cubicBezTo>
                <a:cubicBezTo>
                  <a:pt x="427" y="183"/>
                  <a:pt x="409" y="191"/>
                  <a:pt x="396" y="204"/>
                </a:cubicBezTo>
                <a:cubicBezTo>
                  <a:pt x="204" y="396"/>
                  <a:pt x="204" y="396"/>
                  <a:pt x="204" y="396"/>
                </a:cubicBezTo>
                <a:cubicBezTo>
                  <a:pt x="191" y="409"/>
                  <a:pt x="183" y="426"/>
                  <a:pt x="183" y="445"/>
                </a:cubicBezTo>
                <a:cubicBezTo>
                  <a:pt x="183" y="463"/>
                  <a:pt x="191" y="480"/>
                  <a:pt x="204" y="493"/>
                </a:cubicBezTo>
                <a:cubicBezTo>
                  <a:pt x="318" y="608"/>
                  <a:pt x="318" y="608"/>
                  <a:pt x="318" y="608"/>
                </a:cubicBezTo>
                <a:cubicBezTo>
                  <a:pt x="279" y="674"/>
                  <a:pt x="250" y="745"/>
                  <a:pt x="231" y="819"/>
                </a:cubicBezTo>
                <a:cubicBezTo>
                  <a:pt x="68" y="819"/>
                  <a:pt x="68" y="819"/>
                  <a:pt x="68" y="819"/>
                </a:cubicBezTo>
                <a:cubicBezTo>
                  <a:pt x="31" y="819"/>
                  <a:pt x="0" y="850"/>
                  <a:pt x="0" y="887"/>
                </a:cubicBezTo>
                <a:cubicBezTo>
                  <a:pt x="0" y="1161"/>
                  <a:pt x="0" y="1161"/>
                  <a:pt x="0" y="1161"/>
                </a:cubicBezTo>
                <a:cubicBezTo>
                  <a:pt x="0" y="1198"/>
                  <a:pt x="31" y="1229"/>
                  <a:pt x="68" y="1229"/>
                </a:cubicBezTo>
                <a:cubicBezTo>
                  <a:pt x="231" y="1229"/>
                  <a:pt x="231" y="1229"/>
                  <a:pt x="231" y="1229"/>
                </a:cubicBezTo>
                <a:cubicBezTo>
                  <a:pt x="250" y="1303"/>
                  <a:pt x="279" y="1374"/>
                  <a:pt x="318" y="1440"/>
                </a:cubicBezTo>
                <a:cubicBezTo>
                  <a:pt x="204" y="1555"/>
                  <a:pt x="204" y="1555"/>
                  <a:pt x="204" y="1555"/>
                </a:cubicBezTo>
                <a:cubicBezTo>
                  <a:pt x="191" y="1567"/>
                  <a:pt x="183" y="1585"/>
                  <a:pt x="183" y="1603"/>
                </a:cubicBezTo>
                <a:cubicBezTo>
                  <a:pt x="183" y="1621"/>
                  <a:pt x="191" y="1639"/>
                  <a:pt x="204" y="1652"/>
                </a:cubicBezTo>
                <a:cubicBezTo>
                  <a:pt x="396" y="1844"/>
                  <a:pt x="396" y="1844"/>
                  <a:pt x="396" y="1844"/>
                </a:cubicBezTo>
                <a:cubicBezTo>
                  <a:pt x="409" y="1857"/>
                  <a:pt x="426" y="1865"/>
                  <a:pt x="445" y="1865"/>
                </a:cubicBezTo>
                <a:cubicBezTo>
                  <a:pt x="445" y="1865"/>
                  <a:pt x="445" y="1865"/>
                  <a:pt x="445" y="1865"/>
                </a:cubicBezTo>
                <a:cubicBezTo>
                  <a:pt x="463" y="1865"/>
                  <a:pt x="480" y="1857"/>
                  <a:pt x="493" y="1844"/>
                </a:cubicBezTo>
                <a:cubicBezTo>
                  <a:pt x="608" y="1730"/>
                  <a:pt x="608" y="1730"/>
                  <a:pt x="608" y="1730"/>
                </a:cubicBezTo>
                <a:cubicBezTo>
                  <a:pt x="674" y="1769"/>
                  <a:pt x="745" y="1798"/>
                  <a:pt x="819" y="1817"/>
                </a:cubicBezTo>
                <a:cubicBezTo>
                  <a:pt x="819" y="1980"/>
                  <a:pt x="819" y="1980"/>
                  <a:pt x="819" y="1980"/>
                </a:cubicBezTo>
                <a:cubicBezTo>
                  <a:pt x="819" y="2017"/>
                  <a:pt x="850" y="2048"/>
                  <a:pt x="887" y="2048"/>
                </a:cubicBezTo>
                <a:cubicBezTo>
                  <a:pt x="1161" y="2048"/>
                  <a:pt x="1161" y="2048"/>
                  <a:pt x="1161" y="2048"/>
                </a:cubicBezTo>
                <a:cubicBezTo>
                  <a:pt x="1198" y="2048"/>
                  <a:pt x="1229" y="2017"/>
                  <a:pt x="1229" y="1980"/>
                </a:cubicBezTo>
                <a:cubicBezTo>
                  <a:pt x="1229" y="1817"/>
                  <a:pt x="1229" y="1817"/>
                  <a:pt x="1229" y="1817"/>
                </a:cubicBezTo>
                <a:cubicBezTo>
                  <a:pt x="1254" y="1810"/>
                  <a:pt x="1278" y="1803"/>
                  <a:pt x="1302" y="1794"/>
                </a:cubicBezTo>
                <a:cubicBezTo>
                  <a:pt x="1331" y="1823"/>
                  <a:pt x="1331" y="1823"/>
                  <a:pt x="1331" y="1823"/>
                </a:cubicBezTo>
                <a:cubicBezTo>
                  <a:pt x="1344" y="1836"/>
                  <a:pt x="1361" y="1843"/>
                  <a:pt x="1379" y="1843"/>
                </a:cubicBezTo>
                <a:cubicBezTo>
                  <a:pt x="1539" y="1843"/>
                  <a:pt x="1539" y="1843"/>
                  <a:pt x="1539" y="1843"/>
                </a:cubicBezTo>
                <a:cubicBezTo>
                  <a:pt x="1557" y="1929"/>
                  <a:pt x="1637" y="1988"/>
                  <a:pt x="1724" y="1979"/>
                </a:cubicBezTo>
                <a:cubicBezTo>
                  <a:pt x="1811" y="1970"/>
                  <a:pt x="1877" y="1897"/>
                  <a:pt x="1877" y="1809"/>
                </a:cubicBezTo>
                <a:cubicBezTo>
                  <a:pt x="1877" y="1721"/>
                  <a:pt x="1811" y="1648"/>
                  <a:pt x="1724" y="1639"/>
                </a:cubicBezTo>
                <a:cubicBezTo>
                  <a:pt x="1637" y="1630"/>
                  <a:pt x="1557" y="1689"/>
                  <a:pt x="1539" y="1775"/>
                </a:cubicBezTo>
                <a:cubicBezTo>
                  <a:pt x="1379" y="1775"/>
                  <a:pt x="1379" y="1775"/>
                  <a:pt x="1379" y="1775"/>
                </a:cubicBezTo>
                <a:cubicBezTo>
                  <a:pt x="1263" y="1658"/>
                  <a:pt x="1263" y="1658"/>
                  <a:pt x="1263" y="1658"/>
                </a:cubicBezTo>
                <a:cubicBezTo>
                  <a:pt x="1263" y="1434"/>
                  <a:pt x="1263" y="1434"/>
                  <a:pt x="1263" y="1434"/>
                </a:cubicBezTo>
                <a:cubicBezTo>
                  <a:pt x="1369" y="1434"/>
                  <a:pt x="1369" y="1434"/>
                  <a:pt x="1369" y="1434"/>
                </a:cubicBezTo>
                <a:cubicBezTo>
                  <a:pt x="1386" y="1519"/>
                  <a:pt x="1466" y="1578"/>
                  <a:pt x="1553" y="1569"/>
                </a:cubicBezTo>
                <a:cubicBezTo>
                  <a:pt x="1640" y="1560"/>
                  <a:pt x="1707" y="1487"/>
                  <a:pt x="1707" y="1399"/>
                </a:cubicBezTo>
                <a:cubicBezTo>
                  <a:pt x="1707" y="1312"/>
                  <a:pt x="1640" y="1238"/>
                  <a:pt x="1553" y="1230"/>
                </a:cubicBezTo>
                <a:cubicBezTo>
                  <a:pt x="1466" y="1221"/>
                  <a:pt x="1386" y="1279"/>
                  <a:pt x="1369" y="1365"/>
                </a:cubicBezTo>
                <a:cubicBezTo>
                  <a:pt x="1249" y="1365"/>
                  <a:pt x="1249" y="1365"/>
                  <a:pt x="1249" y="1365"/>
                </a:cubicBezTo>
                <a:cubicBezTo>
                  <a:pt x="1134" y="1154"/>
                  <a:pt x="1134" y="1154"/>
                  <a:pt x="1134" y="1154"/>
                </a:cubicBezTo>
                <a:cubicBezTo>
                  <a:pt x="1163" y="1129"/>
                  <a:pt x="1183" y="1096"/>
                  <a:pt x="1191" y="1058"/>
                </a:cubicBezTo>
                <a:cubicBezTo>
                  <a:pt x="1608" y="1058"/>
                  <a:pt x="1608" y="1058"/>
                  <a:pt x="1608" y="1058"/>
                </a:cubicBezTo>
                <a:cubicBezTo>
                  <a:pt x="1626" y="1146"/>
                  <a:pt x="1709" y="1205"/>
                  <a:pt x="1798" y="1193"/>
                </a:cubicBezTo>
                <a:cubicBezTo>
                  <a:pt x="1887" y="1181"/>
                  <a:pt x="1951" y="1102"/>
                  <a:pt x="1945" y="1013"/>
                </a:cubicBezTo>
                <a:cubicBezTo>
                  <a:pt x="1939" y="923"/>
                  <a:pt x="1865" y="853"/>
                  <a:pt x="1775" y="853"/>
                </a:cubicBezTo>
                <a:close/>
                <a:moveTo>
                  <a:pt x="1707" y="137"/>
                </a:moveTo>
                <a:cubicBezTo>
                  <a:pt x="1763" y="137"/>
                  <a:pt x="1809" y="182"/>
                  <a:pt x="1809" y="239"/>
                </a:cubicBezTo>
                <a:cubicBezTo>
                  <a:pt x="1809" y="295"/>
                  <a:pt x="1763" y="341"/>
                  <a:pt x="1707" y="341"/>
                </a:cubicBezTo>
                <a:cubicBezTo>
                  <a:pt x="1650" y="341"/>
                  <a:pt x="1604" y="295"/>
                  <a:pt x="1604" y="239"/>
                </a:cubicBezTo>
                <a:cubicBezTo>
                  <a:pt x="1604" y="182"/>
                  <a:pt x="1650" y="137"/>
                  <a:pt x="1707" y="137"/>
                </a:cubicBezTo>
                <a:close/>
                <a:moveTo>
                  <a:pt x="1707" y="1707"/>
                </a:moveTo>
                <a:cubicBezTo>
                  <a:pt x="1763" y="1707"/>
                  <a:pt x="1809" y="1753"/>
                  <a:pt x="1809" y="1809"/>
                </a:cubicBezTo>
                <a:cubicBezTo>
                  <a:pt x="1809" y="1866"/>
                  <a:pt x="1763" y="1911"/>
                  <a:pt x="1707" y="1911"/>
                </a:cubicBezTo>
                <a:cubicBezTo>
                  <a:pt x="1650" y="1911"/>
                  <a:pt x="1604" y="1866"/>
                  <a:pt x="1604" y="1809"/>
                </a:cubicBezTo>
                <a:cubicBezTo>
                  <a:pt x="1604" y="1753"/>
                  <a:pt x="1650" y="1707"/>
                  <a:pt x="1707" y="1707"/>
                </a:cubicBezTo>
                <a:close/>
                <a:moveTo>
                  <a:pt x="1024" y="1126"/>
                </a:moveTo>
                <a:cubicBezTo>
                  <a:pt x="967" y="1126"/>
                  <a:pt x="922" y="1081"/>
                  <a:pt x="922" y="1024"/>
                </a:cubicBezTo>
                <a:cubicBezTo>
                  <a:pt x="922" y="967"/>
                  <a:pt x="967" y="922"/>
                  <a:pt x="1024" y="922"/>
                </a:cubicBezTo>
                <a:cubicBezTo>
                  <a:pt x="1081" y="922"/>
                  <a:pt x="1126" y="967"/>
                  <a:pt x="1126" y="1024"/>
                </a:cubicBezTo>
                <a:cubicBezTo>
                  <a:pt x="1126" y="1081"/>
                  <a:pt x="1081" y="1126"/>
                  <a:pt x="1024" y="1126"/>
                </a:cubicBezTo>
                <a:close/>
                <a:moveTo>
                  <a:pt x="1536" y="546"/>
                </a:moveTo>
                <a:cubicBezTo>
                  <a:pt x="1593" y="546"/>
                  <a:pt x="1638" y="592"/>
                  <a:pt x="1638" y="649"/>
                </a:cubicBezTo>
                <a:cubicBezTo>
                  <a:pt x="1638" y="705"/>
                  <a:pt x="1593" y="751"/>
                  <a:pt x="1536" y="751"/>
                </a:cubicBezTo>
                <a:cubicBezTo>
                  <a:pt x="1479" y="751"/>
                  <a:pt x="1434" y="705"/>
                  <a:pt x="1434" y="649"/>
                </a:cubicBezTo>
                <a:cubicBezTo>
                  <a:pt x="1434" y="592"/>
                  <a:pt x="1479" y="546"/>
                  <a:pt x="1536" y="546"/>
                </a:cubicBezTo>
                <a:close/>
                <a:moveTo>
                  <a:pt x="1187" y="1757"/>
                </a:moveTo>
                <a:cubicBezTo>
                  <a:pt x="1172" y="1760"/>
                  <a:pt x="1161" y="1774"/>
                  <a:pt x="1161" y="1790"/>
                </a:cubicBezTo>
                <a:cubicBezTo>
                  <a:pt x="1161" y="1980"/>
                  <a:pt x="1161" y="1980"/>
                  <a:pt x="1161" y="1980"/>
                </a:cubicBezTo>
                <a:cubicBezTo>
                  <a:pt x="887" y="1980"/>
                  <a:pt x="887" y="1980"/>
                  <a:pt x="887" y="1980"/>
                </a:cubicBezTo>
                <a:cubicBezTo>
                  <a:pt x="887" y="1790"/>
                  <a:pt x="887" y="1790"/>
                  <a:pt x="887" y="1790"/>
                </a:cubicBezTo>
                <a:cubicBezTo>
                  <a:pt x="887" y="1774"/>
                  <a:pt x="876" y="1760"/>
                  <a:pt x="861" y="1757"/>
                </a:cubicBezTo>
                <a:cubicBezTo>
                  <a:pt x="776" y="1738"/>
                  <a:pt x="695" y="1704"/>
                  <a:pt x="621" y="1658"/>
                </a:cubicBezTo>
                <a:cubicBezTo>
                  <a:pt x="608" y="1649"/>
                  <a:pt x="590" y="1651"/>
                  <a:pt x="579" y="1662"/>
                </a:cubicBezTo>
                <a:cubicBezTo>
                  <a:pt x="445" y="1796"/>
                  <a:pt x="445" y="1796"/>
                  <a:pt x="445" y="1796"/>
                </a:cubicBezTo>
                <a:cubicBezTo>
                  <a:pt x="252" y="1603"/>
                  <a:pt x="252" y="1603"/>
                  <a:pt x="252" y="1603"/>
                </a:cubicBezTo>
                <a:cubicBezTo>
                  <a:pt x="386" y="1469"/>
                  <a:pt x="386" y="1469"/>
                  <a:pt x="386" y="1469"/>
                </a:cubicBezTo>
                <a:cubicBezTo>
                  <a:pt x="397" y="1458"/>
                  <a:pt x="399" y="1440"/>
                  <a:pt x="390" y="1427"/>
                </a:cubicBezTo>
                <a:cubicBezTo>
                  <a:pt x="344" y="1353"/>
                  <a:pt x="310" y="1272"/>
                  <a:pt x="291" y="1187"/>
                </a:cubicBezTo>
                <a:cubicBezTo>
                  <a:pt x="288" y="1172"/>
                  <a:pt x="274" y="1161"/>
                  <a:pt x="258" y="1161"/>
                </a:cubicBezTo>
                <a:cubicBezTo>
                  <a:pt x="68" y="1161"/>
                  <a:pt x="68" y="1161"/>
                  <a:pt x="68" y="1161"/>
                </a:cubicBezTo>
                <a:cubicBezTo>
                  <a:pt x="68" y="887"/>
                  <a:pt x="68" y="887"/>
                  <a:pt x="68" y="887"/>
                </a:cubicBezTo>
                <a:cubicBezTo>
                  <a:pt x="258" y="887"/>
                  <a:pt x="258" y="887"/>
                  <a:pt x="258" y="887"/>
                </a:cubicBezTo>
                <a:cubicBezTo>
                  <a:pt x="274" y="887"/>
                  <a:pt x="288" y="876"/>
                  <a:pt x="291" y="861"/>
                </a:cubicBezTo>
                <a:cubicBezTo>
                  <a:pt x="310" y="776"/>
                  <a:pt x="344" y="695"/>
                  <a:pt x="390" y="621"/>
                </a:cubicBezTo>
                <a:cubicBezTo>
                  <a:pt x="399" y="608"/>
                  <a:pt x="397" y="590"/>
                  <a:pt x="386" y="579"/>
                </a:cubicBezTo>
                <a:cubicBezTo>
                  <a:pt x="252" y="445"/>
                  <a:pt x="252" y="445"/>
                  <a:pt x="252" y="445"/>
                </a:cubicBezTo>
                <a:cubicBezTo>
                  <a:pt x="445" y="252"/>
                  <a:pt x="445" y="252"/>
                  <a:pt x="445" y="252"/>
                </a:cubicBezTo>
                <a:cubicBezTo>
                  <a:pt x="579" y="386"/>
                  <a:pt x="579" y="386"/>
                  <a:pt x="579" y="386"/>
                </a:cubicBezTo>
                <a:cubicBezTo>
                  <a:pt x="590" y="397"/>
                  <a:pt x="608" y="399"/>
                  <a:pt x="621" y="390"/>
                </a:cubicBezTo>
                <a:cubicBezTo>
                  <a:pt x="695" y="343"/>
                  <a:pt x="776" y="310"/>
                  <a:pt x="861" y="291"/>
                </a:cubicBezTo>
                <a:cubicBezTo>
                  <a:pt x="876" y="288"/>
                  <a:pt x="887" y="274"/>
                  <a:pt x="887" y="258"/>
                </a:cubicBezTo>
                <a:cubicBezTo>
                  <a:pt x="887" y="68"/>
                  <a:pt x="887" y="68"/>
                  <a:pt x="887" y="68"/>
                </a:cubicBezTo>
                <a:cubicBezTo>
                  <a:pt x="1161" y="68"/>
                  <a:pt x="1161" y="68"/>
                  <a:pt x="1161" y="68"/>
                </a:cubicBezTo>
                <a:cubicBezTo>
                  <a:pt x="1161" y="258"/>
                  <a:pt x="1161" y="258"/>
                  <a:pt x="1161" y="258"/>
                </a:cubicBezTo>
                <a:cubicBezTo>
                  <a:pt x="1161" y="274"/>
                  <a:pt x="1172" y="288"/>
                  <a:pt x="1187" y="291"/>
                </a:cubicBezTo>
                <a:cubicBezTo>
                  <a:pt x="1208" y="296"/>
                  <a:pt x="1229" y="302"/>
                  <a:pt x="1248" y="308"/>
                </a:cubicBezTo>
                <a:cubicBezTo>
                  <a:pt x="1215" y="341"/>
                  <a:pt x="1215" y="341"/>
                  <a:pt x="1215" y="341"/>
                </a:cubicBezTo>
                <a:cubicBezTo>
                  <a:pt x="1202" y="354"/>
                  <a:pt x="1195" y="371"/>
                  <a:pt x="1195" y="390"/>
                </a:cubicBezTo>
                <a:cubicBezTo>
                  <a:pt x="1195" y="434"/>
                  <a:pt x="1195" y="434"/>
                  <a:pt x="1195" y="434"/>
                </a:cubicBezTo>
                <a:cubicBezTo>
                  <a:pt x="944" y="361"/>
                  <a:pt x="674" y="455"/>
                  <a:pt x="523" y="668"/>
                </a:cubicBezTo>
                <a:cubicBezTo>
                  <a:pt x="372" y="881"/>
                  <a:pt x="372" y="1167"/>
                  <a:pt x="523" y="1380"/>
                </a:cubicBezTo>
                <a:cubicBezTo>
                  <a:pt x="674" y="1593"/>
                  <a:pt x="944" y="1687"/>
                  <a:pt x="1195" y="1614"/>
                </a:cubicBezTo>
                <a:cubicBezTo>
                  <a:pt x="1195" y="1658"/>
                  <a:pt x="1195" y="1658"/>
                  <a:pt x="1195" y="1658"/>
                </a:cubicBezTo>
                <a:cubicBezTo>
                  <a:pt x="1195" y="1677"/>
                  <a:pt x="1202" y="1694"/>
                  <a:pt x="1215" y="1707"/>
                </a:cubicBezTo>
                <a:cubicBezTo>
                  <a:pt x="1248" y="1740"/>
                  <a:pt x="1248" y="1740"/>
                  <a:pt x="1248" y="1740"/>
                </a:cubicBezTo>
                <a:cubicBezTo>
                  <a:pt x="1229" y="1746"/>
                  <a:pt x="1208" y="1752"/>
                  <a:pt x="1187" y="1757"/>
                </a:cubicBezTo>
                <a:close/>
                <a:moveTo>
                  <a:pt x="1536" y="1297"/>
                </a:moveTo>
                <a:cubicBezTo>
                  <a:pt x="1593" y="1297"/>
                  <a:pt x="1638" y="1343"/>
                  <a:pt x="1638" y="1399"/>
                </a:cubicBezTo>
                <a:cubicBezTo>
                  <a:pt x="1638" y="1456"/>
                  <a:pt x="1593" y="1502"/>
                  <a:pt x="1536" y="1502"/>
                </a:cubicBezTo>
                <a:cubicBezTo>
                  <a:pt x="1479" y="1502"/>
                  <a:pt x="1434" y="1456"/>
                  <a:pt x="1434" y="1399"/>
                </a:cubicBezTo>
                <a:cubicBezTo>
                  <a:pt x="1434" y="1343"/>
                  <a:pt x="1479" y="1297"/>
                  <a:pt x="1536" y="1297"/>
                </a:cubicBezTo>
                <a:close/>
                <a:moveTo>
                  <a:pt x="1195" y="1408"/>
                </a:moveTo>
                <a:cubicBezTo>
                  <a:pt x="1195" y="1542"/>
                  <a:pt x="1195" y="1542"/>
                  <a:pt x="1195" y="1542"/>
                </a:cubicBezTo>
                <a:cubicBezTo>
                  <a:pt x="969" y="1617"/>
                  <a:pt x="722" y="1538"/>
                  <a:pt x="582" y="1346"/>
                </a:cubicBezTo>
                <a:cubicBezTo>
                  <a:pt x="442" y="1154"/>
                  <a:pt x="442" y="894"/>
                  <a:pt x="582" y="702"/>
                </a:cubicBezTo>
                <a:cubicBezTo>
                  <a:pt x="722" y="510"/>
                  <a:pt x="969" y="431"/>
                  <a:pt x="1195" y="506"/>
                </a:cubicBezTo>
                <a:cubicBezTo>
                  <a:pt x="1195" y="640"/>
                  <a:pt x="1195" y="640"/>
                  <a:pt x="1195" y="640"/>
                </a:cubicBezTo>
                <a:cubicBezTo>
                  <a:pt x="1074" y="862"/>
                  <a:pt x="1074" y="862"/>
                  <a:pt x="1074" y="862"/>
                </a:cubicBezTo>
                <a:cubicBezTo>
                  <a:pt x="1058" y="856"/>
                  <a:pt x="1041" y="854"/>
                  <a:pt x="1024" y="853"/>
                </a:cubicBezTo>
                <a:cubicBezTo>
                  <a:pt x="930" y="853"/>
                  <a:pt x="853" y="930"/>
                  <a:pt x="853" y="1024"/>
                </a:cubicBezTo>
                <a:cubicBezTo>
                  <a:pt x="853" y="1118"/>
                  <a:pt x="930" y="1195"/>
                  <a:pt x="1024" y="1195"/>
                </a:cubicBezTo>
                <a:cubicBezTo>
                  <a:pt x="1041" y="1194"/>
                  <a:pt x="1058" y="1192"/>
                  <a:pt x="1074" y="1186"/>
                </a:cubicBezTo>
                <a:lnTo>
                  <a:pt x="1195" y="1408"/>
                </a:lnTo>
                <a:close/>
                <a:moveTo>
                  <a:pt x="1775" y="1126"/>
                </a:moveTo>
                <a:cubicBezTo>
                  <a:pt x="1718" y="1126"/>
                  <a:pt x="1673" y="1081"/>
                  <a:pt x="1673" y="1024"/>
                </a:cubicBezTo>
                <a:cubicBezTo>
                  <a:pt x="1673" y="967"/>
                  <a:pt x="1718" y="922"/>
                  <a:pt x="1775" y="922"/>
                </a:cubicBezTo>
                <a:cubicBezTo>
                  <a:pt x="1831" y="922"/>
                  <a:pt x="1877" y="967"/>
                  <a:pt x="1877" y="1024"/>
                </a:cubicBezTo>
                <a:cubicBezTo>
                  <a:pt x="1877" y="1081"/>
                  <a:pt x="1831" y="1126"/>
                  <a:pt x="1775" y="1126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3EC550-8278-82BD-5772-E51343ADF47F}"/>
              </a:ext>
            </a:extLst>
          </p:cNvPr>
          <p:cNvCxnSpPr>
            <a:cxnSpLocks/>
          </p:cNvCxnSpPr>
          <p:nvPr/>
        </p:nvCxnSpPr>
        <p:spPr>
          <a:xfrm>
            <a:off x="9134216" y="5908477"/>
            <a:ext cx="0" cy="3227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A2A734F-815F-4212-C8E4-B35B926985C2}"/>
              </a:ext>
            </a:extLst>
          </p:cNvPr>
          <p:cNvCxnSpPr>
            <a:cxnSpLocks/>
          </p:cNvCxnSpPr>
          <p:nvPr/>
        </p:nvCxnSpPr>
        <p:spPr>
          <a:xfrm>
            <a:off x="5115494" y="5903256"/>
            <a:ext cx="0" cy="3227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1FE6F64-5275-E968-4DE6-CEF1E80B34FD}"/>
              </a:ext>
            </a:extLst>
          </p:cNvPr>
          <p:cNvCxnSpPr>
            <a:cxnSpLocks/>
          </p:cNvCxnSpPr>
          <p:nvPr/>
        </p:nvCxnSpPr>
        <p:spPr>
          <a:xfrm>
            <a:off x="1151002" y="5903256"/>
            <a:ext cx="0" cy="3227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reeform 21">
            <a:extLst>
              <a:ext uri="{FF2B5EF4-FFF2-40B4-BE49-F238E27FC236}">
                <a16:creationId xmlns:a16="http://schemas.microsoft.com/office/drawing/2014/main" id="{43BAE669-4052-D198-5543-DA5DC9677446}"/>
              </a:ext>
            </a:extLst>
          </p:cNvPr>
          <p:cNvSpPr>
            <a:spLocks noEditPoints="1"/>
          </p:cNvSpPr>
          <p:nvPr/>
        </p:nvSpPr>
        <p:spPr bwMode="auto">
          <a:xfrm>
            <a:off x="654692" y="5913044"/>
            <a:ext cx="399208" cy="303166"/>
          </a:xfrm>
          <a:custGeom>
            <a:avLst/>
            <a:gdLst>
              <a:gd name="T0" fmla="*/ 207 w 1636"/>
              <a:gd name="T1" fmla="*/ 843 h 1508"/>
              <a:gd name="T2" fmla="*/ 225 w 1636"/>
              <a:gd name="T3" fmla="*/ 616 h 1508"/>
              <a:gd name="T4" fmla="*/ 527 w 1636"/>
              <a:gd name="T5" fmla="*/ 733 h 1508"/>
              <a:gd name="T6" fmla="*/ 814 w 1636"/>
              <a:gd name="T7" fmla="*/ 482 h 1508"/>
              <a:gd name="T8" fmla="*/ 1093 w 1636"/>
              <a:gd name="T9" fmla="*/ 719 h 1508"/>
              <a:gd name="T10" fmla="*/ 1111 w 1636"/>
              <a:gd name="T11" fmla="*/ 673 h 1508"/>
              <a:gd name="T12" fmla="*/ 1406 w 1636"/>
              <a:gd name="T13" fmla="*/ 834 h 1508"/>
              <a:gd name="T14" fmla="*/ 1635 w 1636"/>
              <a:gd name="T15" fmla="*/ 1045 h 1508"/>
              <a:gd name="T16" fmla="*/ 1097 w 1636"/>
              <a:gd name="T17" fmla="*/ 1507 h 1508"/>
              <a:gd name="T18" fmla="*/ 1052 w 1636"/>
              <a:gd name="T19" fmla="*/ 1077 h 1508"/>
              <a:gd name="T20" fmla="*/ 813 w 1636"/>
              <a:gd name="T21" fmla="*/ 724 h 1508"/>
              <a:gd name="T22" fmla="*/ 574 w 1636"/>
              <a:gd name="T23" fmla="*/ 1112 h 1508"/>
              <a:gd name="T24" fmla="*/ 522 w 1636"/>
              <a:gd name="T25" fmla="*/ 1053 h 1508"/>
              <a:gd name="T26" fmla="*/ 785 w 1636"/>
              <a:gd name="T27" fmla="*/ 575 h 1508"/>
              <a:gd name="T28" fmla="*/ 464 w 1636"/>
              <a:gd name="T29" fmla="*/ 888 h 1508"/>
              <a:gd name="T30" fmla="*/ 69 w 1636"/>
              <a:gd name="T31" fmla="*/ 1016 h 1508"/>
              <a:gd name="T32" fmla="*/ 64 w 1636"/>
              <a:gd name="T33" fmla="*/ 1442 h 1508"/>
              <a:gd name="T34" fmla="*/ 153 w 1636"/>
              <a:gd name="T35" fmla="*/ 1094 h 1508"/>
              <a:gd name="T36" fmla="*/ 217 w 1636"/>
              <a:gd name="T37" fmla="*/ 1078 h 1508"/>
              <a:gd name="T38" fmla="*/ 217 w 1636"/>
              <a:gd name="T39" fmla="*/ 1442 h 1508"/>
              <a:gd name="T40" fmla="*/ 511 w 1636"/>
              <a:gd name="T41" fmla="*/ 1366 h 1508"/>
              <a:gd name="T42" fmla="*/ 574 w 1636"/>
              <a:gd name="T43" fmla="*/ 1478 h 1508"/>
              <a:gd name="T44" fmla="*/ 45 w 1636"/>
              <a:gd name="T45" fmla="*/ 1508 h 1508"/>
              <a:gd name="T46" fmla="*/ 1571 w 1636"/>
              <a:gd name="T47" fmla="*/ 1443 h 1508"/>
              <a:gd name="T48" fmla="*/ 1566 w 1636"/>
              <a:gd name="T49" fmla="*/ 1016 h 1508"/>
              <a:gd name="T50" fmla="*/ 1172 w 1636"/>
              <a:gd name="T51" fmla="*/ 888 h 1508"/>
              <a:gd name="T52" fmla="*/ 851 w 1636"/>
              <a:gd name="T53" fmla="*/ 586 h 1508"/>
              <a:gd name="T54" fmla="*/ 1125 w 1636"/>
              <a:gd name="T55" fmla="*/ 1101 h 1508"/>
              <a:gd name="T56" fmla="*/ 1418 w 1636"/>
              <a:gd name="T57" fmla="*/ 1442 h 1508"/>
              <a:gd name="T58" fmla="*/ 1420 w 1636"/>
              <a:gd name="T59" fmla="*/ 1199 h 1508"/>
              <a:gd name="T60" fmla="*/ 1482 w 1636"/>
              <a:gd name="T61" fmla="*/ 1219 h 1508"/>
              <a:gd name="T62" fmla="*/ 1551 w 1636"/>
              <a:gd name="T63" fmla="*/ 1443 h 1508"/>
              <a:gd name="T64" fmla="*/ 461 w 1636"/>
              <a:gd name="T65" fmla="*/ 684 h 1508"/>
              <a:gd name="T66" fmla="*/ 270 w 1636"/>
              <a:gd name="T67" fmla="*/ 771 h 1508"/>
              <a:gd name="T68" fmla="*/ 1371 w 1636"/>
              <a:gd name="T69" fmla="*/ 721 h 1508"/>
              <a:gd name="T70" fmla="*/ 1182 w 1636"/>
              <a:gd name="T71" fmla="*/ 659 h 1508"/>
              <a:gd name="T72" fmla="*/ 1371 w 1636"/>
              <a:gd name="T73" fmla="*/ 721 h 1508"/>
              <a:gd name="T74" fmla="*/ 786 w 1636"/>
              <a:gd name="T75" fmla="*/ 38 h 1508"/>
              <a:gd name="T76" fmla="*/ 849 w 1636"/>
              <a:gd name="T77" fmla="*/ 216 h 1508"/>
              <a:gd name="T78" fmla="*/ 1073 w 1636"/>
              <a:gd name="T79" fmla="*/ 199 h 1508"/>
              <a:gd name="T80" fmla="*/ 1043 w 1636"/>
              <a:gd name="T81" fmla="*/ 319 h 1508"/>
              <a:gd name="T82" fmla="*/ 1093 w 1636"/>
              <a:gd name="T83" fmla="*/ 188 h 1508"/>
              <a:gd name="T84" fmla="*/ 517 w 1636"/>
              <a:gd name="T85" fmla="*/ 243 h 1508"/>
              <a:gd name="T86" fmla="*/ 634 w 1636"/>
              <a:gd name="T87" fmla="*/ 271 h 1508"/>
              <a:gd name="T88" fmla="*/ 510 w 1636"/>
              <a:gd name="T89" fmla="*/ 206 h 1508"/>
              <a:gd name="T90" fmla="*/ 542 w 1636"/>
              <a:gd name="T91" fmla="*/ 1280 h 1508"/>
              <a:gd name="T92" fmla="*/ 1418 w 1636"/>
              <a:gd name="T93" fmla="*/ 1080 h 1508"/>
              <a:gd name="T94" fmla="*/ 1450 w 1636"/>
              <a:gd name="T95" fmla="*/ 1048 h 1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636" h="1508">
                <a:moveTo>
                  <a:pt x="0" y="1028"/>
                </a:moveTo>
                <a:cubicBezTo>
                  <a:pt x="4" y="1014"/>
                  <a:pt x="6" y="999"/>
                  <a:pt x="11" y="985"/>
                </a:cubicBezTo>
                <a:cubicBezTo>
                  <a:pt x="41" y="900"/>
                  <a:pt x="117" y="845"/>
                  <a:pt x="207" y="843"/>
                </a:cubicBezTo>
                <a:cubicBezTo>
                  <a:pt x="215" y="843"/>
                  <a:pt x="223" y="843"/>
                  <a:pt x="231" y="843"/>
                </a:cubicBezTo>
                <a:cubicBezTo>
                  <a:pt x="222" y="822"/>
                  <a:pt x="210" y="802"/>
                  <a:pt x="207" y="780"/>
                </a:cubicBezTo>
                <a:cubicBezTo>
                  <a:pt x="197" y="724"/>
                  <a:pt x="195" y="668"/>
                  <a:pt x="225" y="616"/>
                </a:cubicBezTo>
                <a:cubicBezTo>
                  <a:pt x="277" y="524"/>
                  <a:pt x="414" y="509"/>
                  <a:pt x="483" y="589"/>
                </a:cubicBezTo>
                <a:cubicBezTo>
                  <a:pt x="513" y="623"/>
                  <a:pt x="528" y="661"/>
                  <a:pt x="527" y="706"/>
                </a:cubicBezTo>
                <a:cubicBezTo>
                  <a:pt x="527" y="714"/>
                  <a:pt x="527" y="721"/>
                  <a:pt x="527" y="733"/>
                </a:cubicBezTo>
                <a:cubicBezTo>
                  <a:pt x="533" y="727"/>
                  <a:pt x="537" y="724"/>
                  <a:pt x="541" y="720"/>
                </a:cubicBezTo>
                <a:cubicBezTo>
                  <a:pt x="614" y="647"/>
                  <a:pt x="687" y="575"/>
                  <a:pt x="759" y="502"/>
                </a:cubicBezTo>
                <a:cubicBezTo>
                  <a:pt x="775" y="486"/>
                  <a:pt x="791" y="476"/>
                  <a:pt x="814" y="482"/>
                </a:cubicBezTo>
                <a:cubicBezTo>
                  <a:pt x="816" y="482"/>
                  <a:pt x="819" y="482"/>
                  <a:pt x="821" y="482"/>
                </a:cubicBezTo>
                <a:cubicBezTo>
                  <a:pt x="845" y="475"/>
                  <a:pt x="861" y="487"/>
                  <a:pt x="877" y="503"/>
                </a:cubicBezTo>
                <a:cubicBezTo>
                  <a:pt x="949" y="575"/>
                  <a:pt x="1021" y="647"/>
                  <a:pt x="1093" y="719"/>
                </a:cubicBezTo>
                <a:cubicBezTo>
                  <a:pt x="1097" y="723"/>
                  <a:pt x="1100" y="728"/>
                  <a:pt x="1103" y="733"/>
                </a:cubicBezTo>
                <a:cubicBezTo>
                  <a:pt x="1105" y="732"/>
                  <a:pt x="1106" y="731"/>
                  <a:pt x="1107" y="730"/>
                </a:cubicBezTo>
                <a:cubicBezTo>
                  <a:pt x="1108" y="711"/>
                  <a:pt x="1108" y="692"/>
                  <a:pt x="1111" y="673"/>
                </a:cubicBezTo>
                <a:cubicBezTo>
                  <a:pt x="1121" y="607"/>
                  <a:pt x="1176" y="551"/>
                  <a:pt x="1241" y="539"/>
                </a:cubicBezTo>
                <a:cubicBezTo>
                  <a:pt x="1311" y="527"/>
                  <a:pt x="1379" y="559"/>
                  <a:pt x="1412" y="620"/>
                </a:cubicBezTo>
                <a:cubicBezTo>
                  <a:pt x="1445" y="681"/>
                  <a:pt x="1443" y="775"/>
                  <a:pt x="1406" y="834"/>
                </a:cubicBezTo>
                <a:cubicBezTo>
                  <a:pt x="1405" y="836"/>
                  <a:pt x="1404" y="838"/>
                  <a:pt x="1403" y="841"/>
                </a:cubicBezTo>
                <a:cubicBezTo>
                  <a:pt x="1428" y="844"/>
                  <a:pt x="1453" y="844"/>
                  <a:pt x="1476" y="850"/>
                </a:cubicBezTo>
                <a:cubicBezTo>
                  <a:pt x="1566" y="871"/>
                  <a:pt x="1634" y="952"/>
                  <a:pt x="1635" y="1045"/>
                </a:cubicBezTo>
                <a:cubicBezTo>
                  <a:pt x="1636" y="1187"/>
                  <a:pt x="1635" y="1329"/>
                  <a:pt x="1635" y="1471"/>
                </a:cubicBezTo>
                <a:cubicBezTo>
                  <a:pt x="1635" y="1495"/>
                  <a:pt x="1622" y="1507"/>
                  <a:pt x="1598" y="1507"/>
                </a:cubicBezTo>
                <a:cubicBezTo>
                  <a:pt x="1431" y="1507"/>
                  <a:pt x="1264" y="1507"/>
                  <a:pt x="1097" y="1507"/>
                </a:cubicBezTo>
                <a:cubicBezTo>
                  <a:pt x="1072" y="1507"/>
                  <a:pt x="1060" y="1494"/>
                  <a:pt x="1060" y="1467"/>
                </a:cubicBezTo>
                <a:cubicBezTo>
                  <a:pt x="1060" y="1346"/>
                  <a:pt x="1061" y="1226"/>
                  <a:pt x="1060" y="1105"/>
                </a:cubicBezTo>
                <a:cubicBezTo>
                  <a:pt x="1060" y="1095"/>
                  <a:pt x="1057" y="1085"/>
                  <a:pt x="1052" y="1077"/>
                </a:cubicBezTo>
                <a:cubicBezTo>
                  <a:pt x="983" y="973"/>
                  <a:pt x="913" y="870"/>
                  <a:pt x="844" y="766"/>
                </a:cubicBezTo>
                <a:cubicBezTo>
                  <a:pt x="835" y="751"/>
                  <a:pt x="827" y="735"/>
                  <a:pt x="818" y="717"/>
                </a:cubicBezTo>
                <a:cubicBezTo>
                  <a:pt x="816" y="720"/>
                  <a:pt x="814" y="722"/>
                  <a:pt x="813" y="724"/>
                </a:cubicBezTo>
                <a:cubicBezTo>
                  <a:pt x="795" y="755"/>
                  <a:pt x="778" y="787"/>
                  <a:pt x="758" y="816"/>
                </a:cubicBezTo>
                <a:cubicBezTo>
                  <a:pt x="703" y="901"/>
                  <a:pt x="646" y="984"/>
                  <a:pt x="589" y="1068"/>
                </a:cubicBezTo>
                <a:cubicBezTo>
                  <a:pt x="580" y="1081"/>
                  <a:pt x="574" y="1094"/>
                  <a:pt x="574" y="1112"/>
                </a:cubicBezTo>
                <a:cubicBezTo>
                  <a:pt x="575" y="1136"/>
                  <a:pt x="554" y="1152"/>
                  <a:pt x="533" y="1144"/>
                </a:cubicBezTo>
                <a:cubicBezTo>
                  <a:pt x="526" y="1140"/>
                  <a:pt x="516" y="1132"/>
                  <a:pt x="514" y="1125"/>
                </a:cubicBezTo>
                <a:cubicBezTo>
                  <a:pt x="509" y="1101"/>
                  <a:pt x="506" y="1076"/>
                  <a:pt x="522" y="1053"/>
                </a:cubicBezTo>
                <a:cubicBezTo>
                  <a:pt x="589" y="955"/>
                  <a:pt x="654" y="857"/>
                  <a:pt x="720" y="759"/>
                </a:cubicBezTo>
                <a:cubicBezTo>
                  <a:pt x="756" y="707"/>
                  <a:pt x="778" y="649"/>
                  <a:pt x="784" y="586"/>
                </a:cubicBezTo>
                <a:cubicBezTo>
                  <a:pt x="784" y="582"/>
                  <a:pt x="785" y="579"/>
                  <a:pt x="785" y="575"/>
                </a:cubicBezTo>
                <a:cubicBezTo>
                  <a:pt x="785" y="573"/>
                  <a:pt x="785" y="572"/>
                  <a:pt x="784" y="568"/>
                </a:cubicBezTo>
                <a:cubicBezTo>
                  <a:pt x="779" y="573"/>
                  <a:pt x="775" y="577"/>
                  <a:pt x="771" y="581"/>
                </a:cubicBezTo>
                <a:cubicBezTo>
                  <a:pt x="668" y="683"/>
                  <a:pt x="566" y="785"/>
                  <a:pt x="464" y="888"/>
                </a:cubicBezTo>
                <a:cubicBezTo>
                  <a:pt x="450" y="901"/>
                  <a:pt x="436" y="907"/>
                  <a:pt x="417" y="907"/>
                </a:cubicBezTo>
                <a:cubicBezTo>
                  <a:pt x="350" y="906"/>
                  <a:pt x="282" y="907"/>
                  <a:pt x="214" y="907"/>
                </a:cubicBezTo>
                <a:cubicBezTo>
                  <a:pt x="143" y="907"/>
                  <a:pt x="89" y="948"/>
                  <a:pt x="69" y="1016"/>
                </a:cubicBezTo>
                <a:cubicBezTo>
                  <a:pt x="66" y="1029"/>
                  <a:pt x="64" y="1042"/>
                  <a:pt x="64" y="1055"/>
                </a:cubicBezTo>
                <a:cubicBezTo>
                  <a:pt x="64" y="1182"/>
                  <a:pt x="64" y="1308"/>
                  <a:pt x="64" y="1434"/>
                </a:cubicBezTo>
                <a:cubicBezTo>
                  <a:pt x="64" y="1436"/>
                  <a:pt x="64" y="1439"/>
                  <a:pt x="64" y="1442"/>
                </a:cubicBezTo>
                <a:cubicBezTo>
                  <a:pt x="94" y="1442"/>
                  <a:pt x="122" y="1442"/>
                  <a:pt x="153" y="1442"/>
                </a:cubicBezTo>
                <a:cubicBezTo>
                  <a:pt x="153" y="1437"/>
                  <a:pt x="153" y="1432"/>
                  <a:pt x="153" y="1426"/>
                </a:cubicBezTo>
                <a:cubicBezTo>
                  <a:pt x="153" y="1316"/>
                  <a:pt x="153" y="1205"/>
                  <a:pt x="153" y="1094"/>
                </a:cubicBezTo>
                <a:cubicBezTo>
                  <a:pt x="153" y="1089"/>
                  <a:pt x="153" y="1084"/>
                  <a:pt x="154" y="1078"/>
                </a:cubicBezTo>
                <a:cubicBezTo>
                  <a:pt x="156" y="1060"/>
                  <a:pt x="169" y="1048"/>
                  <a:pt x="185" y="1048"/>
                </a:cubicBezTo>
                <a:cubicBezTo>
                  <a:pt x="201" y="1048"/>
                  <a:pt x="215" y="1060"/>
                  <a:pt x="217" y="1078"/>
                </a:cubicBezTo>
                <a:cubicBezTo>
                  <a:pt x="217" y="1083"/>
                  <a:pt x="217" y="1088"/>
                  <a:pt x="217" y="1094"/>
                </a:cubicBezTo>
                <a:cubicBezTo>
                  <a:pt x="217" y="1204"/>
                  <a:pt x="217" y="1314"/>
                  <a:pt x="217" y="1424"/>
                </a:cubicBezTo>
                <a:cubicBezTo>
                  <a:pt x="217" y="1430"/>
                  <a:pt x="217" y="1436"/>
                  <a:pt x="217" y="1442"/>
                </a:cubicBezTo>
                <a:cubicBezTo>
                  <a:pt x="315" y="1442"/>
                  <a:pt x="412" y="1442"/>
                  <a:pt x="511" y="1442"/>
                </a:cubicBezTo>
                <a:cubicBezTo>
                  <a:pt x="511" y="1422"/>
                  <a:pt x="511" y="1402"/>
                  <a:pt x="511" y="1382"/>
                </a:cubicBezTo>
                <a:cubicBezTo>
                  <a:pt x="511" y="1376"/>
                  <a:pt x="511" y="1371"/>
                  <a:pt x="511" y="1366"/>
                </a:cubicBezTo>
                <a:cubicBezTo>
                  <a:pt x="513" y="1348"/>
                  <a:pt x="526" y="1335"/>
                  <a:pt x="542" y="1335"/>
                </a:cubicBezTo>
                <a:cubicBezTo>
                  <a:pt x="559" y="1335"/>
                  <a:pt x="574" y="1347"/>
                  <a:pt x="574" y="1365"/>
                </a:cubicBezTo>
                <a:cubicBezTo>
                  <a:pt x="575" y="1403"/>
                  <a:pt x="575" y="1440"/>
                  <a:pt x="574" y="1478"/>
                </a:cubicBezTo>
                <a:cubicBezTo>
                  <a:pt x="574" y="1494"/>
                  <a:pt x="561" y="1505"/>
                  <a:pt x="545" y="1507"/>
                </a:cubicBezTo>
                <a:cubicBezTo>
                  <a:pt x="540" y="1508"/>
                  <a:pt x="535" y="1507"/>
                  <a:pt x="531" y="1507"/>
                </a:cubicBezTo>
                <a:cubicBezTo>
                  <a:pt x="369" y="1507"/>
                  <a:pt x="207" y="1507"/>
                  <a:pt x="45" y="1508"/>
                </a:cubicBezTo>
                <a:cubicBezTo>
                  <a:pt x="25" y="1508"/>
                  <a:pt x="10" y="1503"/>
                  <a:pt x="0" y="1485"/>
                </a:cubicBezTo>
                <a:cubicBezTo>
                  <a:pt x="0" y="1333"/>
                  <a:pt x="0" y="1181"/>
                  <a:pt x="0" y="1028"/>
                </a:cubicBezTo>
                <a:close/>
                <a:moveTo>
                  <a:pt x="1571" y="1443"/>
                </a:moveTo>
                <a:cubicBezTo>
                  <a:pt x="1571" y="1439"/>
                  <a:pt x="1571" y="1436"/>
                  <a:pt x="1571" y="1432"/>
                </a:cubicBezTo>
                <a:cubicBezTo>
                  <a:pt x="1571" y="1307"/>
                  <a:pt x="1571" y="1181"/>
                  <a:pt x="1571" y="1056"/>
                </a:cubicBezTo>
                <a:cubicBezTo>
                  <a:pt x="1571" y="1043"/>
                  <a:pt x="1569" y="1029"/>
                  <a:pt x="1566" y="1016"/>
                </a:cubicBezTo>
                <a:cubicBezTo>
                  <a:pt x="1547" y="948"/>
                  <a:pt x="1493" y="907"/>
                  <a:pt x="1421" y="907"/>
                </a:cubicBezTo>
                <a:cubicBezTo>
                  <a:pt x="1353" y="907"/>
                  <a:pt x="1286" y="906"/>
                  <a:pt x="1218" y="907"/>
                </a:cubicBezTo>
                <a:cubicBezTo>
                  <a:pt x="1199" y="907"/>
                  <a:pt x="1185" y="902"/>
                  <a:pt x="1172" y="888"/>
                </a:cubicBezTo>
                <a:cubicBezTo>
                  <a:pt x="1070" y="785"/>
                  <a:pt x="967" y="683"/>
                  <a:pt x="865" y="581"/>
                </a:cubicBezTo>
                <a:cubicBezTo>
                  <a:pt x="861" y="577"/>
                  <a:pt x="856" y="573"/>
                  <a:pt x="850" y="567"/>
                </a:cubicBezTo>
                <a:cubicBezTo>
                  <a:pt x="851" y="576"/>
                  <a:pt x="851" y="581"/>
                  <a:pt x="851" y="586"/>
                </a:cubicBezTo>
                <a:cubicBezTo>
                  <a:pt x="857" y="649"/>
                  <a:pt x="879" y="706"/>
                  <a:pt x="915" y="759"/>
                </a:cubicBezTo>
                <a:cubicBezTo>
                  <a:pt x="979" y="854"/>
                  <a:pt x="1043" y="950"/>
                  <a:pt x="1108" y="1044"/>
                </a:cubicBezTo>
                <a:cubicBezTo>
                  <a:pt x="1120" y="1062"/>
                  <a:pt x="1125" y="1080"/>
                  <a:pt x="1125" y="1101"/>
                </a:cubicBezTo>
                <a:cubicBezTo>
                  <a:pt x="1124" y="1209"/>
                  <a:pt x="1124" y="1317"/>
                  <a:pt x="1124" y="1425"/>
                </a:cubicBezTo>
                <a:cubicBezTo>
                  <a:pt x="1124" y="1431"/>
                  <a:pt x="1124" y="1436"/>
                  <a:pt x="1124" y="1442"/>
                </a:cubicBezTo>
                <a:cubicBezTo>
                  <a:pt x="1223" y="1442"/>
                  <a:pt x="1320" y="1442"/>
                  <a:pt x="1418" y="1442"/>
                </a:cubicBezTo>
                <a:cubicBezTo>
                  <a:pt x="1418" y="1436"/>
                  <a:pt x="1418" y="1430"/>
                  <a:pt x="1418" y="1424"/>
                </a:cubicBezTo>
                <a:cubicBezTo>
                  <a:pt x="1418" y="1355"/>
                  <a:pt x="1418" y="1287"/>
                  <a:pt x="1418" y="1218"/>
                </a:cubicBezTo>
                <a:cubicBezTo>
                  <a:pt x="1418" y="1212"/>
                  <a:pt x="1418" y="1205"/>
                  <a:pt x="1420" y="1199"/>
                </a:cubicBezTo>
                <a:cubicBezTo>
                  <a:pt x="1423" y="1185"/>
                  <a:pt x="1436" y="1175"/>
                  <a:pt x="1450" y="1175"/>
                </a:cubicBezTo>
                <a:cubicBezTo>
                  <a:pt x="1464" y="1176"/>
                  <a:pt x="1477" y="1185"/>
                  <a:pt x="1480" y="1200"/>
                </a:cubicBezTo>
                <a:cubicBezTo>
                  <a:pt x="1482" y="1206"/>
                  <a:pt x="1482" y="1212"/>
                  <a:pt x="1482" y="1219"/>
                </a:cubicBezTo>
                <a:cubicBezTo>
                  <a:pt x="1482" y="1288"/>
                  <a:pt x="1482" y="1357"/>
                  <a:pt x="1482" y="1426"/>
                </a:cubicBezTo>
                <a:cubicBezTo>
                  <a:pt x="1482" y="1432"/>
                  <a:pt x="1482" y="1437"/>
                  <a:pt x="1482" y="1443"/>
                </a:cubicBezTo>
                <a:cubicBezTo>
                  <a:pt x="1507" y="1443"/>
                  <a:pt x="1529" y="1443"/>
                  <a:pt x="1551" y="1443"/>
                </a:cubicBezTo>
                <a:cubicBezTo>
                  <a:pt x="1557" y="1443"/>
                  <a:pt x="1563" y="1443"/>
                  <a:pt x="1571" y="1443"/>
                </a:cubicBezTo>
                <a:close/>
                <a:moveTo>
                  <a:pt x="464" y="722"/>
                </a:moveTo>
                <a:cubicBezTo>
                  <a:pt x="463" y="709"/>
                  <a:pt x="463" y="697"/>
                  <a:pt x="461" y="684"/>
                </a:cubicBezTo>
                <a:cubicBezTo>
                  <a:pt x="454" y="640"/>
                  <a:pt x="421" y="607"/>
                  <a:pt x="376" y="601"/>
                </a:cubicBezTo>
                <a:cubicBezTo>
                  <a:pt x="334" y="596"/>
                  <a:pt x="291" y="619"/>
                  <a:pt x="274" y="659"/>
                </a:cubicBezTo>
                <a:cubicBezTo>
                  <a:pt x="259" y="696"/>
                  <a:pt x="261" y="734"/>
                  <a:pt x="270" y="771"/>
                </a:cubicBezTo>
                <a:cubicBezTo>
                  <a:pt x="288" y="841"/>
                  <a:pt x="375" y="866"/>
                  <a:pt x="429" y="818"/>
                </a:cubicBezTo>
                <a:cubicBezTo>
                  <a:pt x="458" y="792"/>
                  <a:pt x="465" y="759"/>
                  <a:pt x="464" y="722"/>
                </a:cubicBezTo>
                <a:close/>
                <a:moveTo>
                  <a:pt x="1371" y="721"/>
                </a:moveTo>
                <a:cubicBezTo>
                  <a:pt x="1370" y="709"/>
                  <a:pt x="1370" y="697"/>
                  <a:pt x="1368" y="685"/>
                </a:cubicBezTo>
                <a:cubicBezTo>
                  <a:pt x="1362" y="640"/>
                  <a:pt x="1328" y="608"/>
                  <a:pt x="1284" y="601"/>
                </a:cubicBezTo>
                <a:cubicBezTo>
                  <a:pt x="1242" y="595"/>
                  <a:pt x="1198" y="618"/>
                  <a:pt x="1182" y="659"/>
                </a:cubicBezTo>
                <a:cubicBezTo>
                  <a:pt x="1166" y="696"/>
                  <a:pt x="1167" y="735"/>
                  <a:pt x="1177" y="772"/>
                </a:cubicBezTo>
                <a:cubicBezTo>
                  <a:pt x="1196" y="842"/>
                  <a:pt x="1281" y="866"/>
                  <a:pt x="1336" y="818"/>
                </a:cubicBezTo>
                <a:cubicBezTo>
                  <a:pt x="1366" y="792"/>
                  <a:pt x="1372" y="758"/>
                  <a:pt x="1371" y="721"/>
                </a:cubicBezTo>
                <a:close/>
                <a:moveTo>
                  <a:pt x="849" y="38"/>
                </a:moveTo>
                <a:cubicBezTo>
                  <a:pt x="849" y="15"/>
                  <a:pt x="837" y="0"/>
                  <a:pt x="818" y="0"/>
                </a:cubicBezTo>
                <a:cubicBezTo>
                  <a:pt x="799" y="0"/>
                  <a:pt x="786" y="15"/>
                  <a:pt x="786" y="38"/>
                </a:cubicBezTo>
                <a:cubicBezTo>
                  <a:pt x="786" y="97"/>
                  <a:pt x="786" y="156"/>
                  <a:pt x="786" y="215"/>
                </a:cubicBezTo>
                <a:cubicBezTo>
                  <a:pt x="786" y="239"/>
                  <a:pt x="798" y="253"/>
                  <a:pt x="817" y="253"/>
                </a:cubicBezTo>
                <a:cubicBezTo>
                  <a:pt x="837" y="253"/>
                  <a:pt x="849" y="239"/>
                  <a:pt x="849" y="216"/>
                </a:cubicBezTo>
                <a:cubicBezTo>
                  <a:pt x="850" y="186"/>
                  <a:pt x="850" y="157"/>
                  <a:pt x="850" y="128"/>
                </a:cubicBezTo>
                <a:cubicBezTo>
                  <a:pt x="850" y="98"/>
                  <a:pt x="850" y="68"/>
                  <a:pt x="849" y="38"/>
                </a:cubicBezTo>
                <a:close/>
                <a:moveTo>
                  <a:pt x="1073" y="199"/>
                </a:moveTo>
                <a:cubicBezTo>
                  <a:pt x="1047" y="224"/>
                  <a:pt x="1022" y="249"/>
                  <a:pt x="997" y="275"/>
                </a:cubicBezTo>
                <a:cubicBezTo>
                  <a:pt x="981" y="291"/>
                  <a:pt x="981" y="309"/>
                  <a:pt x="994" y="323"/>
                </a:cubicBezTo>
                <a:cubicBezTo>
                  <a:pt x="1008" y="336"/>
                  <a:pt x="1026" y="335"/>
                  <a:pt x="1043" y="319"/>
                </a:cubicBezTo>
                <a:cubicBezTo>
                  <a:pt x="1065" y="297"/>
                  <a:pt x="1088" y="274"/>
                  <a:pt x="1110" y="251"/>
                </a:cubicBezTo>
                <a:cubicBezTo>
                  <a:pt x="1116" y="246"/>
                  <a:pt x="1121" y="241"/>
                  <a:pt x="1125" y="234"/>
                </a:cubicBezTo>
                <a:cubicBezTo>
                  <a:pt x="1137" y="213"/>
                  <a:pt x="1122" y="188"/>
                  <a:pt x="1093" y="188"/>
                </a:cubicBezTo>
                <a:cubicBezTo>
                  <a:pt x="1089" y="190"/>
                  <a:pt x="1079" y="193"/>
                  <a:pt x="1073" y="199"/>
                </a:cubicBezTo>
                <a:close/>
                <a:moveTo>
                  <a:pt x="510" y="206"/>
                </a:moveTo>
                <a:cubicBezTo>
                  <a:pt x="502" y="219"/>
                  <a:pt x="506" y="233"/>
                  <a:pt x="517" y="243"/>
                </a:cubicBezTo>
                <a:cubicBezTo>
                  <a:pt x="541" y="267"/>
                  <a:pt x="565" y="292"/>
                  <a:pt x="589" y="315"/>
                </a:cubicBezTo>
                <a:cubicBezTo>
                  <a:pt x="604" y="330"/>
                  <a:pt x="623" y="330"/>
                  <a:pt x="636" y="318"/>
                </a:cubicBezTo>
                <a:cubicBezTo>
                  <a:pt x="649" y="305"/>
                  <a:pt x="649" y="286"/>
                  <a:pt x="634" y="271"/>
                </a:cubicBezTo>
                <a:cubicBezTo>
                  <a:pt x="611" y="246"/>
                  <a:pt x="587" y="222"/>
                  <a:pt x="562" y="199"/>
                </a:cubicBezTo>
                <a:cubicBezTo>
                  <a:pt x="556" y="193"/>
                  <a:pt x="546" y="190"/>
                  <a:pt x="535" y="184"/>
                </a:cubicBezTo>
                <a:cubicBezTo>
                  <a:pt x="526" y="191"/>
                  <a:pt x="515" y="197"/>
                  <a:pt x="510" y="206"/>
                </a:cubicBezTo>
                <a:close/>
                <a:moveTo>
                  <a:pt x="544" y="1217"/>
                </a:moveTo>
                <a:cubicBezTo>
                  <a:pt x="527" y="1217"/>
                  <a:pt x="512" y="1231"/>
                  <a:pt x="511" y="1248"/>
                </a:cubicBezTo>
                <a:cubicBezTo>
                  <a:pt x="511" y="1264"/>
                  <a:pt x="526" y="1280"/>
                  <a:pt x="542" y="1280"/>
                </a:cubicBezTo>
                <a:cubicBezTo>
                  <a:pt x="559" y="1281"/>
                  <a:pt x="574" y="1266"/>
                  <a:pt x="575" y="1249"/>
                </a:cubicBezTo>
                <a:cubicBezTo>
                  <a:pt x="575" y="1233"/>
                  <a:pt x="560" y="1217"/>
                  <a:pt x="544" y="1217"/>
                </a:cubicBezTo>
                <a:close/>
                <a:moveTo>
                  <a:pt x="1418" y="1080"/>
                </a:moveTo>
                <a:cubicBezTo>
                  <a:pt x="1418" y="1096"/>
                  <a:pt x="1433" y="1111"/>
                  <a:pt x="1450" y="1111"/>
                </a:cubicBezTo>
                <a:cubicBezTo>
                  <a:pt x="1467" y="1111"/>
                  <a:pt x="1482" y="1096"/>
                  <a:pt x="1482" y="1079"/>
                </a:cubicBezTo>
                <a:cubicBezTo>
                  <a:pt x="1482" y="1063"/>
                  <a:pt x="1466" y="1048"/>
                  <a:pt x="1450" y="1048"/>
                </a:cubicBezTo>
                <a:cubicBezTo>
                  <a:pt x="1433" y="1048"/>
                  <a:pt x="1418" y="1063"/>
                  <a:pt x="1418" y="108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" name="Freeform 57">
            <a:extLst>
              <a:ext uri="{FF2B5EF4-FFF2-40B4-BE49-F238E27FC236}">
                <a16:creationId xmlns:a16="http://schemas.microsoft.com/office/drawing/2014/main" id="{475F8EEC-DBA6-BC0D-F532-E0CD2AA2A1C1}"/>
              </a:ext>
            </a:extLst>
          </p:cNvPr>
          <p:cNvSpPr>
            <a:spLocks noEditPoints="1"/>
          </p:cNvSpPr>
          <p:nvPr/>
        </p:nvSpPr>
        <p:spPr bwMode="auto">
          <a:xfrm>
            <a:off x="4631380" y="5877354"/>
            <a:ext cx="376580" cy="374545"/>
          </a:xfrm>
          <a:custGeom>
            <a:avLst/>
            <a:gdLst>
              <a:gd name="T0" fmla="*/ 128 w 2053"/>
              <a:gd name="T1" fmla="*/ 1362 h 2050"/>
              <a:gd name="T2" fmla="*/ 132 w 2053"/>
              <a:gd name="T3" fmla="*/ 1550 h 2050"/>
              <a:gd name="T4" fmla="*/ 203 w 2053"/>
              <a:gd name="T5" fmla="*/ 1667 h 2050"/>
              <a:gd name="T6" fmla="*/ 358 w 2053"/>
              <a:gd name="T7" fmla="*/ 1876 h 2050"/>
              <a:gd name="T8" fmla="*/ 1673 w 2053"/>
              <a:gd name="T9" fmla="*/ 2048 h 2050"/>
              <a:gd name="T10" fmla="*/ 1649 w 2053"/>
              <a:gd name="T11" fmla="*/ 1901 h 2050"/>
              <a:gd name="T12" fmla="*/ 1516 w 2053"/>
              <a:gd name="T13" fmla="*/ 1581 h 2050"/>
              <a:gd name="T14" fmla="*/ 1614 w 2053"/>
              <a:gd name="T15" fmla="*/ 1976 h 2050"/>
              <a:gd name="T16" fmla="*/ 753 w 2053"/>
              <a:gd name="T17" fmla="*/ 1753 h 2050"/>
              <a:gd name="T18" fmla="*/ 985 w 2053"/>
              <a:gd name="T19" fmla="*/ 1505 h 2050"/>
              <a:gd name="T20" fmla="*/ 638 w 2053"/>
              <a:gd name="T21" fmla="*/ 1721 h 2050"/>
              <a:gd name="T22" fmla="*/ 266 w 2053"/>
              <a:gd name="T23" fmla="*/ 1703 h 2050"/>
              <a:gd name="T24" fmla="*/ 202 w 2053"/>
              <a:gd name="T25" fmla="*/ 1535 h 2050"/>
              <a:gd name="T26" fmla="*/ 167 w 2053"/>
              <a:gd name="T27" fmla="*/ 1434 h 2050"/>
              <a:gd name="T28" fmla="*/ 122 w 2053"/>
              <a:gd name="T29" fmla="*/ 1238 h 2050"/>
              <a:gd name="T30" fmla="*/ 261 w 2053"/>
              <a:gd name="T31" fmla="*/ 902 h 2050"/>
              <a:gd name="T32" fmla="*/ 201 w 2053"/>
              <a:gd name="T33" fmla="*/ 711 h 2050"/>
              <a:gd name="T34" fmla="*/ 284 w 2053"/>
              <a:gd name="T35" fmla="*/ 463 h 2050"/>
              <a:gd name="T36" fmla="*/ 1194 w 2053"/>
              <a:gd name="T37" fmla="*/ 80 h 2050"/>
              <a:gd name="T38" fmla="*/ 699 w 2053"/>
              <a:gd name="T39" fmla="*/ 50 h 2050"/>
              <a:gd name="T40" fmla="*/ 187 w 2053"/>
              <a:gd name="T41" fmla="*/ 563 h 2050"/>
              <a:gd name="T42" fmla="*/ 178 w 2053"/>
              <a:gd name="T43" fmla="*/ 821 h 2050"/>
              <a:gd name="T44" fmla="*/ 6 w 2053"/>
              <a:gd name="T45" fmla="*/ 1214 h 2050"/>
              <a:gd name="T46" fmla="*/ 412 w 2053"/>
              <a:gd name="T47" fmla="*/ 510 h 2050"/>
              <a:gd name="T48" fmla="*/ 677 w 2053"/>
              <a:gd name="T49" fmla="*/ 212 h 2050"/>
              <a:gd name="T50" fmla="*/ 323 w 2053"/>
              <a:gd name="T51" fmla="*/ 579 h 2050"/>
              <a:gd name="T52" fmla="*/ 386 w 2053"/>
              <a:gd name="T53" fmla="*/ 609 h 2050"/>
              <a:gd name="T54" fmla="*/ 278 w 2053"/>
              <a:gd name="T55" fmla="*/ 719 h 2050"/>
              <a:gd name="T56" fmla="*/ 1120 w 2053"/>
              <a:gd name="T57" fmla="*/ 1077 h 2050"/>
              <a:gd name="T58" fmla="*/ 1234 w 2053"/>
              <a:gd name="T59" fmla="*/ 1463 h 2050"/>
              <a:gd name="T60" fmla="*/ 1507 w 2053"/>
              <a:gd name="T61" fmla="*/ 1463 h 2050"/>
              <a:gd name="T62" fmla="*/ 1620 w 2053"/>
              <a:gd name="T63" fmla="*/ 1077 h 2050"/>
              <a:gd name="T64" fmla="*/ 927 w 2053"/>
              <a:gd name="T65" fmla="*/ 692 h 2050"/>
              <a:gd name="T66" fmla="*/ 1234 w 2053"/>
              <a:gd name="T67" fmla="*/ 685 h 2050"/>
              <a:gd name="T68" fmla="*/ 1336 w 2053"/>
              <a:gd name="T69" fmla="*/ 1197 h 2050"/>
              <a:gd name="T70" fmla="*/ 1370 w 2053"/>
              <a:gd name="T71" fmla="*/ 1538 h 2050"/>
              <a:gd name="T72" fmla="*/ 1507 w 2053"/>
              <a:gd name="T73" fmla="*/ 1367 h 2050"/>
              <a:gd name="T74" fmla="*/ 1234 w 2053"/>
              <a:gd name="T75" fmla="*/ 1299 h 2050"/>
              <a:gd name="T76" fmla="*/ 1507 w 2053"/>
              <a:gd name="T77" fmla="*/ 1367 h 2050"/>
              <a:gd name="T78" fmla="*/ 1473 w 2053"/>
              <a:gd name="T79" fmla="*/ 1124 h 2050"/>
              <a:gd name="T80" fmla="*/ 1507 w 2053"/>
              <a:gd name="T81" fmla="*/ 616 h 2050"/>
              <a:gd name="T82" fmla="*/ 1336 w 2053"/>
              <a:gd name="T83" fmla="*/ 719 h 2050"/>
              <a:gd name="T84" fmla="*/ 1268 w 2053"/>
              <a:gd name="T85" fmla="*/ 821 h 2050"/>
              <a:gd name="T86" fmla="*/ 995 w 2053"/>
              <a:gd name="T87" fmla="*/ 693 h 2050"/>
              <a:gd name="T88" fmla="*/ 1473 w 2053"/>
              <a:gd name="T89" fmla="*/ 719 h 2050"/>
              <a:gd name="T90" fmla="*/ 1473 w 2053"/>
              <a:gd name="T91" fmla="*/ 753 h 2050"/>
              <a:gd name="T92" fmla="*/ 2019 w 2053"/>
              <a:gd name="T93" fmla="*/ 651 h 2050"/>
              <a:gd name="T94" fmla="*/ 1756 w 2053"/>
              <a:gd name="T95" fmla="*/ 333 h 2050"/>
              <a:gd name="T96" fmla="*/ 1838 w 2053"/>
              <a:gd name="T97" fmla="*/ 193 h 2050"/>
              <a:gd name="T98" fmla="*/ 1756 w 2053"/>
              <a:gd name="T99" fmla="*/ 333 h 2050"/>
              <a:gd name="T100" fmla="*/ 1370 w 2053"/>
              <a:gd name="T101" fmla="*/ 2 h 2050"/>
              <a:gd name="T102" fmla="*/ 1008 w 2053"/>
              <a:gd name="T103" fmla="*/ 323 h 2050"/>
              <a:gd name="T104" fmla="*/ 903 w 2053"/>
              <a:gd name="T105" fmla="*/ 193 h 2050"/>
              <a:gd name="T106" fmla="*/ 984 w 2053"/>
              <a:gd name="T107" fmla="*/ 333 h 2050"/>
              <a:gd name="T108" fmla="*/ 722 w 2053"/>
              <a:gd name="T109" fmla="*/ 719 h 2050"/>
              <a:gd name="T110" fmla="*/ 722 w 2053"/>
              <a:gd name="T111" fmla="*/ 651 h 2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053" h="2050">
                <a:moveTo>
                  <a:pt x="55" y="1278"/>
                </a:moveTo>
                <a:cubicBezTo>
                  <a:pt x="66" y="1286"/>
                  <a:pt x="78" y="1293"/>
                  <a:pt x="91" y="1299"/>
                </a:cubicBezTo>
                <a:cubicBezTo>
                  <a:pt x="105" y="1306"/>
                  <a:pt x="130" y="1319"/>
                  <a:pt x="132" y="1328"/>
                </a:cubicBezTo>
                <a:cubicBezTo>
                  <a:pt x="134" y="1339"/>
                  <a:pt x="133" y="1351"/>
                  <a:pt x="128" y="1362"/>
                </a:cubicBezTo>
                <a:cubicBezTo>
                  <a:pt x="123" y="1373"/>
                  <a:pt x="117" y="1383"/>
                  <a:pt x="113" y="1391"/>
                </a:cubicBezTo>
                <a:cubicBezTo>
                  <a:pt x="100" y="1413"/>
                  <a:pt x="79" y="1450"/>
                  <a:pt x="111" y="1476"/>
                </a:cubicBezTo>
                <a:cubicBezTo>
                  <a:pt x="118" y="1482"/>
                  <a:pt x="131" y="1492"/>
                  <a:pt x="143" y="1501"/>
                </a:cubicBezTo>
                <a:cubicBezTo>
                  <a:pt x="134" y="1516"/>
                  <a:pt x="130" y="1533"/>
                  <a:pt x="132" y="1550"/>
                </a:cubicBezTo>
                <a:cubicBezTo>
                  <a:pt x="133" y="1564"/>
                  <a:pt x="141" y="1576"/>
                  <a:pt x="152" y="1584"/>
                </a:cubicBezTo>
                <a:cubicBezTo>
                  <a:pt x="159" y="1589"/>
                  <a:pt x="168" y="1594"/>
                  <a:pt x="175" y="1599"/>
                </a:cubicBezTo>
                <a:cubicBezTo>
                  <a:pt x="196" y="1610"/>
                  <a:pt x="204" y="1615"/>
                  <a:pt x="206" y="1626"/>
                </a:cubicBezTo>
                <a:cubicBezTo>
                  <a:pt x="208" y="1640"/>
                  <a:pt x="207" y="1654"/>
                  <a:pt x="203" y="1667"/>
                </a:cubicBezTo>
                <a:cubicBezTo>
                  <a:pt x="201" y="1676"/>
                  <a:pt x="199" y="1685"/>
                  <a:pt x="198" y="1694"/>
                </a:cubicBezTo>
                <a:cubicBezTo>
                  <a:pt x="194" y="1725"/>
                  <a:pt x="198" y="1757"/>
                  <a:pt x="209" y="1786"/>
                </a:cubicBezTo>
                <a:cubicBezTo>
                  <a:pt x="224" y="1841"/>
                  <a:pt x="273" y="1878"/>
                  <a:pt x="330" y="1879"/>
                </a:cubicBezTo>
                <a:cubicBezTo>
                  <a:pt x="339" y="1879"/>
                  <a:pt x="348" y="1878"/>
                  <a:pt x="358" y="1876"/>
                </a:cubicBezTo>
                <a:cubicBezTo>
                  <a:pt x="455" y="1853"/>
                  <a:pt x="551" y="1824"/>
                  <a:pt x="645" y="1790"/>
                </a:cubicBezTo>
                <a:cubicBezTo>
                  <a:pt x="722" y="1835"/>
                  <a:pt x="771" y="1973"/>
                  <a:pt x="784" y="2024"/>
                </a:cubicBezTo>
                <a:cubicBezTo>
                  <a:pt x="787" y="2039"/>
                  <a:pt x="801" y="2050"/>
                  <a:pt x="817" y="2050"/>
                </a:cubicBezTo>
                <a:cubicBezTo>
                  <a:pt x="1673" y="2048"/>
                  <a:pt x="1673" y="2048"/>
                  <a:pt x="1673" y="2048"/>
                </a:cubicBezTo>
                <a:cubicBezTo>
                  <a:pt x="1684" y="2048"/>
                  <a:pt x="1694" y="2042"/>
                  <a:pt x="1701" y="2034"/>
                </a:cubicBezTo>
                <a:cubicBezTo>
                  <a:pt x="1707" y="2025"/>
                  <a:pt x="1709" y="2014"/>
                  <a:pt x="1706" y="2003"/>
                </a:cubicBezTo>
                <a:cubicBezTo>
                  <a:pt x="1697" y="1980"/>
                  <a:pt x="1686" y="1958"/>
                  <a:pt x="1671" y="1938"/>
                </a:cubicBezTo>
                <a:cubicBezTo>
                  <a:pt x="1663" y="1927"/>
                  <a:pt x="1656" y="1914"/>
                  <a:pt x="1649" y="1901"/>
                </a:cubicBezTo>
                <a:cubicBezTo>
                  <a:pt x="1634" y="1870"/>
                  <a:pt x="1621" y="1838"/>
                  <a:pt x="1611" y="1804"/>
                </a:cubicBezTo>
                <a:cubicBezTo>
                  <a:pt x="1592" y="1739"/>
                  <a:pt x="1578" y="1672"/>
                  <a:pt x="1571" y="1605"/>
                </a:cubicBezTo>
                <a:cubicBezTo>
                  <a:pt x="1570" y="1592"/>
                  <a:pt x="1562" y="1581"/>
                  <a:pt x="1550" y="1576"/>
                </a:cubicBezTo>
                <a:cubicBezTo>
                  <a:pt x="1539" y="1571"/>
                  <a:pt x="1526" y="1573"/>
                  <a:pt x="1516" y="1581"/>
                </a:cubicBezTo>
                <a:cubicBezTo>
                  <a:pt x="1506" y="1588"/>
                  <a:pt x="1501" y="1601"/>
                  <a:pt x="1503" y="1613"/>
                </a:cubicBezTo>
                <a:cubicBezTo>
                  <a:pt x="1511" y="1685"/>
                  <a:pt x="1525" y="1756"/>
                  <a:pt x="1546" y="1825"/>
                </a:cubicBezTo>
                <a:cubicBezTo>
                  <a:pt x="1557" y="1861"/>
                  <a:pt x="1571" y="1897"/>
                  <a:pt x="1588" y="1931"/>
                </a:cubicBezTo>
                <a:cubicBezTo>
                  <a:pt x="1596" y="1947"/>
                  <a:pt x="1604" y="1962"/>
                  <a:pt x="1614" y="1976"/>
                </a:cubicBezTo>
                <a:cubicBezTo>
                  <a:pt x="1617" y="1980"/>
                  <a:pt x="1617" y="1980"/>
                  <a:pt x="1617" y="1980"/>
                </a:cubicBezTo>
                <a:cubicBezTo>
                  <a:pt x="842" y="1982"/>
                  <a:pt x="842" y="1982"/>
                  <a:pt x="842" y="1982"/>
                </a:cubicBezTo>
                <a:cubicBezTo>
                  <a:pt x="820" y="1901"/>
                  <a:pt x="779" y="1826"/>
                  <a:pt x="722" y="1764"/>
                </a:cubicBezTo>
                <a:cubicBezTo>
                  <a:pt x="753" y="1753"/>
                  <a:pt x="753" y="1753"/>
                  <a:pt x="753" y="1753"/>
                </a:cubicBezTo>
                <a:cubicBezTo>
                  <a:pt x="776" y="1745"/>
                  <a:pt x="793" y="1739"/>
                  <a:pt x="802" y="1736"/>
                </a:cubicBezTo>
                <a:cubicBezTo>
                  <a:pt x="948" y="1690"/>
                  <a:pt x="1021" y="1623"/>
                  <a:pt x="1019" y="1538"/>
                </a:cubicBezTo>
                <a:cubicBezTo>
                  <a:pt x="1019" y="1529"/>
                  <a:pt x="1016" y="1520"/>
                  <a:pt x="1009" y="1514"/>
                </a:cubicBezTo>
                <a:cubicBezTo>
                  <a:pt x="1003" y="1508"/>
                  <a:pt x="994" y="1504"/>
                  <a:pt x="985" y="1505"/>
                </a:cubicBezTo>
                <a:cubicBezTo>
                  <a:pt x="966" y="1505"/>
                  <a:pt x="951" y="1521"/>
                  <a:pt x="951" y="1540"/>
                </a:cubicBezTo>
                <a:cubicBezTo>
                  <a:pt x="952" y="1575"/>
                  <a:pt x="923" y="1626"/>
                  <a:pt x="781" y="1671"/>
                </a:cubicBezTo>
                <a:cubicBezTo>
                  <a:pt x="772" y="1674"/>
                  <a:pt x="754" y="1680"/>
                  <a:pt x="731" y="1688"/>
                </a:cubicBezTo>
                <a:cubicBezTo>
                  <a:pt x="705" y="1697"/>
                  <a:pt x="673" y="1709"/>
                  <a:pt x="638" y="1721"/>
                </a:cubicBezTo>
                <a:cubicBezTo>
                  <a:pt x="637" y="1721"/>
                  <a:pt x="637" y="1721"/>
                  <a:pt x="637" y="1721"/>
                </a:cubicBezTo>
                <a:cubicBezTo>
                  <a:pt x="541" y="1756"/>
                  <a:pt x="443" y="1786"/>
                  <a:pt x="344" y="1809"/>
                </a:cubicBezTo>
                <a:cubicBezTo>
                  <a:pt x="312" y="1816"/>
                  <a:pt x="281" y="1796"/>
                  <a:pt x="274" y="1764"/>
                </a:cubicBezTo>
                <a:cubicBezTo>
                  <a:pt x="266" y="1745"/>
                  <a:pt x="263" y="1724"/>
                  <a:pt x="266" y="1703"/>
                </a:cubicBezTo>
                <a:cubicBezTo>
                  <a:pt x="266" y="1696"/>
                  <a:pt x="268" y="1689"/>
                  <a:pt x="270" y="1682"/>
                </a:cubicBezTo>
                <a:cubicBezTo>
                  <a:pt x="277" y="1658"/>
                  <a:pt x="278" y="1633"/>
                  <a:pt x="273" y="1609"/>
                </a:cubicBezTo>
                <a:cubicBezTo>
                  <a:pt x="263" y="1578"/>
                  <a:pt x="240" y="1552"/>
                  <a:pt x="209" y="1539"/>
                </a:cubicBezTo>
                <a:cubicBezTo>
                  <a:pt x="202" y="1535"/>
                  <a:pt x="202" y="1535"/>
                  <a:pt x="202" y="1535"/>
                </a:cubicBezTo>
                <a:cubicBezTo>
                  <a:pt x="206" y="1528"/>
                  <a:pt x="210" y="1521"/>
                  <a:pt x="215" y="1514"/>
                </a:cubicBezTo>
                <a:cubicBezTo>
                  <a:pt x="221" y="1507"/>
                  <a:pt x="224" y="1498"/>
                  <a:pt x="222" y="1488"/>
                </a:cubicBezTo>
                <a:cubicBezTo>
                  <a:pt x="221" y="1479"/>
                  <a:pt x="216" y="1471"/>
                  <a:pt x="209" y="1465"/>
                </a:cubicBezTo>
                <a:cubicBezTo>
                  <a:pt x="201" y="1459"/>
                  <a:pt x="181" y="1445"/>
                  <a:pt x="167" y="1434"/>
                </a:cubicBezTo>
                <a:cubicBezTo>
                  <a:pt x="169" y="1431"/>
                  <a:pt x="171" y="1427"/>
                  <a:pt x="172" y="1424"/>
                </a:cubicBezTo>
                <a:cubicBezTo>
                  <a:pt x="178" y="1415"/>
                  <a:pt x="184" y="1404"/>
                  <a:pt x="190" y="1391"/>
                </a:cubicBezTo>
                <a:cubicBezTo>
                  <a:pt x="201" y="1368"/>
                  <a:pt x="204" y="1341"/>
                  <a:pt x="199" y="1315"/>
                </a:cubicBezTo>
                <a:cubicBezTo>
                  <a:pt x="191" y="1273"/>
                  <a:pt x="151" y="1253"/>
                  <a:pt x="122" y="1238"/>
                </a:cubicBezTo>
                <a:cubicBezTo>
                  <a:pt x="112" y="1233"/>
                  <a:pt x="103" y="1228"/>
                  <a:pt x="94" y="1222"/>
                </a:cubicBezTo>
                <a:cubicBezTo>
                  <a:pt x="86" y="1217"/>
                  <a:pt x="80" y="1211"/>
                  <a:pt x="73" y="1205"/>
                </a:cubicBezTo>
                <a:cubicBezTo>
                  <a:pt x="73" y="1200"/>
                  <a:pt x="79" y="1188"/>
                  <a:pt x="105" y="1156"/>
                </a:cubicBezTo>
                <a:cubicBezTo>
                  <a:pt x="166" y="1077"/>
                  <a:pt x="218" y="992"/>
                  <a:pt x="261" y="902"/>
                </a:cubicBezTo>
                <a:cubicBezTo>
                  <a:pt x="269" y="888"/>
                  <a:pt x="274" y="872"/>
                  <a:pt x="274" y="856"/>
                </a:cubicBezTo>
                <a:cubicBezTo>
                  <a:pt x="271" y="822"/>
                  <a:pt x="253" y="790"/>
                  <a:pt x="224" y="771"/>
                </a:cubicBezTo>
                <a:cubicBezTo>
                  <a:pt x="211" y="758"/>
                  <a:pt x="198" y="746"/>
                  <a:pt x="196" y="735"/>
                </a:cubicBezTo>
                <a:cubicBezTo>
                  <a:pt x="196" y="727"/>
                  <a:pt x="198" y="719"/>
                  <a:pt x="201" y="711"/>
                </a:cubicBezTo>
                <a:cubicBezTo>
                  <a:pt x="207" y="697"/>
                  <a:pt x="213" y="682"/>
                  <a:pt x="220" y="668"/>
                </a:cubicBezTo>
                <a:cubicBezTo>
                  <a:pt x="234" y="639"/>
                  <a:pt x="245" y="609"/>
                  <a:pt x="253" y="578"/>
                </a:cubicBezTo>
                <a:cubicBezTo>
                  <a:pt x="257" y="564"/>
                  <a:pt x="257" y="564"/>
                  <a:pt x="257" y="564"/>
                </a:cubicBezTo>
                <a:cubicBezTo>
                  <a:pt x="264" y="529"/>
                  <a:pt x="273" y="496"/>
                  <a:pt x="284" y="463"/>
                </a:cubicBezTo>
                <a:cubicBezTo>
                  <a:pt x="311" y="389"/>
                  <a:pt x="353" y="320"/>
                  <a:pt x="407" y="263"/>
                </a:cubicBezTo>
                <a:cubicBezTo>
                  <a:pt x="472" y="194"/>
                  <a:pt x="575" y="145"/>
                  <a:pt x="713" y="117"/>
                </a:cubicBezTo>
                <a:cubicBezTo>
                  <a:pt x="818" y="94"/>
                  <a:pt x="925" y="79"/>
                  <a:pt x="1033" y="71"/>
                </a:cubicBezTo>
                <a:cubicBezTo>
                  <a:pt x="1087" y="68"/>
                  <a:pt x="1141" y="71"/>
                  <a:pt x="1194" y="80"/>
                </a:cubicBezTo>
                <a:cubicBezTo>
                  <a:pt x="1212" y="83"/>
                  <a:pt x="1229" y="71"/>
                  <a:pt x="1233" y="52"/>
                </a:cubicBezTo>
                <a:cubicBezTo>
                  <a:pt x="1236" y="34"/>
                  <a:pt x="1224" y="17"/>
                  <a:pt x="1206" y="13"/>
                </a:cubicBezTo>
                <a:cubicBezTo>
                  <a:pt x="1147" y="3"/>
                  <a:pt x="1088" y="0"/>
                  <a:pt x="1030" y="3"/>
                </a:cubicBezTo>
                <a:cubicBezTo>
                  <a:pt x="919" y="11"/>
                  <a:pt x="808" y="27"/>
                  <a:pt x="699" y="50"/>
                </a:cubicBezTo>
                <a:cubicBezTo>
                  <a:pt x="546" y="81"/>
                  <a:pt x="434" y="135"/>
                  <a:pt x="357" y="216"/>
                </a:cubicBezTo>
                <a:cubicBezTo>
                  <a:pt x="297" y="280"/>
                  <a:pt x="251" y="356"/>
                  <a:pt x="220" y="439"/>
                </a:cubicBezTo>
                <a:cubicBezTo>
                  <a:pt x="208" y="475"/>
                  <a:pt x="198" y="511"/>
                  <a:pt x="190" y="548"/>
                </a:cubicBezTo>
                <a:cubicBezTo>
                  <a:pt x="187" y="563"/>
                  <a:pt x="187" y="563"/>
                  <a:pt x="187" y="563"/>
                </a:cubicBezTo>
                <a:cubicBezTo>
                  <a:pt x="179" y="589"/>
                  <a:pt x="170" y="615"/>
                  <a:pt x="158" y="640"/>
                </a:cubicBezTo>
                <a:cubicBezTo>
                  <a:pt x="151" y="656"/>
                  <a:pt x="144" y="671"/>
                  <a:pt x="138" y="688"/>
                </a:cubicBezTo>
                <a:cubicBezTo>
                  <a:pt x="130" y="705"/>
                  <a:pt x="127" y="725"/>
                  <a:pt x="128" y="745"/>
                </a:cubicBezTo>
                <a:cubicBezTo>
                  <a:pt x="135" y="775"/>
                  <a:pt x="153" y="802"/>
                  <a:pt x="178" y="821"/>
                </a:cubicBezTo>
                <a:cubicBezTo>
                  <a:pt x="195" y="836"/>
                  <a:pt x="206" y="847"/>
                  <a:pt x="206" y="856"/>
                </a:cubicBezTo>
                <a:cubicBezTo>
                  <a:pt x="205" y="862"/>
                  <a:pt x="203" y="867"/>
                  <a:pt x="200" y="871"/>
                </a:cubicBezTo>
                <a:cubicBezTo>
                  <a:pt x="159" y="957"/>
                  <a:pt x="109" y="1039"/>
                  <a:pt x="51" y="1114"/>
                </a:cubicBezTo>
                <a:cubicBezTo>
                  <a:pt x="26" y="1144"/>
                  <a:pt x="0" y="1179"/>
                  <a:pt x="6" y="1214"/>
                </a:cubicBezTo>
                <a:cubicBezTo>
                  <a:pt x="13" y="1241"/>
                  <a:pt x="31" y="1265"/>
                  <a:pt x="55" y="1278"/>
                </a:cubicBezTo>
                <a:close/>
                <a:moveTo>
                  <a:pt x="386" y="609"/>
                </a:moveTo>
                <a:cubicBezTo>
                  <a:pt x="390" y="594"/>
                  <a:pt x="390" y="594"/>
                  <a:pt x="390" y="594"/>
                </a:cubicBezTo>
                <a:cubicBezTo>
                  <a:pt x="396" y="566"/>
                  <a:pt x="403" y="538"/>
                  <a:pt x="412" y="510"/>
                </a:cubicBezTo>
                <a:cubicBezTo>
                  <a:pt x="433" y="453"/>
                  <a:pt x="465" y="401"/>
                  <a:pt x="506" y="357"/>
                </a:cubicBezTo>
                <a:cubicBezTo>
                  <a:pt x="550" y="315"/>
                  <a:pt x="604" y="285"/>
                  <a:pt x="663" y="270"/>
                </a:cubicBezTo>
                <a:cubicBezTo>
                  <a:pt x="675" y="267"/>
                  <a:pt x="684" y="257"/>
                  <a:pt x="687" y="245"/>
                </a:cubicBezTo>
                <a:cubicBezTo>
                  <a:pt x="690" y="233"/>
                  <a:pt x="686" y="221"/>
                  <a:pt x="677" y="212"/>
                </a:cubicBezTo>
                <a:cubicBezTo>
                  <a:pt x="668" y="204"/>
                  <a:pt x="655" y="201"/>
                  <a:pt x="643" y="205"/>
                </a:cubicBezTo>
                <a:cubicBezTo>
                  <a:pt x="573" y="223"/>
                  <a:pt x="509" y="259"/>
                  <a:pt x="456" y="310"/>
                </a:cubicBezTo>
                <a:cubicBezTo>
                  <a:pt x="409" y="361"/>
                  <a:pt x="372" y="421"/>
                  <a:pt x="348" y="487"/>
                </a:cubicBezTo>
                <a:cubicBezTo>
                  <a:pt x="338" y="517"/>
                  <a:pt x="330" y="548"/>
                  <a:pt x="323" y="579"/>
                </a:cubicBezTo>
                <a:cubicBezTo>
                  <a:pt x="320" y="594"/>
                  <a:pt x="320" y="594"/>
                  <a:pt x="320" y="594"/>
                </a:cubicBezTo>
                <a:cubicBezTo>
                  <a:pt x="315" y="612"/>
                  <a:pt x="327" y="631"/>
                  <a:pt x="345" y="635"/>
                </a:cubicBezTo>
                <a:cubicBezTo>
                  <a:pt x="348" y="635"/>
                  <a:pt x="350" y="636"/>
                  <a:pt x="353" y="636"/>
                </a:cubicBezTo>
                <a:cubicBezTo>
                  <a:pt x="369" y="636"/>
                  <a:pt x="383" y="625"/>
                  <a:pt x="386" y="609"/>
                </a:cubicBezTo>
                <a:close/>
                <a:moveTo>
                  <a:pt x="312" y="685"/>
                </a:moveTo>
                <a:cubicBezTo>
                  <a:pt x="331" y="685"/>
                  <a:pt x="346" y="700"/>
                  <a:pt x="346" y="719"/>
                </a:cubicBezTo>
                <a:cubicBezTo>
                  <a:pt x="346" y="738"/>
                  <a:pt x="331" y="753"/>
                  <a:pt x="312" y="753"/>
                </a:cubicBezTo>
                <a:cubicBezTo>
                  <a:pt x="293" y="753"/>
                  <a:pt x="278" y="738"/>
                  <a:pt x="278" y="719"/>
                </a:cubicBezTo>
                <a:cubicBezTo>
                  <a:pt x="278" y="700"/>
                  <a:pt x="293" y="685"/>
                  <a:pt x="312" y="685"/>
                </a:cubicBezTo>
                <a:close/>
                <a:moveTo>
                  <a:pt x="927" y="692"/>
                </a:moveTo>
                <a:cubicBezTo>
                  <a:pt x="924" y="808"/>
                  <a:pt x="965" y="921"/>
                  <a:pt x="1042" y="1009"/>
                </a:cubicBezTo>
                <a:cubicBezTo>
                  <a:pt x="1066" y="1034"/>
                  <a:pt x="1092" y="1057"/>
                  <a:pt x="1120" y="1077"/>
                </a:cubicBezTo>
                <a:cubicBezTo>
                  <a:pt x="1170" y="1116"/>
                  <a:pt x="1218" y="1153"/>
                  <a:pt x="1230" y="1204"/>
                </a:cubicBezTo>
                <a:cubicBezTo>
                  <a:pt x="1191" y="1219"/>
                  <a:pt x="1166" y="1257"/>
                  <a:pt x="1166" y="1299"/>
                </a:cubicBezTo>
                <a:cubicBezTo>
                  <a:pt x="1166" y="1367"/>
                  <a:pt x="1166" y="1367"/>
                  <a:pt x="1166" y="1367"/>
                </a:cubicBezTo>
                <a:cubicBezTo>
                  <a:pt x="1166" y="1411"/>
                  <a:pt x="1193" y="1449"/>
                  <a:pt x="1234" y="1463"/>
                </a:cubicBezTo>
                <a:cubicBezTo>
                  <a:pt x="1234" y="1470"/>
                  <a:pt x="1234" y="1470"/>
                  <a:pt x="1234" y="1470"/>
                </a:cubicBezTo>
                <a:cubicBezTo>
                  <a:pt x="1234" y="1545"/>
                  <a:pt x="1295" y="1606"/>
                  <a:pt x="1370" y="1606"/>
                </a:cubicBezTo>
                <a:cubicBezTo>
                  <a:pt x="1446" y="1606"/>
                  <a:pt x="1507" y="1545"/>
                  <a:pt x="1507" y="1470"/>
                </a:cubicBezTo>
                <a:cubicBezTo>
                  <a:pt x="1507" y="1463"/>
                  <a:pt x="1507" y="1463"/>
                  <a:pt x="1507" y="1463"/>
                </a:cubicBezTo>
                <a:cubicBezTo>
                  <a:pt x="1548" y="1449"/>
                  <a:pt x="1575" y="1411"/>
                  <a:pt x="1575" y="1367"/>
                </a:cubicBezTo>
                <a:cubicBezTo>
                  <a:pt x="1575" y="1299"/>
                  <a:pt x="1575" y="1299"/>
                  <a:pt x="1575" y="1299"/>
                </a:cubicBezTo>
                <a:cubicBezTo>
                  <a:pt x="1575" y="1257"/>
                  <a:pt x="1549" y="1219"/>
                  <a:pt x="1510" y="1204"/>
                </a:cubicBezTo>
                <a:cubicBezTo>
                  <a:pt x="1523" y="1153"/>
                  <a:pt x="1570" y="1116"/>
                  <a:pt x="1620" y="1077"/>
                </a:cubicBezTo>
                <a:cubicBezTo>
                  <a:pt x="1648" y="1057"/>
                  <a:pt x="1674" y="1034"/>
                  <a:pt x="1699" y="1009"/>
                </a:cubicBezTo>
                <a:cubicBezTo>
                  <a:pt x="1775" y="921"/>
                  <a:pt x="1816" y="808"/>
                  <a:pt x="1814" y="692"/>
                </a:cubicBezTo>
                <a:cubicBezTo>
                  <a:pt x="1813" y="446"/>
                  <a:pt x="1616" y="246"/>
                  <a:pt x="1370" y="241"/>
                </a:cubicBezTo>
                <a:cubicBezTo>
                  <a:pt x="1125" y="246"/>
                  <a:pt x="928" y="446"/>
                  <a:pt x="927" y="692"/>
                </a:cubicBezTo>
                <a:close/>
                <a:moveTo>
                  <a:pt x="1268" y="753"/>
                </a:moveTo>
                <a:cubicBezTo>
                  <a:pt x="1234" y="753"/>
                  <a:pt x="1234" y="753"/>
                  <a:pt x="1234" y="753"/>
                </a:cubicBezTo>
                <a:cubicBezTo>
                  <a:pt x="1215" y="753"/>
                  <a:pt x="1200" y="738"/>
                  <a:pt x="1200" y="719"/>
                </a:cubicBezTo>
                <a:cubicBezTo>
                  <a:pt x="1200" y="700"/>
                  <a:pt x="1215" y="685"/>
                  <a:pt x="1234" y="685"/>
                </a:cubicBezTo>
                <a:cubicBezTo>
                  <a:pt x="1253" y="685"/>
                  <a:pt x="1268" y="700"/>
                  <a:pt x="1268" y="719"/>
                </a:cubicBezTo>
                <a:lnTo>
                  <a:pt x="1268" y="753"/>
                </a:lnTo>
                <a:close/>
                <a:moveTo>
                  <a:pt x="1404" y="1197"/>
                </a:moveTo>
                <a:cubicBezTo>
                  <a:pt x="1336" y="1197"/>
                  <a:pt x="1336" y="1197"/>
                  <a:pt x="1336" y="1197"/>
                </a:cubicBezTo>
                <a:cubicBezTo>
                  <a:pt x="1336" y="821"/>
                  <a:pt x="1336" y="821"/>
                  <a:pt x="1336" y="821"/>
                </a:cubicBezTo>
                <a:cubicBezTo>
                  <a:pt x="1404" y="821"/>
                  <a:pt x="1404" y="821"/>
                  <a:pt x="1404" y="821"/>
                </a:cubicBezTo>
                <a:lnTo>
                  <a:pt x="1404" y="1197"/>
                </a:lnTo>
                <a:close/>
                <a:moveTo>
                  <a:pt x="1370" y="1538"/>
                </a:moveTo>
                <a:cubicBezTo>
                  <a:pt x="1333" y="1538"/>
                  <a:pt x="1302" y="1507"/>
                  <a:pt x="1302" y="1470"/>
                </a:cubicBezTo>
                <a:cubicBezTo>
                  <a:pt x="1439" y="1470"/>
                  <a:pt x="1439" y="1470"/>
                  <a:pt x="1439" y="1470"/>
                </a:cubicBezTo>
                <a:cubicBezTo>
                  <a:pt x="1439" y="1507"/>
                  <a:pt x="1408" y="1538"/>
                  <a:pt x="1370" y="1538"/>
                </a:cubicBezTo>
                <a:close/>
                <a:moveTo>
                  <a:pt x="1507" y="1367"/>
                </a:moveTo>
                <a:cubicBezTo>
                  <a:pt x="1507" y="1386"/>
                  <a:pt x="1492" y="1401"/>
                  <a:pt x="1473" y="1401"/>
                </a:cubicBezTo>
                <a:cubicBezTo>
                  <a:pt x="1268" y="1401"/>
                  <a:pt x="1268" y="1401"/>
                  <a:pt x="1268" y="1401"/>
                </a:cubicBezTo>
                <a:cubicBezTo>
                  <a:pt x="1249" y="1401"/>
                  <a:pt x="1234" y="1386"/>
                  <a:pt x="1234" y="1367"/>
                </a:cubicBezTo>
                <a:cubicBezTo>
                  <a:pt x="1234" y="1299"/>
                  <a:pt x="1234" y="1299"/>
                  <a:pt x="1234" y="1299"/>
                </a:cubicBezTo>
                <a:cubicBezTo>
                  <a:pt x="1234" y="1280"/>
                  <a:pt x="1249" y="1265"/>
                  <a:pt x="1268" y="1265"/>
                </a:cubicBezTo>
                <a:cubicBezTo>
                  <a:pt x="1473" y="1265"/>
                  <a:pt x="1473" y="1265"/>
                  <a:pt x="1473" y="1265"/>
                </a:cubicBezTo>
                <a:cubicBezTo>
                  <a:pt x="1492" y="1265"/>
                  <a:pt x="1507" y="1280"/>
                  <a:pt x="1507" y="1299"/>
                </a:cubicBezTo>
                <a:lnTo>
                  <a:pt x="1507" y="1367"/>
                </a:lnTo>
                <a:close/>
                <a:moveTo>
                  <a:pt x="1746" y="693"/>
                </a:moveTo>
                <a:cubicBezTo>
                  <a:pt x="1748" y="792"/>
                  <a:pt x="1713" y="888"/>
                  <a:pt x="1648" y="963"/>
                </a:cubicBezTo>
                <a:cubicBezTo>
                  <a:pt x="1627" y="985"/>
                  <a:pt x="1603" y="1005"/>
                  <a:pt x="1579" y="1023"/>
                </a:cubicBezTo>
                <a:cubicBezTo>
                  <a:pt x="1538" y="1051"/>
                  <a:pt x="1503" y="1085"/>
                  <a:pt x="1473" y="1124"/>
                </a:cubicBezTo>
                <a:cubicBezTo>
                  <a:pt x="1473" y="821"/>
                  <a:pt x="1473" y="821"/>
                  <a:pt x="1473" y="821"/>
                </a:cubicBezTo>
                <a:cubicBezTo>
                  <a:pt x="1507" y="821"/>
                  <a:pt x="1507" y="821"/>
                  <a:pt x="1507" y="821"/>
                </a:cubicBezTo>
                <a:cubicBezTo>
                  <a:pt x="1563" y="821"/>
                  <a:pt x="1609" y="775"/>
                  <a:pt x="1609" y="719"/>
                </a:cubicBezTo>
                <a:cubicBezTo>
                  <a:pt x="1609" y="662"/>
                  <a:pt x="1563" y="616"/>
                  <a:pt x="1507" y="616"/>
                </a:cubicBezTo>
                <a:cubicBezTo>
                  <a:pt x="1450" y="616"/>
                  <a:pt x="1404" y="662"/>
                  <a:pt x="1404" y="719"/>
                </a:cubicBezTo>
                <a:cubicBezTo>
                  <a:pt x="1404" y="753"/>
                  <a:pt x="1404" y="753"/>
                  <a:pt x="1404" y="753"/>
                </a:cubicBezTo>
                <a:cubicBezTo>
                  <a:pt x="1336" y="753"/>
                  <a:pt x="1336" y="753"/>
                  <a:pt x="1336" y="753"/>
                </a:cubicBezTo>
                <a:cubicBezTo>
                  <a:pt x="1336" y="719"/>
                  <a:pt x="1336" y="719"/>
                  <a:pt x="1336" y="719"/>
                </a:cubicBezTo>
                <a:cubicBezTo>
                  <a:pt x="1336" y="662"/>
                  <a:pt x="1290" y="616"/>
                  <a:pt x="1234" y="616"/>
                </a:cubicBezTo>
                <a:cubicBezTo>
                  <a:pt x="1177" y="616"/>
                  <a:pt x="1131" y="662"/>
                  <a:pt x="1131" y="719"/>
                </a:cubicBezTo>
                <a:cubicBezTo>
                  <a:pt x="1131" y="775"/>
                  <a:pt x="1177" y="821"/>
                  <a:pt x="1234" y="821"/>
                </a:cubicBezTo>
                <a:cubicBezTo>
                  <a:pt x="1268" y="821"/>
                  <a:pt x="1268" y="821"/>
                  <a:pt x="1268" y="821"/>
                </a:cubicBezTo>
                <a:cubicBezTo>
                  <a:pt x="1268" y="1124"/>
                  <a:pt x="1268" y="1124"/>
                  <a:pt x="1268" y="1124"/>
                </a:cubicBezTo>
                <a:cubicBezTo>
                  <a:pt x="1238" y="1085"/>
                  <a:pt x="1202" y="1051"/>
                  <a:pt x="1162" y="1023"/>
                </a:cubicBezTo>
                <a:cubicBezTo>
                  <a:pt x="1137" y="1005"/>
                  <a:pt x="1114" y="985"/>
                  <a:pt x="1093" y="963"/>
                </a:cubicBezTo>
                <a:cubicBezTo>
                  <a:pt x="1028" y="888"/>
                  <a:pt x="993" y="792"/>
                  <a:pt x="995" y="693"/>
                </a:cubicBezTo>
                <a:cubicBezTo>
                  <a:pt x="998" y="485"/>
                  <a:pt x="1170" y="309"/>
                  <a:pt x="1370" y="309"/>
                </a:cubicBezTo>
                <a:cubicBezTo>
                  <a:pt x="1571" y="309"/>
                  <a:pt x="1743" y="485"/>
                  <a:pt x="1746" y="693"/>
                </a:cubicBezTo>
                <a:close/>
                <a:moveTo>
                  <a:pt x="1473" y="753"/>
                </a:moveTo>
                <a:cubicBezTo>
                  <a:pt x="1473" y="719"/>
                  <a:pt x="1473" y="719"/>
                  <a:pt x="1473" y="719"/>
                </a:cubicBezTo>
                <a:cubicBezTo>
                  <a:pt x="1473" y="700"/>
                  <a:pt x="1488" y="685"/>
                  <a:pt x="1507" y="685"/>
                </a:cubicBezTo>
                <a:cubicBezTo>
                  <a:pt x="1526" y="685"/>
                  <a:pt x="1541" y="700"/>
                  <a:pt x="1541" y="719"/>
                </a:cubicBezTo>
                <a:cubicBezTo>
                  <a:pt x="1541" y="738"/>
                  <a:pt x="1526" y="753"/>
                  <a:pt x="1507" y="753"/>
                </a:cubicBezTo>
                <a:lnTo>
                  <a:pt x="1473" y="753"/>
                </a:lnTo>
                <a:close/>
                <a:moveTo>
                  <a:pt x="1916" y="719"/>
                </a:moveTo>
                <a:cubicBezTo>
                  <a:pt x="2019" y="719"/>
                  <a:pt x="2019" y="719"/>
                  <a:pt x="2019" y="719"/>
                </a:cubicBezTo>
                <a:cubicBezTo>
                  <a:pt x="2038" y="719"/>
                  <a:pt x="2053" y="704"/>
                  <a:pt x="2053" y="685"/>
                </a:cubicBezTo>
                <a:cubicBezTo>
                  <a:pt x="2053" y="666"/>
                  <a:pt x="2038" y="651"/>
                  <a:pt x="2019" y="651"/>
                </a:cubicBezTo>
                <a:cubicBezTo>
                  <a:pt x="1916" y="651"/>
                  <a:pt x="1916" y="651"/>
                  <a:pt x="1916" y="651"/>
                </a:cubicBezTo>
                <a:cubicBezTo>
                  <a:pt x="1898" y="651"/>
                  <a:pt x="1882" y="666"/>
                  <a:pt x="1882" y="685"/>
                </a:cubicBezTo>
                <a:cubicBezTo>
                  <a:pt x="1882" y="704"/>
                  <a:pt x="1898" y="719"/>
                  <a:pt x="1916" y="719"/>
                </a:cubicBezTo>
                <a:close/>
                <a:moveTo>
                  <a:pt x="1756" y="333"/>
                </a:moveTo>
                <a:cubicBezTo>
                  <a:pt x="1766" y="333"/>
                  <a:pt x="1774" y="329"/>
                  <a:pt x="1781" y="323"/>
                </a:cubicBezTo>
                <a:cubicBezTo>
                  <a:pt x="1853" y="250"/>
                  <a:pt x="1853" y="250"/>
                  <a:pt x="1853" y="250"/>
                </a:cubicBezTo>
                <a:cubicBezTo>
                  <a:pt x="1862" y="242"/>
                  <a:pt x="1865" y="229"/>
                  <a:pt x="1862" y="217"/>
                </a:cubicBezTo>
                <a:cubicBezTo>
                  <a:pt x="1859" y="205"/>
                  <a:pt x="1850" y="196"/>
                  <a:pt x="1838" y="193"/>
                </a:cubicBezTo>
                <a:cubicBezTo>
                  <a:pt x="1826" y="190"/>
                  <a:pt x="1813" y="193"/>
                  <a:pt x="1805" y="202"/>
                </a:cubicBezTo>
                <a:cubicBezTo>
                  <a:pt x="1732" y="274"/>
                  <a:pt x="1732" y="274"/>
                  <a:pt x="1732" y="274"/>
                </a:cubicBezTo>
                <a:cubicBezTo>
                  <a:pt x="1723" y="284"/>
                  <a:pt x="1720" y="299"/>
                  <a:pt x="1725" y="312"/>
                </a:cubicBezTo>
                <a:cubicBezTo>
                  <a:pt x="1730" y="324"/>
                  <a:pt x="1743" y="333"/>
                  <a:pt x="1756" y="333"/>
                </a:cubicBezTo>
                <a:close/>
                <a:moveTo>
                  <a:pt x="1370" y="173"/>
                </a:moveTo>
                <a:cubicBezTo>
                  <a:pt x="1389" y="173"/>
                  <a:pt x="1404" y="157"/>
                  <a:pt x="1404" y="139"/>
                </a:cubicBezTo>
                <a:cubicBezTo>
                  <a:pt x="1404" y="36"/>
                  <a:pt x="1404" y="36"/>
                  <a:pt x="1404" y="36"/>
                </a:cubicBezTo>
                <a:cubicBezTo>
                  <a:pt x="1404" y="17"/>
                  <a:pt x="1389" y="2"/>
                  <a:pt x="1370" y="2"/>
                </a:cubicBezTo>
                <a:cubicBezTo>
                  <a:pt x="1351" y="2"/>
                  <a:pt x="1336" y="17"/>
                  <a:pt x="1336" y="36"/>
                </a:cubicBezTo>
                <a:cubicBezTo>
                  <a:pt x="1336" y="139"/>
                  <a:pt x="1336" y="139"/>
                  <a:pt x="1336" y="139"/>
                </a:cubicBezTo>
                <a:cubicBezTo>
                  <a:pt x="1336" y="157"/>
                  <a:pt x="1351" y="173"/>
                  <a:pt x="1370" y="173"/>
                </a:cubicBezTo>
                <a:close/>
                <a:moveTo>
                  <a:pt x="1008" y="323"/>
                </a:moveTo>
                <a:cubicBezTo>
                  <a:pt x="1015" y="316"/>
                  <a:pt x="1018" y="308"/>
                  <a:pt x="1018" y="298"/>
                </a:cubicBezTo>
                <a:cubicBezTo>
                  <a:pt x="1018" y="289"/>
                  <a:pt x="1015" y="281"/>
                  <a:pt x="1008" y="274"/>
                </a:cubicBezTo>
                <a:cubicBezTo>
                  <a:pt x="936" y="202"/>
                  <a:pt x="936" y="202"/>
                  <a:pt x="936" y="202"/>
                </a:cubicBezTo>
                <a:cubicBezTo>
                  <a:pt x="927" y="193"/>
                  <a:pt x="915" y="190"/>
                  <a:pt x="903" y="193"/>
                </a:cubicBezTo>
                <a:cubicBezTo>
                  <a:pt x="891" y="196"/>
                  <a:pt x="881" y="205"/>
                  <a:pt x="878" y="217"/>
                </a:cubicBezTo>
                <a:cubicBezTo>
                  <a:pt x="875" y="229"/>
                  <a:pt x="879" y="242"/>
                  <a:pt x="888" y="250"/>
                </a:cubicBezTo>
                <a:cubicBezTo>
                  <a:pt x="960" y="323"/>
                  <a:pt x="960" y="323"/>
                  <a:pt x="960" y="323"/>
                </a:cubicBezTo>
                <a:cubicBezTo>
                  <a:pt x="966" y="329"/>
                  <a:pt x="975" y="333"/>
                  <a:pt x="984" y="333"/>
                </a:cubicBezTo>
                <a:cubicBezTo>
                  <a:pt x="993" y="333"/>
                  <a:pt x="1002" y="329"/>
                  <a:pt x="1008" y="323"/>
                </a:cubicBezTo>
                <a:close/>
                <a:moveTo>
                  <a:pt x="722" y="651"/>
                </a:moveTo>
                <a:cubicBezTo>
                  <a:pt x="703" y="651"/>
                  <a:pt x="688" y="666"/>
                  <a:pt x="688" y="685"/>
                </a:cubicBezTo>
                <a:cubicBezTo>
                  <a:pt x="688" y="704"/>
                  <a:pt x="703" y="719"/>
                  <a:pt x="722" y="719"/>
                </a:cubicBezTo>
                <a:cubicBezTo>
                  <a:pt x="824" y="719"/>
                  <a:pt x="824" y="719"/>
                  <a:pt x="824" y="719"/>
                </a:cubicBezTo>
                <a:cubicBezTo>
                  <a:pt x="843" y="719"/>
                  <a:pt x="858" y="704"/>
                  <a:pt x="858" y="685"/>
                </a:cubicBezTo>
                <a:cubicBezTo>
                  <a:pt x="858" y="666"/>
                  <a:pt x="843" y="651"/>
                  <a:pt x="824" y="651"/>
                </a:cubicBezTo>
                <a:lnTo>
                  <a:pt x="722" y="65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CC92AA-9243-4C60-DE1C-A7806F41C2F0}"/>
              </a:ext>
            </a:extLst>
          </p:cNvPr>
          <p:cNvSpPr txBox="1"/>
          <p:nvPr/>
        </p:nvSpPr>
        <p:spPr>
          <a:xfrm>
            <a:off x="874246" y="1789680"/>
            <a:ext cx="206196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Ercitati Onullamcolab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Orisnisi Utaliqui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>
                <a:solidFill>
                  <a:srgbClr val="43515C"/>
                </a:solidFill>
                <a:latin typeface="Arial" panose="020B0604020202020204" pitchFamily="34" charset="0"/>
              </a:rPr>
              <a:t>Pexeacomm Odoconseq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5466A-14A3-939A-5190-8044BADE7299}"/>
              </a:ext>
            </a:extLst>
          </p:cNvPr>
          <p:cNvSpPr txBox="1"/>
          <p:nvPr/>
        </p:nvSpPr>
        <p:spPr>
          <a:xfrm>
            <a:off x="3635042" y="4663489"/>
            <a:ext cx="902748" cy="289310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/>
          <a:p>
            <a:pPr algn="ctr"/>
            <a:r>
              <a:rPr lang="en-GB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Uatduisa</a:t>
            </a:r>
            <a:endParaRPr 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42A58B-3DD2-6D0F-9805-24F7F49257C7}"/>
              </a:ext>
            </a:extLst>
          </p:cNvPr>
          <p:cNvSpPr txBox="1"/>
          <p:nvPr/>
        </p:nvSpPr>
        <p:spPr>
          <a:xfrm>
            <a:off x="877650" y="4286995"/>
            <a:ext cx="1395704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>
                <a:solidFill>
                  <a:srgbClr val="43515C"/>
                </a:solidFill>
                <a:latin typeface="Arial" panose="020B0604020202020204" pitchFamily="34" charset="0"/>
              </a:rPr>
              <a:t>Uteiruredo Lorin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D54F21-572B-DC9F-6140-1456F8F30EBC}"/>
              </a:ext>
            </a:extLst>
          </p:cNvPr>
          <p:cNvSpPr txBox="1"/>
          <p:nvPr/>
        </p:nvSpPr>
        <p:spPr>
          <a:xfrm>
            <a:off x="4951783" y="1810025"/>
            <a:ext cx="2671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Arial" panose="020B0604020202020204" pitchFamily="34" charset="0"/>
                <a:cs typeface="Arial" panose="020B0604020202020204" pitchFamily="34" charset="0"/>
              </a:rPr>
              <a:t>Repreh Ende Riti: 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35-40 NVOl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111568-181C-9084-23A7-2A1488F76E87}"/>
              </a:ext>
            </a:extLst>
          </p:cNvPr>
          <p:cNvSpPr txBox="1"/>
          <p:nvPr/>
        </p:nvSpPr>
        <p:spPr>
          <a:xfrm>
            <a:off x="6141515" y="4306970"/>
            <a:ext cx="2280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Arial" panose="020B0604020202020204" pitchFamily="34" charset="0"/>
                <a:cs typeface="Arial" panose="020B0604020202020204" pitchFamily="34" charset="0"/>
              </a:rPr>
              <a:t>Uptate Veli Tess: 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3-5 ECIl</a:t>
            </a:r>
            <a:r>
              <a:rPr lang="en-GB" sz="1200" b="1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BD0AA2-CE22-E546-88B5-805B75F05910}"/>
              </a:ext>
            </a:extLst>
          </p:cNvPr>
          <p:cNvSpPr txBox="1"/>
          <p:nvPr/>
        </p:nvSpPr>
        <p:spPr>
          <a:xfrm>
            <a:off x="5449801" y="3000615"/>
            <a:ext cx="2671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Arial" panose="020B0604020202020204" pitchFamily="34" charset="0"/>
                <a:cs typeface="Arial" panose="020B0604020202020204" pitchFamily="34" charset="0"/>
              </a:rPr>
              <a:t>Lumdol Oree Ufug: 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30-35 IATn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745690-6C00-74F9-2278-17AA470D7F9B}"/>
              </a:ext>
            </a:extLst>
          </p:cNvPr>
          <p:cNvSpPr txBox="1"/>
          <p:nvPr/>
        </p:nvSpPr>
        <p:spPr>
          <a:xfrm>
            <a:off x="7481198" y="1619176"/>
            <a:ext cx="459596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Ullapari Aturexcep Teursinto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cc aecatcu pidatatno</a:t>
            </a:r>
            <a:r>
              <a:rPr lang="en-GB" sz="120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nproidents &amp; untincu lpaq uio fficiade seru ntmollitani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>
                <a:solidFill>
                  <a:srgbClr val="5B9BD5">
                    <a:lumMod val="75000"/>
                  </a:srgbClr>
                </a:solidFill>
                <a:latin typeface="Arial" panose="020B0604020202020204" pitchFamily="34" charset="0"/>
                <a:cs typeface="Arial"/>
              </a:rPr>
              <a:t>Midestla Borumcu (Rabiturn)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: </a:t>
            </a:r>
            <a:r>
              <a:rPr lang="en-GB" sz="1200">
                <a:latin typeface="Arial" panose="020B0604020202020204" pitchFamily="34" charset="0"/>
                <a:cs typeface="Arial"/>
              </a:rPr>
              <a:t>6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%-7% onnulla si tamet nislt (+€</a:t>
            </a:r>
            <a:r>
              <a:rPr lang="en-GB" sz="1200">
                <a:latin typeface="Arial" panose="020B0604020202020204" pitchFamily="34" charset="0"/>
                <a:cs typeface="Arial"/>
              </a:rPr>
              <a:t>18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-</a:t>
            </a:r>
            <a:r>
              <a:rPr lang="en-GB" sz="1200">
                <a:latin typeface="Arial" panose="020B0604020202020204" pitchFamily="34" charset="0"/>
                <a:cs typeface="Arial"/>
              </a:rPr>
              <a:t>25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E)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C1905D-78E2-CCCA-73D3-58E3394A297B}"/>
              </a:ext>
            </a:extLst>
          </p:cNvPr>
          <p:cNvSpPr txBox="1"/>
          <p:nvPr/>
        </p:nvSpPr>
        <p:spPr>
          <a:xfrm>
            <a:off x="7786262" y="2877919"/>
            <a:ext cx="4078766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>
                <a:solidFill>
                  <a:srgbClr val="5B9BD5">
                    <a:lumMod val="75000"/>
                  </a:srgbClr>
                </a:solidFill>
                <a:latin typeface="Arial" panose="020B0604020202020204" pitchFamily="34" charset="0"/>
                <a:cs typeface="Arial"/>
              </a:rPr>
              <a:t>Mpu-sconv allisquisa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cle ctuspel lentesquein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Ipsumido rciportad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apibusv ivamuss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uscipitt ortoreg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etf elispo rttitor</a:t>
            </a:r>
            <a:r>
              <a:rPr lang="en-GB" sz="1200">
                <a:latin typeface="Arial" panose="020B0604020202020204" pitchFamily="34" charset="0"/>
                <a:cs typeface="Arial"/>
              </a:rPr>
              <a:t> volutpatcras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Ultri cies</a:t>
            </a:r>
            <a:r>
              <a:rPr lang="en-GB" sz="1200" b="1">
                <a:solidFill>
                  <a:schemeClr val="accent1"/>
                </a:solidFill>
                <a:latin typeface="Arial" panose="020B0604020202020204" pitchFamily="34" charset="0"/>
                <a:cs typeface="Arial"/>
              </a:rPr>
              <a:t> ligulasedm agnadic </a:t>
            </a:r>
            <a:r>
              <a:rPr lang="en-GB" sz="1200">
                <a:latin typeface="Arial" panose="020B0604020202020204" pitchFamily="34" charset="0"/>
                <a:cs typeface="Arial"/>
              </a:rPr>
              <a:t>tumport aloremipsumdolo</a:t>
            </a:r>
            <a:endParaRPr kumimoji="0" lang="en-GB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5C0F85-CF34-DFCC-8133-411E4027069E}"/>
              </a:ext>
            </a:extLst>
          </p:cNvPr>
          <p:cNvSpPr txBox="1"/>
          <p:nvPr/>
        </p:nvSpPr>
        <p:spPr>
          <a:xfrm>
            <a:off x="8301767" y="4206069"/>
            <a:ext cx="3935929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>
                <a:solidFill>
                  <a:srgbClr val="5B9BD5">
                    <a:lumMod val="75000"/>
                  </a:srgbClr>
                </a:solidFill>
                <a:latin typeface="Arial" panose="020B0604020202020204" pitchFamily="34" charset="0"/>
                <a:cs typeface="Arial"/>
              </a:rPr>
              <a:t>Rsitam Etconsectetu </a:t>
            </a:r>
            <a:r>
              <a:rPr lang="en-GB" sz="1200">
                <a:latin typeface="Arial" panose="020B0604020202020204" pitchFamily="34" charset="0"/>
                <a:cs typeface="Arial"/>
              </a:rPr>
              <a:t>radi piscin gel itseddoe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>
                <a:solidFill>
                  <a:schemeClr val="accent1"/>
                </a:solidFill>
                <a:latin typeface="Arial" panose="020B0604020202020204" pitchFamily="34" charset="0"/>
                <a:cs typeface="Arial"/>
              </a:rPr>
              <a:t>Iusmodtemporin cid Iduntutla</a:t>
            </a:r>
            <a:r>
              <a:rPr lang="en-GB" sz="1200">
                <a:latin typeface="Arial" panose="020B0604020202020204" pitchFamily="34" charset="0"/>
                <a:cs typeface="Arial"/>
              </a:rPr>
              <a:t> boreet do loremagnaa </a:t>
            </a:r>
          </a:p>
        </p:txBody>
      </p:sp>
    </p:spTree>
    <p:extLst>
      <p:ext uri="{BB962C8B-B14F-4D97-AF65-F5344CB8AC3E}">
        <p14:creationId xmlns:p14="http://schemas.microsoft.com/office/powerpoint/2010/main" val="10662653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ME" val="YES"/>
</p:tagLst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</Words>
  <Application>Microsoft Office PowerPoint</Application>
  <PresentationFormat>Widescreen</PresentationFormat>
  <Paragraphs>91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Helvetica</vt:lpstr>
      <vt:lpstr>4_Office Theme</vt:lpstr>
      <vt:lpstr>Loremips umd Olorsitam etc Onsecte Turadi</vt:lpstr>
      <vt:lpstr>Uisacl Ectuspelle: Nt esqu einip sumidorcipo rtadapibu svi vamus suscip ittort ore getfel is por Ttitorvolutp</vt:lpstr>
      <vt:lpstr>Sse cillumdolore eufugiatn ulla Pariatur'e xcepteurs intocc aeca tcup idata tnonp roident 65 su 75 NTIn, culpaquiof fi 30% ci 40% ade seruntm olli tanimides tlaborumc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Vasanti Kadam</dc:creator>
  <cp:lastModifiedBy>Krishna Nadar</cp:lastModifiedBy>
  <cp:revision>2</cp:revision>
  <dcterms:created xsi:type="dcterms:W3CDTF">2025-08-12T11:58:15Z</dcterms:created>
  <dcterms:modified xsi:type="dcterms:W3CDTF">2025-08-18T16:54:46Z</dcterms:modified>
</cp:coreProperties>
</file>