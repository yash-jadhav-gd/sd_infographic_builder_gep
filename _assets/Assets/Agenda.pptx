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147483632" r:id="rId3"/>
    <p:sldId id="2147483633" r:id="rId4"/>
    <p:sldId id="260" r:id="rId5"/>
    <p:sldId id="12647" r:id="rId6"/>
    <p:sldId id="12242" r:id="rId7"/>
    <p:sldId id="2147477895" r:id="rId8"/>
    <p:sldId id="21474778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FED"/>
    <a:srgbClr val="FFFFFF"/>
    <a:srgbClr val="66737C"/>
    <a:srgbClr val="3192EB"/>
    <a:srgbClr val="DDDBE9"/>
    <a:srgbClr val="58BAF5"/>
    <a:srgbClr val="DFDDE9"/>
    <a:srgbClr val="D8B1DD"/>
    <a:srgbClr val="E0DFEE"/>
    <a:srgbClr val="1133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63E509-74D0-48D7-868C-A989EB2A4525}" v="282" dt="2025-08-14T10:51:53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5450" autoAdjust="0"/>
  </p:normalViewPr>
  <p:slideViewPr>
    <p:cSldViewPr snapToGrid="0">
      <p:cViewPr>
        <p:scale>
          <a:sx n="75" d="100"/>
          <a:sy n="75" d="100"/>
        </p:scale>
        <p:origin x="134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EA63E509-74D0-48D7-868C-A989EB2A4525}"/>
    <pc:docChg chg="undo custSel addSld delSld modSld sldOrd modMainMaster">
      <pc:chgData name="Vasanti Kadam" userId="2d2c718a-941c-44c5-9fc1-bfc327de9193" providerId="ADAL" clId="{EA63E509-74D0-48D7-868C-A989EB2A4525}" dt="2025-08-14T10:52:15.612" v="801" actId="47"/>
      <pc:docMkLst>
        <pc:docMk/>
      </pc:docMkLst>
      <pc:sldChg chg="delSp modSp add mod">
        <pc:chgData name="Vasanti Kadam" userId="2d2c718a-941c-44c5-9fc1-bfc327de9193" providerId="ADAL" clId="{EA63E509-74D0-48D7-868C-A989EB2A4525}" dt="2025-08-14T10:40:33.716" v="596" actId="1076"/>
        <pc:sldMkLst>
          <pc:docMk/>
          <pc:sldMk cId="1210868357" sldId="260"/>
        </pc:sldMkLst>
        <pc:spChg chg="mod">
          <ac:chgData name="Vasanti Kadam" userId="2d2c718a-941c-44c5-9fc1-bfc327de9193" providerId="ADAL" clId="{EA63E509-74D0-48D7-868C-A989EB2A4525}" dt="2025-08-14T10:33:39.360" v="530" actId="1076"/>
          <ac:spMkLst>
            <pc:docMk/>
            <pc:sldMk cId="1210868357" sldId="260"/>
            <ac:spMk id="3" creationId="{3B11B6F8-BE1B-6387-AC03-61DE136C93EE}"/>
          </ac:spMkLst>
        </pc:spChg>
        <pc:spChg chg="mod">
          <ac:chgData name="Vasanti Kadam" userId="2d2c718a-941c-44c5-9fc1-bfc327de9193" providerId="ADAL" clId="{EA63E509-74D0-48D7-868C-A989EB2A4525}" dt="2025-08-14T10:33:39.360" v="530" actId="1076"/>
          <ac:spMkLst>
            <pc:docMk/>
            <pc:sldMk cId="1210868357" sldId="260"/>
            <ac:spMk id="5" creationId="{2B15280A-1226-C3C3-4A90-7AD831E9131C}"/>
          </ac:spMkLst>
        </pc:spChg>
        <pc:spChg chg="mod">
          <ac:chgData name="Vasanti Kadam" userId="2d2c718a-941c-44c5-9fc1-bfc327de9193" providerId="ADAL" clId="{EA63E509-74D0-48D7-868C-A989EB2A4525}" dt="2025-08-14T10:33:39.360" v="530" actId="1076"/>
          <ac:spMkLst>
            <pc:docMk/>
            <pc:sldMk cId="1210868357" sldId="260"/>
            <ac:spMk id="8" creationId="{5794CF64-2C1E-B1AF-91EF-6AFA0F098F18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9" creationId="{F7430723-F0F9-48B1-AEA7-B38D463544B4}"/>
          </ac:spMkLst>
        </pc:spChg>
        <pc:spChg chg="mod">
          <ac:chgData name="Vasanti Kadam" userId="2d2c718a-941c-44c5-9fc1-bfc327de9193" providerId="ADAL" clId="{EA63E509-74D0-48D7-868C-A989EB2A4525}" dt="2025-08-14T10:33:39.360" v="530" actId="1076"/>
          <ac:spMkLst>
            <pc:docMk/>
            <pc:sldMk cId="1210868357" sldId="260"/>
            <ac:spMk id="13" creationId="{F0BC0D31-E573-E4AF-E06A-36708A7C5C90}"/>
          </ac:spMkLst>
        </pc:spChg>
        <pc:spChg chg="mod">
          <ac:chgData name="Vasanti Kadam" userId="2d2c718a-941c-44c5-9fc1-bfc327de9193" providerId="ADAL" clId="{EA63E509-74D0-48D7-868C-A989EB2A4525}" dt="2025-08-14T10:33:39.360" v="530" actId="1076"/>
          <ac:spMkLst>
            <pc:docMk/>
            <pc:sldMk cId="1210868357" sldId="260"/>
            <ac:spMk id="15" creationId="{4CD406C0-D64B-AE40-D079-A6B5B9826F1C}"/>
          </ac:spMkLst>
        </pc:spChg>
        <pc:spChg chg="mod">
          <ac:chgData name="Vasanti Kadam" userId="2d2c718a-941c-44c5-9fc1-bfc327de9193" providerId="ADAL" clId="{EA63E509-74D0-48D7-868C-A989EB2A4525}" dt="2025-08-14T10:33:33.521" v="529" actId="14100"/>
          <ac:spMkLst>
            <pc:docMk/>
            <pc:sldMk cId="1210868357" sldId="260"/>
            <ac:spMk id="19" creationId="{D28C1836-8762-999A-20CE-800DC0BED4B1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20" creationId="{8223FCC7-1C38-4AE6-20BC-62C6EE1774EF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24" creationId="{8AEBDC08-1B8D-E5D2-890A-8D1BFBF96126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33" creationId="{217CAD2D-A12E-513F-207A-67EB634F2E03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41" creationId="{54C6ED1A-FD56-C568-A7DE-AAC2BF8F9D34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42" creationId="{92EE9E5E-F645-1F66-4297-9A95D88D5EF4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45" creationId="{58C412DE-635A-905B-5DBF-AB188C509624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52" creationId="{41AED35D-2345-0357-1A51-BFC0B9765204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53" creationId="{860CA56E-BB40-D435-D22B-BA76DCE40387}"/>
          </ac:spMkLst>
        </pc:spChg>
        <pc:spChg chg="del">
          <ac:chgData name="Vasanti Kadam" userId="2d2c718a-941c-44c5-9fc1-bfc327de9193" providerId="ADAL" clId="{EA63E509-74D0-48D7-868C-A989EB2A4525}" dt="2025-08-14T10:33:20.819" v="526" actId="478"/>
          <ac:spMkLst>
            <pc:docMk/>
            <pc:sldMk cId="1210868357" sldId="260"/>
            <ac:spMk id="54" creationId="{DA00E73E-4B81-1537-8D53-04E43E45CA22}"/>
          </ac:spMkLst>
        </pc:spChg>
        <pc:picChg chg="mod">
          <ac:chgData name="Vasanti Kadam" userId="2d2c718a-941c-44c5-9fc1-bfc327de9193" providerId="ADAL" clId="{EA63E509-74D0-48D7-868C-A989EB2A4525}" dt="2025-08-14T10:40:33.716" v="596" actId="1076"/>
          <ac:picMkLst>
            <pc:docMk/>
            <pc:sldMk cId="1210868357" sldId="260"/>
            <ac:picMk id="22" creationId="{105EF015-578A-EF94-4A73-D8532C329C42}"/>
          </ac:picMkLst>
        </pc:picChg>
        <pc:picChg chg="mod">
          <ac:chgData name="Vasanti Kadam" userId="2d2c718a-941c-44c5-9fc1-bfc327de9193" providerId="ADAL" clId="{EA63E509-74D0-48D7-868C-A989EB2A4525}" dt="2025-08-14T10:33:27.111" v="527" actId="1076"/>
          <ac:picMkLst>
            <pc:docMk/>
            <pc:sldMk cId="1210868357" sldId="260"/>
            <ac:picMk id="27" creationId="{0C825B74-B06C-4D29-370F-03DE8F7FA1AD}"/>
          </ac:picMkLst>
        </pc:picChg>
        <pc:picChg chg="mod">
          <ac:chgData name="Vasanti Kadam" userId="2d2c718a-941c-44c5-9fc1-bfc327de9193" providerId="ADAL" clId="{EA63E509-74D0-48D7-868C-A989EB2A4525}" dt="2025-08-14T10:33:27.111" v="527" actId="1076"/>
          <ac:picMkLst>
            <pc:docMk/>
            <pc:sldMk cId="1210868357" sldId="260"/>
            <ac:picMk id="29" creationId="{33FEB00E-3206-49AD-B86C-6BA91A145B0E}"/>
          </ac:picMkLst>
        </pc:picChg>
        <pc:picChg chg="mod">
          <ac:chgData name="Vasanti Kadam" userId="2d2c718a-941c-44c5-9fc1-bfc327de9193" providerId="ADAL" clId="{EA63E509-74D0-48D7-868C-A989EB2A4525}" dt="2025-08-14T10:33:27.111" v="527" actId="1076"/>
          <ac:picMkLst>
            <pc:docMk/>
            <pc:sldMk cId="1210868357" sldId="260"/>
            <ac:picMk id="35" creationId="{A06D7424-3E0B-45C2-F36D-E795A8A1D85A}"/>
          </ac:picMkLst>
        </pc:picChg>
        <pc:picChg chg="mod">
          <ac:chgData name="Vasanti Kadam" userId="2d2c718a-941c-44c5-9fc1-bfc327de9193" providerId="ADAL" clId="{EA63E509-74D0-48D7-868C-A989EB2A4525}" dt="2025-08-14T10:33:27.111" v="527" actId="1076"/>
          <ac:picMkLst>
            <pc:docMk/>
            <pc:sldMk cId="1210868357" sldId="260"/>
            <ac:picMk id="37" creationId="{7B38F5CE-7A32-A28A-F2D2-9B69B3BE1B3C}"/>
          </ac:picMkLst>
        </pc:picChg>
        <pc:picChg chg="mod">
          <ac:chgData name="Vasanti Kadam" userId="2d2c718a-941c-44c5-9fc1-bfc327de9193" providerId="ADAL" clId="{EA63E509-74D0-48D7-868C-A989EB2A4525}" dt="2025-08-14T10:33:27.111" v="527" actId="1076"/>
          <ac:picMkLst>
            <pc:docMk/>
            <pc:sldMk cId="1210868357" sldId="260"/>
            <ac:picMk id="39" creationId="{BCA0D15E-D333-6743-7039-D5E862C39558}"/>
          </ac:picMkLst>
        </pc:picChg>
      </pc:sldChg>
      <pc:sldChg chg="addSp delSp modSp add del mod">
        <pc:chgData name="Vasanti Kadam" userId="2d2c718a-941c-44c5-9fc1-bfc327de9193" providerId="ADAL" clId="{EA63E509-74D0-48D7-868C-A989EB2A4525}" dt="2025-08-14T10:49:18.001" v="734" actId="47"/>
        <pc:sldMkLst>
          <pc:docMk/>
          <pc:sldMk cId="3227669212" sldId="366"/>
        </pc:sldMkLst>
        <pc:spChg chg="mod">
          <ac:chgData name="Vasanti Kadam" userId="2d2c718a-941c-44c5-9fc1-bfc327de9193" providerId="ADAL" clId="{EA63E509-74D0-48D7-868C-A989EB2A4525}" dt="2025-08-14T10:47:38.069" v="683" actId="164"/>
          <ac:spMkLst>
            <pc:docMk/>
            <pc:sldMk cId="3227669212" sldId="366"/>
            <ac:spMk id="5" creationId="{03D0704D-9877-27CD-313D-4F6565C735BC}"/>
          </ac:spMkLst>
        </pc:spChg>
        <pc:spChg chg="mod">
          <ac:chgData name="Vasanti Kadam" userId="2d2c718a-941c-44c5-9fc1-bfc327de9193" providerId="ADAL" clId="{EA63E509-74D0-48D7-868C-A989EB2A4525}" dt="2025-08-14T10:47:32.874" v="680" actId="27636"/>
          <ac:spMkLst>
            <pc:docMk/>
            <pc:sldMk cId="3227669212" sldId="366"/>
            <ac:spMk id="9" creationId="{CD76D988-2E1E-1A6E-D34B-ED2486007B48}"/>
          </ac:spMkLst>
        </pc:spChg>
        <pc:spChg chg="mod">
          <ac:chgData name="Vasanti Kadam" userId="2d2c718a-941c-44c5-9fc1-bfc327de9193" providerId="ADAL" clId="{EA63E509-74D0-48D7-868C-A989EB2A4525}" dt="2025-08-14T10:47:38.069" v="683" actId="164"/>
          <ac:spMkLst>
            <pc:docMk/>
            <pc:sldMk cId="3227669212" sldId="366"/>
            <ac:spMk id="10" creationId="{61CE925E-B51F-946F-4EBE-CAD84801BECE}"/>
          </ac:spMkLst>
        </pc:spChg>
        <pc:grpChg chg="add mod ord">
          <ac:chgData name="Vasanti Kadam" userId="2d2c718a-941c-44c5-9fc1-bfc327de9193" providerId="ADAL" clId="{EA63E509-74D0-48D7-868C-A989EB2A4525}" dt="2025-08-14T10:47:45.815" v="688" actId="164"/>
          <ac:grpSpMkLst>
            <pc:docMk/>
            <pc:sldMk cId="3227669212" sldId="366"/>
            <ac:grpSpMk id="2" creationId="{EF0ED5F5-8B14-13ED-FDF7-96D218E7B7AA}"/>
          </ac:grpSpMkLst>
        </pc:grpChg>
        <pc:grpChg chg="add del mod ord">
          <ac:chgData name="Vasanti Kadam" userId="2d2c718a-941c-44c5-9fc1-bfc327de9193" providerId="ADAL" clId="{EA63E509-74D0-48D7-868C-A989EB2A4525}" dt="2025-08-14T10:47:51.481" v="692" actId="21"/>
          <ac:grpSpMkLst>
            <pc:docMk/>
            <pc:sldMk cId="3227669212" sldId="366"/>
            <ac:grpSpMk id="3" creationId="{750754BD-B862-81C6-137A-8DA1882E4ED7}"/>
          </ac:grpSpMkLst>
        </pc:grpChg>
        <pc:picChg chg="mod">
          <ac:chgData name="Vasanti Kadam" userId="2d2c718a-941c-44c5-9fc1-bfc327de9193" providerId="ADAL" clId="{EA63E509-74D0-48D7-868C-A989EB2A4525}" dt="2025-08-14T10:47:45.815" v="688" actId="164"/>
          <ac:picMkLst>
            <pc:docMk/>
            <pc:sldMk cId="3227669212" sldId="366"/>
            <ac:picMk id="4" creationId="{4B2F5855-4416-229D-4D9C-C4A605F8871B}"/>
          </ac:picMkLst>
        </pc:picChg>
      </pc:sldChg>
      <pc:sldChg chg="add">
        <pc:chgData name="Vasanti Kadam" userId="2d2c718a-941c-44c5-9fc1-bfc327de9193" providerId="ADAL" clId="{EA63E509-74D0-48D7-868C-A989EB2A4525}" dt="2025-08-14T10:40:22.100" v="594"/>
        <pc:sldMkLst>
          <pc:docMk/>
          <pc:sldMk cId="2970396063" sldId="12242"/>
        </pc:sldMkLst>
      </pc:sldChg>
      <pc:sldChg chg="modSp add mod ord">
        <pc:chgData name="Vasanti Kadam" userId="2d2c718a-941c-44c5-9fc1-bfc327de9193" providerId="ADAL" clId="{EA63E509-74D0-48D7-868C-A989EB2A4525}" dt="2025-08-14T10:46:46.984" v="674"/>
        <pc:sldMkLst>
          <pc:docMk/>
          <pc:sldMk cId="4276784498" sldId="12647"/>
        </pc:sldMkLst>
        <pc:spChg chg="mod">
          <ac:chgData name="Vasanti Kadam" userId="2d2c718a-941c-44c5-9fc1-bfc327de9193" providerId="ADAL" clId="{EA63E509-74D0-48D7-868C-A989EB2A4525}" dt="2025-08-14T10:45:18.372" v="670" actId="1582"/>
          <ac:spMkLst>
            <pc:docMk/>
            <pc:sldMk cId="4276784498" sldId="12647"/>
            <ac:spMk id="3" creationId="{E0840632-B12A-45BC-AB08-4B1AB2841582}"/>
          </ac:spMkLst>
        </pc:spChg>
        <pc:spChg chg="mod">
          <ac:chgData name="Vasanti Kadam" userId="2d2c718a-941c-44c5-9fc1-bfc327de9193" providerId="ADAL" clId="{EA63E509-74D0-48D7-868C-A989EB2A4525}" dt="2025-08-14T10:43:40.038" v="643" actId="1036"/>
          <ac:spMkLst>
            <pc:docMk/>
            <pc:sldMk cId="4276784498" sldId="12647"/>
            <ac:spMk id="27" creationId="{C0BF1AB1-858C-454E-AA6C-C584DA533EC8}"/>
          </ac:spMkLst>
        </pc:spChg>
        <pc:spChg chg="mod">
          <ac:chgData name="Vasanti Kadam" userId="2d2c718a-941c-44c5-9fc1-bfc327de9193" providerId="ADAL" clId="{EA63E509-74D0-48D7-868C-A989EB2A4525}" dt="2025-08-14T10:42:59.130" v="615" actId="2710"/>
          <ac:spMkLst>
            <pc:docMk/>
            <pc:sldMk cId="4276784498" sldId="12647"/>
            <ac:spMk id="33" creationId="{6D3BBE98-DB23-4478-A2D7-62B9363A06A5}"/>
          </ac:spMkLst>
        </pc:spChg>
        <pc:spChg chg="mod">
          <ac:chgData name="Vasanti Kadam" userId="2d2c718a-941c-44c5-9fc1-bfc327de9193" providerId="ADAL" clId="{EA63E509-74D0-48D7-868C-A989EB2A4525}" dt="2025-08-14T10:43:40.038" v="643" actId="1036"/>
          <ac:spMkLst>
            <pc:docMk/>
            <pc:sldMk cId="4276784498" sldId="12647"/>
            <ac:spMk id="68" creationId="{02A415EA-F914-47C0-AB69-22C7952FB91B}"/>
          </ac:spMkLst>
        </pc:spChg>
        <pc:spChg chg="mod">
          <ac:chgData name="Vasanti Kadam" userId="2d2c718a-941c-44c5-9fc1-bfc327de9193" providerId="ADAL" clId="{EA63E509-74D0-48D7-868C-A989EB2A4525}" dt="2025-08-14T10:43:40.038" v="643" actId="1036"/>
          <ac:spMkLst>
            <pc:docMk/>
            <pc:sldMk cId="4276784498" sldId="12647"/>
            <ac:spMk id="71" creationId="{F47F5306-B4C9-481F-B4BE-D9BDBDFBCAE2}"/>
          </ac:spMkLst>
        </pc:spChg>
        <pc:spChg chg="mod">
          <ac:chgData name="Vasanti Kadam" userId="2d2c718a-941c-44c5-9fc1-bfc327de9193" providerId="ADAL" clId="{EA63E509-74D0-48D7-868C-A989EB2A4525}" dt="2025-08-14T10:43:25.833" v="628" actId="465"/>
          <ac:spMkLst>
            <pc:docMk/>
            <pc:sldMk cId="4276784498" sldId="12647"/>
            <ac:spMk id="72" creationId="{61192873-91B5-4457-8D2D-2F3108521CCE}"/>
          </ac:spMkLst>
        </pc:spChg>
        <pc:spChg chg="mod">
          <ac:chgData name="Vasanti Kadam" userId="2d2c718a-941c-44c5-9fc1-bfc327de9193" providerId="ADAL" clId="{EA63E509-74D0-48D7-868C-A989EB2A4525}" dt="2025-08-14T10:43:25.833" v="628" actId="465"/>
          <ac:spMkLst>
            <pc:docMk/>
            <pc:sldMk cId="4276784498" sldId="12647"/>
            <ac:spMk id="73" creationId="{F491726E-32A8-4494-BE58-563A3B6B0840}"/>
          </ac:spMkLst>
        </pc:spChg>
        <pc:spChg chg="mod">
          <ac:chgData name="Vasanti Kadam" userId="2d2c718a-941c-44c5-9fc1-bfc327de9193" providerId="ADAL" clId="{EA63E509-74D0-48D7-868C-A989EB2A4525}" dt="2025-08-14T10:43:25.833" v="628" actId="465"/>
          <ac:spMkLst>
            <pc:docMk/>
            <pc:sldMk cId="4276784498" sldId="12647"/>
            <ac:spMk id="74" creationId="{8321386C-8BF4-45DD-8238-3BCDB333150E}"/>
          </ac:spMkLst>
        </pc:spChg>
        <pc:spChg chg="mod">
          <ac:chgData name="Vasanti Kadam" userId="2d2c718a-941c-44c5-9fc1-bfc327de9193" providerId="ADAL" clId="{EA63E509-74D0-48D7-868C-A989EB2A4525}" dt="2025-08-14T10:43:08.794" v="621" actId="1035"/>
          <ac:spMkLst>
            <pc:docMk/>
            <pc:sldMk cId="4276784498" sldId="12647"/>
            <ac:spMk id="75" creationId="{B52FA249-FFE1-4D4C-8315-C7C499EBEF1D}"/>
          </ac:spMkLst>
        </pc:spChg>
        <pc:spChg chg="mod">
          <ac:chgData name="Vasanti Kadam" userId="2d2c718a-941c-44c5-9fc1-bfc327de9193" providerId="ADAL" clId="{EA63E509-74D0-48D7-868C-A989EB2A4525}" dt="2025-08-14T10:43:17.108" v="625" actId="1076"/>
          <ac:spMkLst>
            <pc:docMk/>
            <pc:sldMk cId="4276784498" sldId="12647"/>
            <ac:spMk id="76" creationId="{144B2EA5-9DE4-422E-BED3-B4518C43EC0F}"/>
          </ac:spMkLst>
        </pc:spChg>
        <pc:spChg chg="mod">
          <ac:chgData name="Vasanti Kadam" userId="2d2c718a-941c-44c5-9fc1-bfc327de9193" providerId="ADAL" clId="{EA63E509-74D0-48D7-868C-A989EB2A4525}" dt="2025-08-14T10:44:15.736" v="651" actId="553"/>
          <ac:spMkLst>
            <pc:docMk/>
            <pc:sldMk cId="4276784498" sldId="12647"/>
            <ac:spMk id="77" creationId="{4590C490-78B9-4C2C-9BE1-7A5DA3551810}"/>
          </ac:spMkLst>
        </pc:spChg>
        <pc:spChg chg="mod">
          <ac:chgData name="Vasanti Kadam" userId="2d2c718a-941c-44c5-9fc1-bfc327de9193" providerId="ADAL" clId="{EA63E509-74D0-48D7-868C-A989EB2A4525}" dt="2025-08-14T10:44:15.736" v="651" actId="553"/>
          <ac:spMkLst>
            <pc:docMk/>
            <pc:sldMk cId="4276784498" sldId="12647"/>
            <ac:spMk id="78" creationId="{86A58BDF-C128-40E2-8013-CE1756334952}"/>
          </ac:spMkLst>
        </pc:spChg>
        <pc:spChg chg="mod">
          <ac:chgData name="Vasanti Kadam" userId="2d2c718a-941c-44c5-9fc1-bfc327de9193" providerId="ADAL" clId="{EA63E509-74D0-48D7-868C-A989EB2A4525}" dt="2025-08-14T10:43:51.109" v="645" actId="1076"/>
          <ac:spMkLst>
            <pc:docMk/>
            <pc:sldMk cId="4276784498" sldId="12647"/>
            <ac:spMk id="79" creationId="{64A4FB50-C7F1-4141-8CDB-ED53F538685C}"/>
          </ac:spMkLst>
        </pc:spChg>
        <pc:spChg chg="mod">
          <ac:chgData name="Vasanti Kadam" userId="2d2c718a-941c-44c5-9fc1-bfc327de9193" providerId="ADAL" clId="{EA63E509-74D0-48D7-868C-A989EB2A4525}" dt="2025-08-14T10:43:44.827" v="644" actId="1076"/>
          <ac:spMkLst>
            <pc:docMk/>
            <pc:sldMk cId="4276784498" sldId="12647"/>
            <ac:spMk id="85" creationId="{8906BAE3-646F-4946-AEB2-74CB42F1E47B}"/>
          </ac:spMkLst>
        </pc:spChg>
        <pc:spChg chg="mod">
          <ac:chgData name="Vasanti Kadam" userId="2d2c718a-941c-44c5-9fc1-bfc327de9193" providerId="ADAL" clId="{EA63E509-74D0-48D7-868C-A989EB2A4525}" dt="2025-08-14T10:44:15.736" v="651" actId="553"/>
          <ac:spMkLst>
            <pc:docMk/>
            <pc:sldMk cId="4276784498" sldId="12647"/>
            <ac:spMk id="96" creationId="{E90B968A-DD4D-4300-A605-46C109097EE4}"/>
          </ac:spMkLst>
        </pc:spChg>
        <pc:spChg chg="mod">
          <ac:chgData name="Vasanti Kadam" userId="2d2c718a-941c-44c5-9fc1-bfc327de9193" providerId="ADAL" clId="{EA63E509-74D0-48D7-868C-A989EB2A4525}" dt="2025-08-14T10:44:15.736" v="651" actId="553"/>
          <ac:spMkLst>
            <pc:docMk/>
            <pc:sldMk cId="4276784498" sldId="12647"/>
            <ac:spMk id="97" creationId="{47FD09F5-EB11-4C95-BB9E-B5149977AE5E}"/>
          </ac:spMkLst>
        </pc:spChg>
        <pc:spChg chg="mod">
          <ac:chgData name="Vasanti Kadam" userId="2d2c718a-941c-44c5-9fc1-bfc327de9193" providerId="ADAL" clId="{EA63E509-74D0-48D7-868C-A989EB2A4525}" dt="2025-08-14T10:43:55.265" v="647" actId="1076"/>
          <ac:spMkLst>
            <pc:docMk/>
            <pc:sldMk cId="4276784498" sldId="12647"/>
            <ac:spMk id="123" creationId="{5E6DCF7E-2BA4-4E35-BF3A-20995BB2E996}"/>
          </ac:spMkLst>
        </pc:spChg>
        <pc:spChg chg="mod">
          <ac:chgData name="Vasanti Kadam" userId="2d2c718a-941c-44c5-9fc1-bfc327de9193" providerId="ADAL" clId="{EA63E509-74D0-48D7-868C-A989EB2A4525}" dt="2025-08-14T10:43:58.055" v="648" actId="1076"/>
          <ac:spMkLst>
            <pc:docMk/>
            <pc:sldMk cId="4276784498" sldId="12647"/>
            <ac:spMk id="124" creationId="{B85F1392-65E6-4B3D-BCB8-1F7276679BA8}"/>
          </ac:spMkLst>
        </pc:spChg>
        <pc:spChg chg="mod">
          <ac:chgData name="Vasanti Kadam" userId="2d2c718a-941c-44c5-9fc1-bfc327de9193" providerId="ADAL" clId="{EA63E509-74D0-48D7-868C-A989EB2A4525}" dt="2025-08-14T10:43:53.487" v="646" actId="1076"/>
          <ac:spMkLst>
            <pc:docMk/>
            <pc:sldMk cId="4276784498" sldId="12647"/>
            <ac:spMk id="127" creationId="{CB93BE54-023D-4147-A5DD-9E9F1B9E87E4}"/>
          </ac:spMkLst>
        </pc:spChg>
        <pc:grpChg chg="mod">
          <ac:chgData name="Vasanti Kadam" userId="2d2c718a-941c-44c5-9fc1-bfc327de9193" providerId="ADAL" clId="{EA63E509-74D0-48D7-868C-A989EB2A4525}" dt="2025-08-14T10:43:40.038" v="643" actId="1036"/>
          <ac:grpSpMkLst>
            <pc:docMk/>
            <pc:sldMk cId="4276784498" sldId="12647"/>
            <ac:grpSpMk id="2" creationId="{A94C0C78-2397-4DB8-8118-49C91301D612}"/>
          </ac:grpSpMkLst>
        </pc:grpChg>
        <pc:grpChg chg="mod">
          <ac:chgData name="Vasanti Kadam" userId="2d2c718a-941c-44c5-9fc1-bfc327de9193" providerId="ADAL" clId="{EA63E509-74D0-48D7-868C-A989EB2A4525}" dt="2025-08-14T10:43:40.038" v="643" actId="1036"/>
          <ac:grpSpMkLst>
            <pc:docMk/>
            <pc:sldMk cId="4276784498" sldId="12647"/>
            <ac:grpSpMk id="4" creationId="{73B8E170-517F-453A-8BAA-3BA991540574}"/>
          </ac:grpSpMkLst>
        </pc:grpChg>
        <pc:grpChg chg="mod">
          <ac:chgData name="Vasanti Kadam" userId="2d2c718a-941c-44c5-9fc1-bfc327de9193" providerId="ADAL" clId="{EA63E509-74D0-48D7-868C-A989EB2A4525}" dt="2025-08-14T10:44:15.736" v="651" actId="553"/>
          <ac:grpSpMkLst>
            <pc:docMk/>
            <pc:sldMk cId="4276784498" sldId="12647"/>
            <ac:grpSpMk id="98" creationId="{E7A171EA-50BF-40AC-A451-0C9A941026ED}"/>
          </ac:grpSpMkLst>
        </pc:grpChg>
        <pc:grpChg chg="mod">
          <ac:chgData name="Vasanti Kadam" userId="2d2c718a-941c-44c5-9fc1-bfc327de9193" providerId="ADAL" clId="{EA63E509-74D0-48D7-868C-A989EB2A4525}" dt="2025-08-14T10:44:15.736" v="651" actId="553"/>
          <ac:grpSpMkLst>
            <pc:docMk/>
            <pc:sldMk cId="4276784498" sldId="12647"/>
            <ac:grpSpMk id="99" creationId="{6B1EFD3D-4A7A-474F-AD3B-5CB97494C921}"/>
          </ac:grpSpMkLst>
        </pc:grpChg>
        <pc:grpChg chg="mod">
          <ac:chgData name="Vasanti Kadam" userId="2d2c718a-941c-44c5-9fc1-bfc327de9193" providerId="ADAL" clId="{EA63E509-74D0-48D7-868C-A989EB2A4525}" dt="2025-08-14T10:44:15.736" v="651" actId="553"/>
          <ac:grpSpMkLst>
            <pc:docMk/>
            <pc:sldMk cId="4276784498" sldId="12647"/>
            <ac:grpSpMk id="113" creationId="{3D319846-6BF1-4937-B8A5-F56C63EB264E}"/>
          </ac:grpSpMkLst>
        </pc:grpChg>
        <pc:grpChg chg="mod">
          <ac:chgData name="Vasanti Kadam" userId="2d2c718a-941c-44c5-9fc1-bfc327de9193" providerId="ADAL" clId="{EA63E509-74D0-48D7-868C-A989EB2A4525}" dt="2025-08-14T10:44:15.736" v="651" actId="553"/>
          <ac:grpSpMkLst>
            <pc:docMk/>
            <pc:sldMk cId="4276784498" sldId="12647"/>
            <ac:grpSpMk id="114" creationId="{CEB3F8F0-305C-43B9-86AA-64D82D72EE3C}"/>
          </ac:grpSpMkLst>
        </pc:grpChg>
        <pc:grpChg chg="mod">
          <ac:chgData name="Vasanti Kadam" userId="2d2c718a-941c-44c5-9fc1-bfc327de9193" providerId="ADAL" clId="{EA63E509-74D0-48D7-868C-A989EB2A4525}" dt="2025-08-14T10:44:15.736" v="651" actId="553"/>
          <ac:grpSpMkLst>
            <pc:docMk/>
            <pc:sldMk cId="4276784498" sldId="12647"/>
            <ac:grpSpMk id="120" creationId="{84540B92-9033-473C-AF96-B3C348E6F8B0}"/>
          </ac:grpSpMkLst>
        </pc:grpChg>
        <pc:cxnChg chg="mod">
          <ac:chgData name="Vasanti Kadam" userId="2d2c718a-941c-44c5-9fc1-bfc327de9193" providerId="ADAL" clId="{EA63E509-74D0-48D7-868C-A989EB2A4525}" dt="2025-08-14T10:43:22.985" v="627" actId="465"/>
          <ac:cxnSpMkLst>
            <pc:docMk/>
            <pc:sldMk cId="4276784498" sldId="12647"/>
            <ac:cxnSpMk id="34" creationId="{4F89CC55-92D3-41BB-BA4C-025F4D7AD2B5}"/>
          </ac:cxnSpMkLst>
        </pc:cxnChg>
      </pc:sldChg>
      <pc:sldChg chg="addSp delSp modSp add del mod modClrScheme chgLayout">
        <pc:chgData name="Vasanti Kadam" userId="2d2c718a-941c-44c5-9fc1-bfc327de9193" providerId="ADAL" clId="{EA63E509-74D0-48D7-868C-A989EB2A4525}" dt="2025-08-14T10:52:15.612" v="801" actId="47"/>
        <pc:sldMkLst>
          <pc:docMk/>
          <pc:sldMk cId="3742742223" sldId="2145706500"/>
        </pc:sldMkLst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5" creationId="{9C763EF2-55F0-421D-90F9-08D3ED5D026D}"/>
          </ac:spMkLst>
        </pc:spChg>
        <pc:spChg chg="del mod topLvl">
          <ac:chgData name="Vasanti Kadam" userId="2d2c718a-941c-44c5-9fc1-bfc327de9193" providerId="ADAL" clId="{EA63E509-74D0-48D7-868C-A989EB2A4525}" dt="2025-08-14T10:48:39.458" v="724" actId="478"/>
          <ac:spMkLst>
            <pc:docMk/>
            <pc:sldMk cId="3742742223" sldId="2145706500"/>
            <ac:spMk id="6" creationId="{03D0704D-9877-27CD-313D-4F6565C735BC}"/>
          </ac:spMkLst>
        </pc:spChg>
        <pc:spChg chg="mod topLvl">
          <ac:chgData name="Vasanti Kadam" userId="2d2c718a-941c-44c5-9fc1-bfc327de9193" providerId="ADAL" clId="{EA63E509-74D0-48D7-868C-A989EB2A4525}" dt="2025-08-14T10:51:10.981" v="790" actId="571"/>
          <ac:spMkLst>
            <pc:docMk/>
            <pc:sldMk cId="3742742223" sldId="2145706500"/>
            <ac:spMk id="6" creationId="{36EFB2B9-2822-78BD-4681-59330E18CFBF}"/>
          </ac:spMkLst>
        </pc:spChg>
        <pc:spChg chg="del mod topLvl">
          <ac:chgData name="Vasanti Kadam" userId="2d2c718a-941c-44c5-9fc1-bfc327de9193" providerId="ADAL" clId="{EA63E509-74D0-48D7-868C-A989EB2A4525}" dt="2025-08-14T10:48:39.110" v="723" actId="478"/>
          <ac:spMkLst>
            <pc:docMk/>
            <pc:sldMk cId="3742742223" sldId="2145706500"/>
            <ac:spMk id="7" creationId="{61CE925E-B51F-946F-4EBE-CAD84801BECE}"/>
          </ac:spMkLst>
        </pc:spChg>
        <pc:spChg chg="mod topLvl">
          <ac:chgData name="Vasanti Kadam" userId="2d2c718a-941c-44c5-9fc1-bfc327de9193" providerId="ADAL" clId="{EA63E509-74D0-48D7-868C-A989EB2A4525}" dt="2025-08-14T10:51:10.981" v="790" actId="571"/>
          <ac:spMkLst>
            <pc:docMk/>
            <pc:sldMk cId="3742742223" sldId="2145706500"/>
            <ac:spMk id="10" creationId="{2D90D54E-E43E-C07D-46B6-C33CB796B938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11" creationId="{30A7F65A-2AC3-3CBA-557A-71D89A2253A5}"/>
          </ac:spMkLst>
        </pc:spChg>
        <pc:spChg chg="mod">
          <ac:chgData name="Vasanti Kadam" userId="2d2c718a-941c-44c5-9fc1-bfc327de9193" providerId="ADAL" clId="{EA63E509-74D0-48D7-868C-A989EB2A4525}" dt="2025-08-14T10:48:40.355" v="725"/>
          <ac:spMkLst>
            <pc:docMk/>
            <pc:sldMk cId="3742742223" sldId="2145706500"/>
            <ac:spMk id="13" creationId="{FB82C36F-A6D5-08D5-8A7D-6ED6E6FF6580}"/>
          </ac:spMkLst>
        </pc:spChg>
        <pc:spChg chg="mod">
          <ac:chgData name="Vasanti Kadam" userId="2d2c718a-941c-44c5-9fc1-bfc327de9193" providerId="ADAL" clId="{EA63E509-74D0-48D7-868C-A989EB2A4525}" dt="2025-08-14T10:51:10.981" v="790" actId="571"/>
          <ac:spMkLst>
            <pc:docMk/>
            <pc:sldMk cId="3742742223" sldId="2145706500"/>
            <ac:spMk id="14" creationId="{9998FD88-4F78-B919-1F2D-517BA1A9D220}"/>
          </ac:spMkLst>
        </pc:spChg>
        <pc:spChg chg="mod">
          <ac:chgData name="Vasanti Kadam" userId="2d2c718a-941c-44c5-9fc1-bfc327de9193" providerId="ADAL" clId="{EA63E509-74D0-48D7-868C-A989EB2A4525}" dt="2025-08-14T10:50:12.129" v="759" actId="207"/>
          <ac:spMkLst>
            <pc:docMk/>
            <pc:sldMk cId="3742742223" sldId="2145706500"/>
            <ac:spMk id="16" creationId="{2A3B19BB-C86D-472F-B8F8-8C5F03039CC6}"/>
          </ac:spMkLst>
        </pc:spChg>
        <pc:spChg chg="mod">
          <ac:chgData name="Vasanti Kadam" userId="2d2c718a-941c-44c5-9fc1-bfc327de9193" providerId="ADAL" clId="{EA63E509-74D0-48D7-868C-A989EB2A4525}" dt="2025-08-14T10:51:10.981" v="790" actId="571"/>
          <ac:spMkLst>
            <pc:docMk/>
            <pc:sldMk cId="3742742223" sldId="2145706500"/>
            <ac:spMk id="17" creationId="{62EAC53B-1C24-6C5D-77BA-5A67CD2C2E93}"/>
          </ac:spMkLst>
        </pc:spChg>
        <pc:spChg chg="mod">
          <ac:chgData name="Vasanti Kadam" userId="2d2c718a-941c-44c5-9fc1-bfc327de9193" providerId="ADAL" clId="{EA63E509-74D0-48D7-868C-A989EB2A4525}" dt="2025-08-14T10:51:10.981" v="790" actId="571"/>
          <ac:spMkLst>
            <pc:docMk/>
            <pc:sldMk cId="3742742223" sldId="2145706500"/>
            <ac:spMk id="18" creationId="{EF1F97FA-135F-7F3B-B759-46CD90BDA1F3}"/>
          </ac:spMkLst>
        </pc:spChg>
        <pc:spChg chg="mod">
          <ac:chgData name="Vasanti Kadam" userId="2d2c718a-941c-44c5-9fc1-bfc327de9193" providerId="ADAL" clId="{EA63E509-74D0-48D7-868C-A989EB2A4525}" dt="2025-08-14T10:52:09.783" v="800" actId="1076"/>
          <ac:spMkLst>
            <pc:docMk/>
            <pc:sldMk cId="3742742223" sldId="2145706500"/>
            <ac:spMk id="20" creationId="{FE393046-1826-5E5D-C770-50A82C10D5B6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21" creationId="{DECD153C-A396-0527-4035-183F44058C9F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26" creationId="{CE1BEADD-6DB2-FBDF-2305-86DFCB732DCC}"/>
          </ac:spMkLst>
        </pc:spChg>
        <pc:spChg chg="mod">
          <ac:chgData name="Vasanti Kadam" userId="2d2c718a-941c-44c5-9fc1-bfc327de9193" providerId="ADAL" clId="{EA63E509-74D0-48D7-868C-A989EB2A4525}" dt="2025-08-14T10:52:09.783" v="800" actId="1076"/>
          <ac:spMkLst>
            <pc:docMk/>
            <pc:sldMk cId="3742742223" sldId="2145706500"/>
            <ac:spMk id="28" creationId="{9173D3DD-396D-444C-F918-8213D17F840F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29" creationId="{1B937489-4A6A-421C-81E6-7A154DD0AA6B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34" creationId="{981E09EE-FAEB-4BF4-92EB-D5F5CEA13D8A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37" creationId="{58BDA429-2451-19BD-BD2C-4D1603D0717A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38" creationId="{B310D502-A708-9EEF-6EE5-F9BF04140A51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49" creationId="{E5E176BC-5E7E-9166-130F-740C679BD269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50" creationId="{9AF64E31-2B9A-3C6D-32E1-1D37B332988A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53" creationId="{6EA529BD-851C-293E-617C-9337283B0AAE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59" creationId="{CE9B01EC-1C04-5B26-B4C8-893270C44BEC}"/>
          </ac:spMkLst>
        </pc:spChg>
        <pc:spChg chg="del mod">
          <ac:chgData name="Vasanti Kadam" userId="2d2c718a-941c-44c5-9fc1-bfc327de9193" providerId="ADAL" clId="{EA63E509-74D0-48D7-868C-A989EB2A4525}" dt="2025-08-14T10:49:02.613" v="729" actId="478"/>
          <ac:spMkLst>
            <pc:docMk/>
            <pc:sldMk cId="3742742223" sldId="2145706500"/>
            <ac:spMk id="65" creationId="{C78777FE-05B2-4194-B905-20680D2C71C8}"/>
          </ac:spMkLst>
        </pc:spChg>
        <pc:spChg chg="del">
          <ac:chgData name="Vasanti Kadam" userId="2d2c718a-941c-44c5-9fc1-bfc327de9193" providerId="ADAL" clId="{EA63E509-74D0-48D7-868C-A989EB2A4525}" dt="2025-08-14T10:49:02.613" v="729" actId="478"/>
          <ac:spMkLst>
            <pc:docMk/>
            <pc:sldMk cId="3742742223" sldId="2145706500"/>
            <ac:spMk id="67" creationId="{E37181AA-B9A8-4C8A-938E-1F32439E1AA4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74" creationId="{C508B78E-0AA1-7DFF-17DB-F707F459B428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75" creationId="{887320DA-042B-22D0-1271-97257C1C00D5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83" creationId="{B877B26F-CAA2-B957-EDAA-DD7A310B6C95}"/>
          </ac:spMkLst>
        </pc:spChg>
        <pc:spChg chg="mod">
          <ac:chgData name="Vasanti Kadam" userId="2d2c718a-941c-44c5-9fc1-bfc327de9193" providerId="ADAL" clId="{EA63E509-74D0-48D7-868C-A989EB2A4525}" dt="2025-08-14T10:50:30.681" v="771" actId="207"/>
          <ac:spMkLst>
            <pc:docMk/>
            <pc:sldMk cId="3742742223" sldId="2145706500"/>
            <ac:spMk id="85" creationId="{28D47AFB-ADD5-8481-5BE1-5C23FAE57627}"/>
          </ac:spMkLst>
        </pc:spChg>
        <pc:spChg chg="mod">
          <ac:chgData name="Vasanti Kadam" userId="2d2c718a-941c-44c5-9fc1-bfc327de9193" providerId="ADAL" clId="{EA63E509-74D0-48D7-868C-A989EB2A4525}" dt="2025-08-14T10:50:30.681" v="771" actId="207"/>
          <ac:spMkLst>
            <pc:docMk/>
            <pc:sldMk cId="3742742223" sldId="2145706500"/>
            <ac:spMk id="86" creationId="{D8E27006-D3E0-B0B3-00EA-C178BB00FA58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88" creationId="{4EC9EF0F-71EB-6A4F-11A7-3FB7362AB6A2}"/>
          </ac:spMkLst>
        </pc:spChg>
        <pc:spChg chg="mod">
          <ac:chgData name="Vasanti Kadam" userId="2d2c718a-941c-44c5-9fc1-bfc327de9193" providerId="ADAL" clId="{EA63E509-74D0-48D7-868C-A989EB2A4525}" dt="2025-08-14T10:51:02.870" v="782" actId="208"/>
          <ac:spMkLst>
            <pc:docMk/>
            <pc:sldMk cId="3742742223" sldId="2145706500"/>
            <ac:spMk id="89" creationId="{14BA4C0E-D89B-EEAE-6C15-0858DF17C26B}"/>
          </ac:spMkLst>
        </pc:spChg>
        <pc:spChg chg="mod">
          <ac:chgData name="Vasanti Kadam" userId="2d2c718a-941c-44c5-9fc1-bfc327de9193" providerId="ADAL" clId="{EA63E509-74D0-48D7-868C-A989EB2A4525}" dt="2025-08-14T10:51:02.870" v="782" actId="208"/>
          <ac:spMkLst>
            <pc:docMk/>
            <pc:sldMk cId="3742742223" sldId="2145706500"/>
            <ac:spMk id="90" creationId="{F494E3EB-DD96-852F-7551-7A670BB7E77D}"/>
          </ac:spMkLst>
        </pc:spChg>
        <pc:spChg chg="mod">
          <ac:chgData name="Vasanti Kadam" userId="2d2c718a-941c-44c5-9fc1-bfc327de9193" providerId="ADAL" clId="{EA63E509-74D0-48D7-868C-A989EB2A4525}" dt="2025-08-14T10:51:02.870" v="782" actId="208"/>
          <ac:spMkLst>
            <pc:docMk/>
            <pc:sldMk cId="3742742223" sldId="2145706500"/>
            <ac:spMk id="91" creationId="{DC3BA431-820A-D748-1896-7248FBBC8062}"/>
          </ac:spMkLst>
        </pc:spChg>
        <pc:spChg chg="mod">
          <ac:chgData name="Vasanti Kadam" userId="2d2c718a-941c-44c5-9fc1-bfc327de9193" providerId="ADAL" clId="{EA63E509-74D0-48D7-868C-A989EB2A4525}" dt="2025-08-14T10:51:53.136" v="798"/>
          <ac:spMkLst>
            <pc:docMk/>
            <pc:sldMk cId="3742742223" sldId="2145706500"/>
            <ac:spMk id="93" creationId="{B0950A90-FBED-59EC-643B-B09E55F8CFFD}"/>
          </ac:spMkLst>
        </pc:spChg>
        <pc:spChg chg="mod topLvl">
          <ac:chgData name="Vasanti Kadam" userId="2d2c718a-941c-44c5-9fc1-bfc327de9193" providerId="ADAL" clId="{EA63E509-74D0-48D7-868C-A989EB2A4525}" dt="2025-08-14T10:51:02.870" v="782" actId="208"/>
          <ac:spMkLst>
            <pc:docMk/>
            <pc:sldMk cId="3742742223" sldId="2145706500"/>
            <ac:spMk id="98" creationId="{C0D7E104-E3B8-4B5C-ACA1-D2F8A4CE1170}"/>
          </ac:spMkLst>
        </pc:spChg>
        <pc:spChg chg="del mod">
          <ac:chgData name="Vasanti Kadam" userId="2d2c718a-941c-44c5-9fc1-bfc327de9193" providerId="ADAL" clId="{EA63E509-74D0-48D7-868C-A989EB2A4525}" dt="2025-08-14T10:51:52.348" v="797" actId="478"/>
          <ac:spMkLst>
            <pc:docMk/>
            <pc:sldMk cId="3742742223" sldId="2145706500"/>
            <ac:spMk id="100" creationId="{6C50C666-6C7C-DEA7-9555-E27DBBF57414}"/>
          </ac:spMkLst>
        </pc:spChg>
        <pc:grpChg chg="add mod">
          <ac:chgData name="Vasanti Kadam" userId="2d2c718a-941c-44c5-9fc1-bfc327de9193" providerId="ADAL" clId="{EA63E509-74D0-48D7-868C-A989EB2A4525}" dt="2025-08-14T10:50:56.819" v="780" actId="164"/>
          <ac:grpSpMkLst>
            <pc:docMk/>
            <pc:sldMk cId="3742742223" sldId="2145706500"/>
            <ac:grpSpMk id="2" creationId="{BC02FF12-55A3-30E2-AE0E-0B27549AFF74}"/>
          </ac:grpSpMkLst>
        </pc:grpChg>
        <pc:grpChg chg="del mod topLvl">
          <ac:chgData name="Vasanti Kadam" userId="2d2c718a-941c-44c5-9fc1-bfc327de9193" providerId="ADAL" clId="{EA63E509-74D0-48D7-868C-A989EB2A4525}" dt="2025-08-14T10:48:14.925" v="711" actId="165"/>
          <ac:grpSpMkLst>
            <pc:docMk/>
            <pc:sldMk cId="3742742223" sldId="2145706500"/>
            <ac:grpSpMk id="2" creationId="{EF0ED5F5-8B14-13ED-FDF7-96D218E7B7AA}"/>
          </ac:grpSpMkLst>
        </pc:grpChg>
        <pc:grpChg chg="add del mod ord">
          <ac:chgData name="Vasanti Kadam" userId="2d2c718a-941c-44c5-9fc1-bfc327de9193" providerId="ADAL" clId="{EA63E509-74D0-48D7-868C-A989EB2A4525}" dt="2025-08-14T10:48:06.044" v="697" actId="165"/>
          <ac:grpSpMkLst>
            <pc:docMk/>
            <pc:sldMk cId="3742742223" sldId="2145706500"/>
            <ac:grpSpMk id="3" creationId="{750754BD-B862-81C6-137A-8DA1882E4ED7}"/>
          </ac:grpSpMkLst>
        </pc:grpChg>
        <pc:grpChg chg="add del mod">
          <ac:chgData name="Vasanti Kadam" userId="2d2c718a-941c-44c5-9fc1-bfc327de9193" providerId="ADAL" clId="{EA63E509-74D0-48D7-868C-A989EB2A4525}" dt="2025-08-14T10:51:10.981" v="790" actId="571"/>
          <ac:grpSpMkLst>
            <pc:docMk/>
            <pc:sldMk cId="3742742223" sldId="2145706500"/>
            <ac:grpSpMk id="3" creationId="{7624B4FE-486D-029E-A071-64690E238EA4}"/>
          </ac:grpSpMkLst>
        </pc:grpChg>
        <pc:grpChg chg="add del mod">
          <ac:chgData name="Vasanti Kadam" userId="2d2c718a-941c-44c5-9fc1-bfc327de9193" providerId="ADAL" clId="{EA63E509-74D0-48D7-868C-A989EB2A4525}" dt="2025-08-14T10:51:10.981" v="790" actId="571"/>
          <ac:grpSpMkLst>
            <pc:docMk/>
            <pc:sldMk cId="3742742223" sldId="2145706500"/>
            <ac:grpSpMk id="7" creationId="{27324924-1D41-6269-EF98-D4ED341E2941}"/>
          </ac:grpSpMkLst>
        </pc:grpChg>
        <pc:grpChg chg="mod topLvl">
          <ac:chgData name="Vasanti Kadam" userId="2d2c718a-941c-44c5-9fc1-bfc327de9193" providerId="ADAL" clId="{EA63E509-74D0-48D7-868C-A989EB2A4525}" dt="2025-08-14T10:51:10.981" v="790" actId="571"/>
          <ac:grpSpMkLst>
            <pc:docMk/>
            <pc:sldMk cId="3742742223" sldId="2145706500"/>
            <ac:grpSpMk id="8" creationId="{AAC758FA-3647-17EF-8D76-0BF601D86A15}"/>
          </ac:grpSpMkLst>
        </pc:grpChg>
        <pc:grpChg chg="add mod ord">
          <ac:chgData name="Vasanti Kadam" userId="2d2c718a-941c-44c5-9fc1-bfc327de9193" providerId="ADAL" clId="{EA63E509-74D0-48D7-868C-A989EB2A4525}" dt="2025-08-14T10:49:57.381" v="742" actId="1076"/>
          <ac:grpSpMkLst>
            <pc:docMk/>
            <pc:sldMk cId="3742742223" sldId="2145706500"/>
            <ac:grpSpMk id="9" creationId="{B8BAB516-833F-9550-F0E9-DFAA450A9C6C}"/>
          </ac:grpSpMkLst>
        </pc:grpChg>
        <pc:grpChg chg="mod">
          <ac:chgData name="Vasanti Kadam" userId="2d2c718a-941c-44c5-9fc1-bfc327de9193" providerId="ADAL" clId="{EA63E509-74D0-48D7-868C-A989EB2A4525}" dt="2025-08-14T10:52:09.783" v="800" actId="1076"/>
          <ac:grpSpMkLst>
            <pc:docMk/>
            <pc:sldMk cId="3742742223" sldId="2145706500"/>
            <ac:grpSpMk id="22" creationId="{6EB3C786-AD51-C0FB-DFA5-A045D0EDBCEC}"/>
          </ac:grpSpMkLst>
        </pc:grpChg>
        <pc:grpChg chg="mod">
          <ac:chgData name="Vasanti Kadam" userId="2d2c718a-941c-44c5-9fc1-bfc327de9193" providerId="ADAL" clId="{EA63E509-74D0-48D7-868C-A989EB2A4525}" dt="2025-08-14T10:52:09.783" v="800" actId="1076"/>
          <ac:grpSpMkLst>
            <pc:docMk/>
            <pc:sldMk cId="3742742223" sldId="2145706500"/>
            <ac:grpSpMk id="31" creationId="{E858EAF5-038F-9C8D-A68B-41B4D1193DDA}"/>
          </ac:grpSpMkLst>
        </pc:grpChg>
        <pc:grpChg chg="mod">
          <ac:chgData name="Vasanti Kadam" userId="2d2c718a-941c-44c5-9fc1-bfc327de9193" providerId="ADAL" clId="{EA63E509-74D0-48D7-868C-A989EB2A4525}" dt="2025-08-14T10:52:09.783" v="800" actId="1076"/>
          <ac:grpSpMkLst>
            <pc:docMk/>
            <pc:sldMk cId="3742742223" sldId="2145706500"/>
            <ac:grpSpMk id="40" creationId="{0BD64143-50C5-4DBA-14BA-9221FBE701AD}"/>
          </ac:grpSpMkLst>
        </pc:grpChg>
        <pc:grpChg chg="mod">
          <ac:chgData name="Vasanti Kadam" userId="2d2c718a-941c-44c5-9fc1-bfc327de9193" providerId="ADAL" clId="{EA63E509-74D0-48D7-868C-A989EB2A4525}" dt="2025-08-14T10:52:09.783" v="800" actId="1076"/>
          <ac:grpSpMkLst>
            <pc:docMk/>
            <pc:sldMk cId="3742742223" sldId="2145706500"/>
            <ac:grpSpMk id="58" creationId="{19526642-7A6F-F0D6-B500-7820995778CE}"/>
          </ac:grpSpMkLst>
        </pc:grpChg>
        <pc:grpChg chg="mod">
          <ac:chgData name="Vasanti Kadam" userId="2d2c718a-941c-44c5-9fc1-bfc327de9193" providerId="ADAL" clId="{EA63E509-74D0-48D7-868C-A989EB2A4525}" dt="2025-08-14T10:52:09.783" v="800" actId="1076"/>
          <ac:grpSpMkLst>
            <pc:docMk/>
            <pc:sldMk cId="3742742223" sldId="2145706500"/>
            <ac:grpSpMk id="76" creationId="{0944904A-6165-401E-ABBE-56CC20E4C1ED}"/>
          </ac:grpSpMkLst>
        </pc:grpChg>
        <pc:grpChg chg="del mod">
          <ac:chgData name="Vasanti Kadam" userId="2d2c718a-941c-44c5-9fc1-bfc327de9193" providerId="ADAL" clId="{EA63E509-74D0-48D7-868C-A989EB2A4525}" dt="2025-08-14T10:51:52.348" v="797" actId="478"/>
          <ac:grpSpMkLst>
            <pc:docMk/>
            <pc:sldMk cId="3742742223" sldId="2145706500"/>
            <ac:grpSpMk id="79" creationId="{10D87B62-78CF-143C-7194-705E938D3B79}"/>
          </ac:grpSpMkLst>
        </pc:grpChg>
        <pc:grpChg chg="mod">
          <ac:chgData name="Vasanti Kadam" userId="2d2c718a-941c-44c5-9fc1-bfc327de9193" providerId="ADAL" clId="{EA63E509-74D0-48D7-868C-A989EB2A4525}" dt="2025-08-14T10:50:30.681" v="771" actId="207"/>
          <ac:grpSpMkLst>
            <pc:docMk/>
            <pc:sldMk cId="3742742223" sldId="2145706500"/>
            <ac:grpSpMk id="84" creationId="{712E88D0-B9EC-9765-B660-02C7F22E26D1}"/>
          </ac:grpSpMkLst>
        </pc:grpChg>
        <pc:grpChg chg="mod topLvl">
          <ac:chgData name="Vasanti Kadam" userId="2d2c718a-941c-44c5-9fc1-bfc327de9193" providerId="ADAL" clId="{EA63E509-74D0-48D7-868C-A989EB2A4525}" dt="2025-08-14T10:50:56.819" v="780" actId="164"/>
          <ac:grpSpMkLst>
            <pc:docMk/>
            <pc:sldMk cId="3742742223" sldId="2145706500"/>
            <ac:grpSpMk id="97" creationId="{E06B303F-F1DA-AF1B-B639-CEB3173CCED0}"/>
          </ac:grpSpMkLst>
        </pc:grpChg>
        <pc:grpChg chg="del">
          <ac:chgData name="Vasanti Kadam" userId="2d2c718a-941c-44c5-9fc1-bfc327de9193" providerId="ADAL" clId="{EA63E509-74D0-48D7-868C-A989EB2A4525}" dt="2025-08-14T10:50:50.632" v="777" actId="165"/>
          <ac:grpSpMkLst>
            <pc:docMk/>
            <pc:sldMk cId="3742742223" sldId="2145706500"/>
            <ac:grpSpMk id="99" creationId="{7BBB3A22-6715-8922-D80F-52A1BD01B5E4}"/>
          </ac:grpSpMkLst>
        </pc:grpChg>
        <pc:picChg chg="del">
          <ac:chgData name="Vasanti Kadam" userId="2d2c718a-941c-44c5-9fc1-bfc327de9193" providerId="ADAL" clId="{EA63E509-74D0-48D7-868C-A989EB2A4525}" dt="2025-08-14T09:54:02.186" v="115" actId="478"/>
          <ac:picMkLst>
            <pc:docMk/>
            <pc:sldMk cId="3742742223" sldId="2145706500"/>
            <ac:picMk id="2" creationId="{3A781D40-A6BD-F9C5-10C1-7ED67CE2055B}"/>
          </ac:picMkLst>
        </pc:picChg>
        <pc:picChg chg="del mod ord topLvl">
          <ac:chgData name="Vasanti Kadam" userId="2d2c718a-941c-44c5-9fc1-bfc327de9193" providerId="ADAL" clId="{EA63E509-74D0-48D7-868C-A989EB2A4525}" dt="2025-08-14T10:49:11.297" v="733" actId="478"/>
          <ac:picMkLst>
            <pc:docMk/>
            <pc:sldMk cId="3742742223" sldId="2145706500"/>
            <ac:picMk id="4" creationId="{4B2F5855-4416-229D-4D9C-C4A605F8871B}"/>
          </ac:picMkLst>
        </pc:picChg>
        <pc:picChg chg="mod topLvl">
          <ac:chgData name="Vasanti Kadam" userId="2d2c718a-941c-44c5-9fc1-bfc327de9193" providerId="ADAL" clId="{EA63E509-74D0-48D7-868C-A989EB2A4525}" dt="2025-08-14T10:51:10.981" v="790" actId="571"/>
          <ac:picMkLst>
            <pc:docMk/>
            <pc:sldMk cId="3742742223" sldId="2145706500"/>
            <ac:picMk id="4" creationId="{5BC43BDF-12DE-F98A-C8D3-17CC8D1C0183}"/>
          </ac:picMkLst>
        </pc:picChg>
        <pc:picChg chg="del">
          <ac:chgData name="Vasanti Kadam" userId="2d2c718a-941c-44c5-9fc1-bfc327de9193" providerId="ADAL" clId="{EA63E509-74D0-48D7-868C-A989EB2A4525}" dt="2025-08-14T10:47:07.862" v="676" actId="478"/>
          <ac:picMkLst>
            <pc:docMk/>
            <pc:sldMk cId="3742742223" sldId="2145706500"/>
            <ac:picMk id="8" creationId="{C80796BC-7089-408D-2D4D-16E61E6B98A9}"/>
          </ac:picMkLst>
        </pc:picChg>
        <pc:picChg chg="del mod">
          <ac:chgData name="Vasanti Kadam" userId="2d2c718a-941c-44c5-9fc1-bfc327de9193" providerId="ADAL" clId="{EA63E509-74D0-48D7-868C-A989EB2A4525}" dt="2025-08-14T10:48:24.893" v="722" actId="478"/>
          <ac:picMkLst>
            <pc:docMk/>
            <pc:sldMk cId="3742742223" sldId="2145706500"/>
            <ac:picMk id="10" creationId="{79564BB9-847F-DBC0-EA19-686AE5FD2B17}"/>
          </ac:picMkLst>
        </pc:picChg>
        <pc:picChg chg="mod">
          <ac:chgData name="Vasanti Kadam" userId="2d2c718a-941c-44c5-9fc1-bfc327de9193" providerId="ADAL" clId="{EA63E509-74D0-48D7-868C-A989EB2A4525}" dt="2025-08-14T10:48:40.355" v="725"/>
          <ac:picMkLst>
            <pc:docMk/>
            <pc:sldMk cId="3742742223" sldId="2145706500"/>
            <ac:picMk id="12" creationId="{52AA580A-D7E5-603E-371C-2A6EDCA12588}"/>
          </ac:picMkLst>
        </pc:picChg>
        <pc:picChg chg="mod">
          <ac:chgData name="Vasanti Kadam" userId="2d2c718a-941c-44c5-9fc1-bfc327de9193" providerId="ADAL" clId="{EA63E509-74D0-48D7-868C-A989EB2A4525}" dt="2025-08-14T10:52:09.783" v="800" actId="1076"/>
          <ac:picMkLst>
            <pc:docMk/>
            <pc:sldMk cId="3742742223" sldId="2145706500"/>
            <ac:picMk id="27" creationId="{17B854FC-FE00-3B61-924A-8F0FD1E563F8}"/>
          </ac:picMkLst>
        </pc:picChg>
        <pc:picChg chg="del mod">
          <ac:chgData name="Vasanti Kadam" userId="2d2c718a-941c-44c5-9fc1-bfc327de9193" providerId="ADAL" clId="{EA63E509-74D0-48D7-868C-A989EB2A4525}" dt="2025-08-14T10:51:52.348" v="797" actId="478"/>
          <ac:picMkLst>
            <pc:docMk/>
            <pc:sldMk cId="3742742223" sldId="2145706500"/>
            <ac:picMk id="32" creationId="{B496CF66-4F51-4FB8-AE44-66240A667799}"/>
          </ac:picMkLst>
        </pc:picChg>
        <pc:cxnChg chg="del">
          <ac:chgData name="Vasanti Kadam" userId="2d2c718a-941c-44c5-9fc1-bfc327de9193" providerId="ADAL" clId="{EA63E509-74D0-48D7-868C-A989EB2A4525}" dt="2025-08-14T10:52:01.054" v="799" actId="478"/>
          <ac:cxnSpMkLst>
            <pc:docMk/>
            <pc:sldMk cId="3742742223" sldId="2145706500"/>
            <ac:cxnSpMk id="19" creationId="{622AEC2A-5DF1-A852-040C-83D22DC395F0}"/>
          </ac:cxnSpMkLst>
        </pc:cxnChg>
        <pc:cxnChg chg="mod">
          <ac:chgData name="Vasanti Kadam" userId="2d2c718a-941c-44c5-9fc1-bfc327de9193" providerId="ADAL" clId="{EA63E509-74D0-48D7-868C-A989EB2A4525}" dt="2025-08-14T10:52:09.783" v="800" actId="1076"/>
          <ac:cxnSpMkLst>
            <pc:docMk/>
            <pc:sldMk cId="3742742223" sldId="2145706500"/>
            <ac:cxnSpMk id="25" creationId="{ED3C13D8-8259-E468-BA01-497926E66855}"/>
          </ac:cxnSpMkLst>
        </pc:cxnChg>
      </pc:sldChg>
      <pc:sldChg chg="addSp delSp modSp add del mod">
        <pc:chgData name="Vasanti Kadam" userId="2d2c718a-941c-44c5-9fc1-bfc327de9193" providerId="ADAL" clId="{EA63E509-74D0-48D7-868C-A989EB2A4525}" dt="2025-08-14T10:46:43.449" v="671" actId="2696"/>
        <pc:sldMkLst>
          <pc:docMk/>
          <pc:sldMk cId="147791974" sldId="2147477895"/>
        </pc:sldMkLst>
        <pc:spChg chg="ord">
          <ac:chgData name="Vasanti Kadam" userId="2d2c718a-941c-44c5-9fc1-bfc327de9193" providerId="ADAL" clId="{EA63E509-74D0-48D7-868C-A989EB2A4525}" dt="2025-08-14T09:42:43.142" v="97" actId="167"/>
          <ac:spMkLst>
            <pc:docMk/>
            <pc:sldMk cId="147791974" sldId="2147477895"/>
            <ac:spMk id="3" creationId="{14F9BED6-ED81-F12B-52B1-8753C961CD21}"/>
          </ac:spMkLst>
        </pc:spChg>
        <pc:spChg chg="mod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20" creationId="{3BD30CFA-B0FF-1F0E-E103-9F6FBCEC0847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25" creationId="{01E4A0FB-3781-F537-43F3-658D2F1047B6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26" creationId="{9A02E2D6-6806-3874-F1DE-7B5C4FD06F36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28" creationId="{B76D7193-05CF-DD08-5B47-5DDB1783E4D1}"/>
          </ac:spMkLst>
        </pc:spChg>
        <pc:spChg chg="mod topLvl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30" creationId="{429927AE-5FE9-5E53-D6F2-5816E7421E82}"/>
          </ac:spMkLst>
        </pc:spChg>
        <pc:spChg chg="mod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31" creationId="{C79FFC3F-E20E-2F4E-DA8A-E9934FB3F60A}"/>
          </ac:spMkLst>
        </pc:spChg>
        <pc:spChg chg="mod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32" creationId="{3DF316AD-F1E1-03E4-81EF-4329071F10B1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33" creationId="{D79F1785-3189-D902-0079-6DEFE60DE6D3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35" creationId="{5A5E0C46-8C94-7C72-0D63-8A3738D82309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36" creationId="{27955863-7A12-3FF0-ECBA-BDCD2F8CF291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39" creationId="{0DCD9D64-429E-657E-FA92-50E68BDCD663}"/>
          </ac:spMkLst>
        </pc:spChg>
        <pc:spChg chg="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41" creationId="{E746A041-9663-51F6-C0C2-06E2D49A1829}"/>
          </ac:spMkLst>
        </pc:spChg>
        <pc:spChg chg="mod topLvl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45" creationId="{572F9201-7B89-8AFD-C9FA-4A7A9B397BBD}"/>
          </ac:spMkLst>
        </pc:spChg>
        <pc:spChg chg="mod topLvl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46" creationId="{79456C7A-683B-1B0E-899A-8606AC0FF018}"/>
          </ac:spMkLst>
        </pc:spChg>
        <pc:spChg chg="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50" creationId="{CB0A6FAF-18A3-C70D-0F09-4A738ACA27B8}"/>
          </ac:spMkLst>
        </pc:spChg>
        <pc:spChg chg="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54" creationId="{D9B12B72-187A-7C6D-1369-C9549F9A05EF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56" creationId="{61B84428-4D32-29E7-C3F1-3A2DF255951F}"/>
          </ac:spMkLst>
        </pc:spChg>
        <pc:spChg chg="add mod">
          <ac:chgData name="Vasanti Kadam" userId="2d2c718a-941c-44c5-9fc1-bfc327de9193" providerId="ADAL" clId="{EA63E509-74D0-48D7-868C-A989EB2A4525}" dt="2025-08-14T09:49:25.629" v="101"/>
          <ac:spMkLst>
            <pc:docMk/>
            <pc:sldMk cId="147791974" sldId="2147477895"/>
            <ac:spMk id="59" creationId="{E6B8D752-05DE-F515-C1F2-2274A53A8AC9}"/>
          </ac:spMkLst>
        </pc:spChg>
        <pc:spChg chg="mod topLvl">
          <ac:chgData name="Vasanti Kadam" userId="2d2c718a-941c-44c5-9fc1-bfc327de9193" providerId="ADAL" clId="{EA63E509-74D0-48D7-868C-A989EB2A4525}" dt="2025-08-14T09:42:54.026" v="100" actId="164"/>
          <ac:spMkLst>
            <pc:docMk/>
            <pc:sldMk cId="147791974" sldId="2147477895"/>
            <ac:spMk id="69" creationId="{B52FE643-C47A-D8DA-15F9-7A66BAC1823E}"/>
          </ac:spMkLst>
        </pc:spChg>
        <pc:spChg chg="mod topLvl">
          <ac:chgData name="Vasanti Kadam" userId="2d2c718a-941c-44c5-9fc1-bfc327de9193" providerId="ADAL" clId="{EA63E509-74D0-48D7-868C-A989EB2A4525}" dt="2025-08-14T09:42:54.026" v="100" actId="164"/>
          <ac:spMkLst>
            <pc:docMk/>
            <pc:sldMk cId="147791974" sldId="2147477895"/>
            <ac:spMk id="72" creationId="{A64F9EA6-1F90-F798-90A1-65A1882B680F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91" creationId="{910F35FA-04E9-C945-7A9C-FF8B49C297FD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92" creationId="{8A97E34A-F4A8-1E82-49D7-D9C5EA441D1C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05" creationId="{FB075115-62F9-47DE-5AD5-2FA690A398D2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06" creationId="{C3BE6B28-7725-F8E7-FE93-125A17C1C4B9}"/>
          </ac:spMkLst>
        </pc:spChg>
        <pc:spChg chg="mod topLvl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116" creationId="{E8341404-3269-7E19-90BD-E25F5C9FED5E}"/>
          </ac:spMkLst>
        </pc:spChg>
        <pc:spChg chg="mod topLvl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117" creationId="{587ABC40-C63A-9919-5214-61F91246E1E6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19" creationId="{0CA478BE-8CE4-F339-8772-135D73B280C3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20" creationId="{8362AAC2-F239-49BA-5126-6CA2CD9EE288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24" creationId="{B828757E-CD67-E2EC-F78D-92BB1913FAC5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26" creationId="{D1B59623-E8DE-D34D-4ECF-ACFCB8B4C875}"/>
          </ac:spMkLst>
        </pc:spChg>
        <pc:spChg chg="mod topLvl">
          <ac:chgData name="Vasanti Kadam" userId="2d2c718a-941c-44c5-9fc1-bfc327de9193" providerId="ADAL" clId="{EA63E509-74D0-48D7-868C-A989EB2A4525}" dt="2025-08-14T09:42:54.026" v="100" actId="164"/>
          <ac:spMkLst>
            <pc:docMk/>
            <pc:sldMk cId="147791974" sldId="2147477895"/>
            <ac:spMk id="127" creationId="{1A0BEA19-BC7F-B968-FA10-B17DE9456EF7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28" creationId="{E7E3B9B7-E89E-474F-33A3-99BBA89B57E3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29" creationId="{49954191-027C-D3FA-ED5B-FF57D625AE5A}"/>
          </ac:spMkLst>
        </pc:spChg>
        <pc:spChg chg="mod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130" creationId="{1C83F27E-F60E-9581-38C2-ECF0C9235B56}"/>
          </ac:spMkLst>
        </pc:spChg>
        <pc:spChg chg="mod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131" creationId="{96809F1C-9774-5F2F-42A4-3DA85B3B4D57}"/>
          </ac:spMkLst>
        </pc:spChg>
        <pc:spChg chg="mod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132" creationId="{5A60F8CF-84CA-681D-0643-85117A09A768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33" creationId="{DAA23D0A-EACF-51C0-A308-7ECF0917D8A6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34" creationId="{001EAD6E-2601-4D46-CFA8-3B87CE86CB08}"/>
          </ac:spMkLst>
        </pc:spChg>
        <pc:spChg chg="mod topLvl">
          <ac:chgData name="Vasanti Kadam" userId="2d2c718a-941c-44c5-9fc1-bfc327de9193" providerId="ADAL" clId="{EA63E509-74D0-48D7-868C-A989EB2A4525}" dt="2025-08-14T09:42:54.026" v="100" actId="164"/>
          <ac:spMkLst>
            <pc:docMk/>
            <pc:sldMk cId="147791974" sldId="2147477895"/>
            <ac:spMk id="135" creationId="{B1CCA20B-5742-42ED-3CF5-E1993DBA44FF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36" creationId="{B1CCDF93-B2BF-8AC5-2225-D5BE8C837B26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37" creationId="{3A3345AB-5DFA-156A-AF10-F445BF90DA1F}"/>
          </ac:spMkLst>
        </pc:spChg>
        <pc:spChg chg="mod topLvl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138" creationId="{1D8B2184-D20A-B566-1D9E-4BBDEF0836A9}"/>
          </ac:spMkLst>
        </pc:spChg>
        <pc:spChg chg="mod topLvl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152" creationId="{7D6D78FA-02CF-9284-F2FF-DF2B7189B677}"/>
          </ac:spMkLst>
        </pc:spChg>
        <pc:spChg chg="mod topLvl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153" creationId="{9CD69394-019F-2FF3-DF35-5A8170C38BA7}"/>
          </ac:spMkLst>
        </pc:spChg>
        <pc:spChg chg="mod topLvl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162" creationId="{13A5A75C-2238-1184-C0E3-BE23DF4757FE}"/>
          </ac:spMkLst>
        </pc:spChg>
        <pc:spChg chg="mod topLvl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163" creationId="{8102CC19-BBCC-C4D5-6261-2176FFE872E1}"/>
          </ac:spMkLst>
        </pc:spChg>
        <pc:spChg chg="mod topLvl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178" creationId="{388076AD-CEB1-7637-5F1F-637DA3D569ED}"/>
          </ac:spMkLst>
        </pc:spChg>
        <pc:spChg chg="mod topLvl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179" creationId="{FBFAB523-E875-AAE0-EA86-23DB407B9B7C}"/>
          </ac:spMkLst>
        </pc:spChg>
        <pc:spChg chg="mod">
          <ac:chgData name="Vasanti Kadam" userId="2d2c718a-941c-44c5-9fc1-bfc327de9193" providerId="ADAL" clId="{EA63E509-74D0-48D7-868C-A989EB2A4525}" dt="2025-08-14T09:42:28.125" v="94" actId="164"/>
          <ac:spMkLst>
            <pc:docMk/>
            <pc:sldMk cId="147791974" sldId="2147477895"/>
            <ac:spMk id="181" creationId="{2430BD85-819A-634F-11A6-17D8196AFA6A}"/>
          </ac:spMkLst>
        </pc:spChg>
        <pc:spChg chg="mod topLvl">
          <ac:chgData name="Vasanti Kadam" userId="2d2c718a-941c-44c5-9fc1-bfc327de9193" providerId="ADAL" clId="{EA63E509-74D0-48D7-868C-A989EB2A4525}" dt="2025-08-14T09:42:47.108" v="98" actId="164"/>
          <ac:spMkLst>
            <pc:docMk/>
            <pc:sldMk cId="147791974" sldId="2147477895"/>
            <ac:spMk id="182" creationId="{B62F5B8E-6825-D6E5-331E-CB5C6792B58D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83" creationId="{CE666FC2-78CD-416A-ADC3-47EC50142F01}"/>
          </ac:spMkLst>
        </pc:spChg>
        <pc:spChg chg="del">
          <ac:chgData name="Vasanti Kadam" userId="2d2c718a-941c-44c5-9fc1-bfc327de9193" providerId="ADAL" clId="{EA63E509-74D0-48D7-868C-A989EB2A4525}" dt="2025-08-14T09:37:35.867" v="6" actId="478"/>
          <ac:spMkLst>
            <pc:docMk/>
            <pc:sldMk cId="147791974" sldId="2147477895"/>
            <ac:spMk id="184" creationId="{3BD90B29-3DE0-54D6-32A8-A005D5262EB0}"/>
          </ac:spMkLst>
        </pc:spChg>
        <pc:spChg chg="mod">
          <ac:chgData name="Vasanti Kadam" userId="2d2c718a-941c-44c5-9fc1-bfc327de9193" providerId="ADAL" clId="{EA63E509-74D0-48D7-868C-A989EB2A4525}" dt="2025-08-14T09:42:49.420" v="99" actId="164"/>
          <ac:spMkLst>
            <pc:docMk/>
            <pc:sldMk cId="147791974" sldId="2147477895"/>
            <ac:spMk id="186" creationId="{CA7AFDD2-746F-0166-045F-110AB893FA50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87" creationId="{9DA1BAE6-0412-661D-8EA6-5456BAE3BCB8}"/>
          </ac:spMkLst>
        </pc:spChg>
        <pc:spChg chg="add del">
          <ac:chgData name="Vasanti Kadam" userId="2d2c718a-941c-44c5-9fc1-bfc327de9193" providerId="ADAL" clId="{EA63E509-74D0-48D7-868C-A989EB2A4525}" dt="2025-08-14T09:39:04.210" v="9" actId="478"/>
          <ac:spMkLst>
            <pc:docMk/>
            <pc:sldMk cId="147791974" sldId="2147477895"/>
            <ac:spMk id="188" creationId="{D831A042-D1E1-65A0-68A2-A06BECFA9187}"/>
          </ac:spMkLst>
        </pc:spChg>
        <pc:grpChg chg="add mod">
          <ac:chgData name="Vasanti Kadam" userId="2d2c718a-941c-44c5-9fc1-bfc327de9193" providerId="ADAL" clId="{EA63E509-74D0-48D7-868C-A989EB2A4525}" dt="2025-08-14T09:41:01.682" v="11" actId="164"/>
          <ac:grpSpMkLst>
            <pc:docMk/>
            <pc:sldMk cId="147791974" sldId="2147477895"/>
            <ac:grpSpMk id="5" creationId="{5D70A725-7D0A-D9E2-4B77-9882DF42952C}"/>
          </ac:grpSpMkLst>
        </pc:grpChg>
        <pc:grpChg chg="add mod">
          <ac:chgData name="Vasanti Kadam" userId="2d2c718a-941c-44c5-9fc1-bfc327de9193" providerId="ADAL" clId="{EA63E509-74D0-48D7-868C-A989EB2A4525}" dt="2025-08-14T09:41:05.084" v="12" actId="164"/>
          <ac:grpSpMkLst>
            <pc:docMk/>
            <pc:sldMk cId="147791974" sldId="2147477895"/>
            <ac:grpSpMk id="6" creationId="{AC9301B9-DEA3-75C6-8F8F-CF4D9949C781}"/>
          </ac:grpSpMkLst>
        </pc:grpChg>
        <pc:grpChg chg="add mod">
          <ac:chgData name="Vasanti Kadam" userId="2d2c718a-941c-44c5-9fc1-bfc327de9193" providerId="ADAL" clId="{EA63E509-74D0-48D7-868C-A989EB2A4525}" dt="2025-08-14T09:41:42.461" v="86" actId="1076"/>
          <ac:grpSpMkLst>
            <pc:docMk/>
            <pc:sldMk cId="147791974" sldId="2147477895"/>
            <ac:grpSpMk id="7" creationId="{1F4F1B16-BF3D-8E82-2FDE-E1992B0BBC13}"/>
          </ac:grpSpMkLst>
        </pc:grpChg>
        <pc:grpChg chg="add mod">
          <ac:chgData name="Vasanti Kadam" userId="2d2c718a-941c-44c5-9fc1-bfc327de9193" providerId="ADAL" clId="{EA63E509-74D0-48D7-868C-A989EB2A4525}" dt="2025-08-14T09:41:17.928" v="15" actId="164"/>
          <ac:grpSpMkLst>
            <pc:docMk/>
            <pc:sldMk cId="147791974" sldId="2147477895"/>
            <ac:grpSpMk id="8" creationId="{4583298A-8504-49FA-7C23-FA179099488E}"/>
          </ac:grpSpMkLst>
        </pc:grpChg>
        <pc:grpChg chg="add mod">
          <ac:chgData name="Vasanti Kadam" userId="2d2c718a-941c-44c5-9fc1-bfc327de9193" providerId="ADAL" clId="{EA63E509-74D0-48D7-868C-A989EB2A4525}" dt="2025-08-14T09:42:28.125" v="94" actId="164"/>
          <ac:grpSpMkLst>
            <pc:docMk/>
            <pc:sldMk cId="147791974" sldId="2147477895"/>
            <ac:grpSpMk id="10" creationId="{E80E18FB-F04F-3B84-FE5D-EF7810024B42}"/>
          </ac:grpSpMkLst>
        </pc:grpChg>
        <pc:grpChg chg="add mod ord">
          <ac:chgData name="Vasanti Kadam" userId="2d2c718a-941c-44c5-9fc1-bfc327de9193" providerId="ADAL" clId="{EA63E509-74D0-48D7-868C-A989EB2A4525}" dt="2025-08-14T09:42:43.142" v="97" actId="167"/>
          <ac:grpSpMkLst>
            <pc:docMk/>
            <pc:sldMk cId="147791974" sldId="2147477895"/>
            <ac:grpSpMk id="11" creationId="{DDEF308A-DB00-6E04-F23F-F359A53DE960}"/>
          </ac:grpSpMkLst>
        </pc:grpChg>
        <pc:grpChg chg="add mod">
          <ac:chgData name="Vasanti Kadam" userId="2d2c718a-941c-44c5-9fc1-bfc327de9193" providerId="ADAL" clId="{EA63E509-74D0-48D7-868C-A989EB2A4525}" dt="2025-08-14T09:42:47.108" v="98" actId="164"/>
          <ac:grpSpMkLst>
            <pc:docMk/>
            <pc:sldMk cId="147791974" sldId="2147477895"/>
            <ac:grpSpMk id="12" creationId="{BCF00CC2-36B0-0CFE-8AEB-88314F00D54D}"/>
          </ac:grpSpMkLst>
        </pc:grpChg>
        <pc:grpChg chg="add mod">
          <ac:chgData name="Vasanti Kadam" userId="2d2c718a-941c-44c5-9fc1-bfc327de9193" providerId="ADAL" clId="{EA63E509-74D0-48D7-868C-A989EB2A4525}" dt="2025-08-14T09:42:49.420" v="99" actId="164"/>
          <ac:grpSpMkLst>
            <pc:docMk/>
            <pc:sldMk cId="147791974" sldId="2147477895"/>
            <ac:grpSpMk id="13" creationId="{20F553B0-48D6-C759-89DB-BAC69FA94F21}"/>
          </ac:grpSpMkLst>
        </pc:grpChg>
        <pc:grpChg chg="add mod">
          <ac:chgData name="Vasanti Kadam" userId="2d2c718a-941c-44c5-9fc1-bfc327de9193" providerId="ADAL" clId="{EA63E509-74D0-48D7-868C-A989EB2A4525}" dt="2025-08-14T09:42:54.026" v="100" actId="164"/>
          <ac:grpSpMkLst>
            <pc:docMk/>
            <pc:sldMk cId="147791974" sldId="2147477895"/>
            <ac:grpSpMk id="14" creationId="{A560EDB1-0C2E-229E-9757-69590CF532EB}"/>
          </ac:grpSpMkLst>
        </pc:grpChg>
        <pc:grpChg chg="mod">
          <ac:chgData name="Vasanti Kadam" userId="2d2c718a-941c-44c5-9fc1-bfc327de9193" providerId="ADAL" clId="{EA63E509-74D0-48D7-868C-A989EB2A4525}" dt="2025-08-14T09:41:05.084" v="12" actId="164"/>
          <ac:grpSpMkLst>
            <pc:docMk/>
            <pc:sldMk cId="147791974" sldId="2147477895"/>
            <ac:grpSpMk id="154" creationId="{95C46485-19BE-445E-FAE4-3015AED377A9}"/>
          </ac:grpSpMkLst>
        </pc:grpChg>
        <pc:grpChg chg="mod">
          <ac:chgData name="Vasanti Kadam" userId="2d2c718a-941c-44c5-9fc1-bfc327de9193" providerId="ADAL" clId="{EA63E509-74D0-48D7-868C-A989EB2A4525}" dt="2025-08-14T09:41:01.682" v="11" actId="164"/>
          <ac:grpSpMkLst>
            <pc:docMk/>
            <pc:sldMk cId="147791974" sldId="2147477895"/>
            <ac:grpSpMk id="161" creationId="{1EC2423B-F28D-12BE-629A-76D6673582E3}"/>
          </ac:grpSpMkLst>
        </pc:grpChg>
        <pc:grpChg chg="mod">
          <ac:chgData name="Vasanti Kadam" userId="2d2c718a-941c-44c5-9fc1-bfc327de9193" providerId="ADAL" clId="{EA63E509-74D0-48D7-868C-A989EB2A4525}" dt="2025-08-14T09:41:08.564" v="13" actId="164"/>
          <ac:grpSpMkLst>
            <pc:docMk/>
            <pc:sldMk cId="147791974" sldId="2147477895"/>
            <ac:grpSpMk id="177" creationId="{D2960C1B-0636-5B7B-2B76-5D3465B6F314}"/>
          </ac:grpSpMkLst>
        </pc:grpChg>
        <pc:picChg chg="add mod ord">
          <ac:chgData name="Vasanti Kadam" userId="2d2c718a-941c-44c5-9fc1-bfc327de9193" providerId="ADAL" clId="{EA63E509-74D0-48D7-868C-A989EB2A4525}" dt="2025-08-14T09:42:43.142" v="97" actId="167"/>
          <ac:picMkLst>
            <pc:docMk/>
            <pc:sldMk cId="147791974" sldId="2147477895"/>
            <ac:picMk id="2" creationId="{46DEEF6D-8A83-FBE5-9D05-872269701C6B}"/>
          </ac:picMkLst>
        </pc:picChg>
        <pc:cxnChg chg="mod">
          <ac:chgData name="Vasanti Kadam" userId="2d2c718a-941c-44c5-9fc1-bfc327de9193" providerId="ADAL" clId="{EA63E509-74D0-48D7-868C-A989EB2A4525}" dt="2025-08-14T09:42:28.125" v="94" actId="164"/>
          <ac:cxnSpMkLst>
            <pc:docMk/>
            <pc:sldMk cId="147791974" sldId="2147477895"/>
            <ac:cxnSpMk id="19" creationId="{A1CFBE55-98FE-9D43-823E-3034D45FE38C}"/>
          </ac:cxnSpMkLst>
        </pc:cxnChg>
        <pc:cxnChg chg="mod">
          <ac:chgData name="Vasanti Kadam" userId="2d2c718a-941c-44c5-9fc1-bfc327de9193" providerId="ADAL" clId="{EA63E509-74D0-48D7-868C-A989EB2A4525}" dt="2025-08-14T09:42:28.125" v="94" actId="164"/>
          <ac:cxnSpMkLst>
            <pc:docMk/>
            <pc:sldMk cId="147791974" sldId="2147477895"/>
            <ac:cxnSpMk id="37" creationId="{9694B21C-6F40-6435-67E6-EE10A8A880B6}"/>
          </ac:cxnSpMkLst>
        </pc:cxnChg>
        <pc:cxnChg chg="mod">
          <ac:chgData name="Vasanti Kadam" userId="2d2c718a-941c-44c5-9fc1-bfc327de9193" providerId="ADAL" clId="{EA63E509-74D0-48D7-868C-A989EB2A4525}" dt="2025-08-14T09:42:35.463" v="95" actId="164"/>
          <ac:cxnSpMkLst>
            <pc:docMk/>
            <pc:sldMk cId="147791974" sldId="2147477895"/>
            <ac:cxnSpMk id="38" creationId="{FE6A2A11-6923-A3C5-CD7E-EF1F0DB0B53D}"/>
          </ac:cxnSpMkLst>
        </pc:cxnChg>
        <pc:cxnChg chg="mod">
          <ac:chgData name="Vasanti Kadam" userId="2d2c718a-941c-44c5-9fc1-bfc327de9193" providerId="ADAL" clId="{EA63E509-74D0-48D7-868C-A989EB2A4525}" dt="2025-08-14T09:42:35.463" v="95" actId="164"/>
          <ac:cxnSpMkLst>
            <pc:docMk/>
            <pc:sldMk cId="147791974" sldId="2147477895"/>
            <ac:cxnSpMk id="44" creationId="{3431BA9F-76EA-7BBD-202D-989A30BBCACB}"/>
          </ac:cxnSpMkLst>
        </pc:cxnChg>
        <pc:cxnChg chg="mod">
          <ac:chgData name="Vasanti Kadam" userId="2d2c718a-941c-44c5-9fc1-bfc327de9193" providerId="ADAL" clId="{EA63E509-74D0-48D7-868C-A989EB2A4525}" dt="2025-08-14T09:42:47.108" v="98" actId="164"/>
          <ac:cxnSpMkLst>
            <pc:docMk/>
            <pc:sldMk cId="147791974" sldId="2147477895"/>
            <ac:cxnSpMk id="73" creationId="{7A9B2079-FBD6-261C-1B9A-E7E58D7FAB5E}"/>
          </ac:cxnSpMkLst>
        </pc:cxnChg>
        <pc:cxnChg chg="mod">
          <ac:chgData name="Vasanti Kadam" userId="2d2c718a-941c-44c5-9fc1-bfc327de9193" providerId="ADAL" clId="{EA63E509-74D0-48D7-868C-A989EB2A4525}" dt="2025-08-14T09:42:49.420" v="99" actId="164"/>
          <ac:cxnSpMkLst>
            <pc:docMk/>
            <pc:sldMk cId="147791974" sldId="2147477895"/>
            <ac:cxnSpMk id="180" creationId="{F731AFA9-828B-6637-75FF-91DC60476059}"/>
          </ac:cxnSpMkLst>
        </pc:cxnChg>
      </pc:sldChg>
      <pc:sldChg chg="add">
        <pc:chgData name="Vasanti Kadam" userId="2d2c718a-941c-44c5-9fc1-bfc327de9193" providerId="ADAL" clId="{EA63E509-74D0-48D7-868C-A989EB2A4525}" dt="2025-08-14T10:46:45.135" v="672"/>
        <pc:sldMkLst>
          <pc:docMk/>
          <pc:sldMk cId="2210241814" sldId="2147477895"/>
        </pc:sldMkLst>
      </pc:sldChg>
      <pc:sldChg chg="add">
        <pc:chgData name="Vasanti Kadam" userId="2d2c718a-941c-44c5-9fc1-bfc327de9193" providerId="ADAL" clId="{EA63E509-74D0-48D7-868C-A989EB2A4525}" dt="2025-08-14T10:46:45.135" v="672"/>
        <pc:sldMkLst>
          <pc:docMk/>
          <pc:sldMk cId="2071290338" sldId="2147477896"/>
        </pc:sldMkLst>
      </pc:sldChg>
      <pc:sldChg chg="addSp delSp modSp add del mod">
        <pc:chgData name="Vasanti Kadam" userId="2d2c718a-941c-44c5-9fc1-bfc327de9193" providerId="ADAL" clId="{EA63E509-74D0-48D7-868C-A989EB2A4525}" dt="2025-08-14T10:46:43.449" v="671" actId="2696"/>
        <pc:sldMkLst>
          <pc:docMk/>
          <pc:sldMk cId="4195759503" sldId="2147477896"/>
        </pc:sldMkLst>
        <pc:spChg chg="del">
          <ac:chgData name="Vasanti Kadam" userId="2d2c718a-941c-44c5-9fc1-bfc327de9193" providerId="ADAL" clId="{EA63E509-74D0-48D7-868C-A989EB2A4525}" dt="2025-08-14T09:49:32.157" v="103" actId="478"/>
          <ac:spMkLst>
            <pc:docMk/>
            <pc:sldMk cId="4195759503" sldId="2147477896"/>
            <ac:spMk id="3" creationId="{12CD70BD-D9E7-E496-B074-1008BE369831}"/>
          </ac:spMkLst>
        </pc:spChg>
        <pc:spChg chg="del">
          <ac:chgData name="Vasanti Kadam" userId="2d2c718a-941c-44c5-9fc1-bfc327de9193" providerId="ADAL" clId="{EA63E509-74D0-48D7-868C-A989EB2A4525}" dt="2025-08-14T09:49:32.157" v="103" actId="478"/>
          <ac:spMkLst>
            <pc:docMk/>
            <pc:sldMk cId="4195759503" sldId="2147477896"/>
            <ac:spMk id="4" creationId="{C68FD018-61DD-7AC9-A86F-AC637BA12B17}"/>
          </ac:spMkLst>
        </pc:spChg>
        <pc:spChg chg="add mod">
          <ac:chgData name="Vasanti Kadam" userId="2d2c718a-941c-44c5-9fc1-bfc327de9193" providerId="ADAL" clId="{EA63E509-74D0-48D7-868C-A989EB2A4525}" dt="2025-08-14T09:50:04.501" v="110" actId="164"/>
          <ac:spMkLst>
            <pc:docMk/>
            <pc:sldMk cId="4195759503" sldId="2147477896"/>
            <ac:spMk id="6" creationId="{B235CB34-7432-38F9-5E56-8C0E6F685A49}"/>
          </ac:spMkLst>
        </pc:spChg>
        <pc:spChg chg="add mod">
          <ac:chgData name="Vasanti Kadam" userId="2d2c718a-941c-44c5-9fc1-bfc327de9193" providerId="ADAL" clId="{EA63E509-74D0-48D7-868C-A989EB2A4525}" dt="2025-08-14T09:50:15.885" v="113" actId="552"/>
          <ac:spMkLst>
            <pc:docMk/>
            <pc:sldMk cId="4195759503" sldId="2147477896"/>
            <ac:spMk id="8" creationId="{427A6432-F548-C19D-B220-6CC367857AB7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15" creationId="{DDD95597-CADD-3EB8-E82B-D2F150321C63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22" creationId="{A7D3F9E6-3C10-A13F-1F46-A2BF2EB058A2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24" creationId="{AF5B727F-968B-C943-6628-991CEC541D12}"/>
          </ac:spMkLst>
        </pc:spChg>
        <pc:spChg chg="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43" creationId="{B7762D61-182F-6954-F19A-A48B370A43D9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48" creationId="{C5F1B458-CB77-A548-8A1B-8B949CD041E8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49" creationId="{D57BE97C-EE3D-168A-B3D3-DCC5069FF7CB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50" creationId="{A32A857D-CF5E-0408-07E7-4745FAD5C599}"/>
          </ac:spMkLst>
        </pc:spChg>
        <pc:spChg chg="add mod">
          <ac:chgData name="Vasanti Kadam" userId="2d2c718a-941c-44c5-9fc1-bfc327de9193" providerId="ADAL" clId="{EA63E509-74D0-48D7-868C-A989EB2A4525}" dt="2025-08-14T09:49:32.866" v="104"/>
          <ac:spMkLst>
            <pc:docMk/>
            <pc:sldMk cId="4195759503" sldId="2147477896"/>
            <ac:spMk id="51" creationId="{4F73A310-246C-D6D8-3DC7-FA8CD52524A7}"/>
          </ac:spMkLst>
        </pc:spChg>
        <pc:grpChg chg="del">
          <ac:chgData name="Vasanti Kadam" userId="2d2c718a-941c-44c5-9fc1-bfc327de9193" providerId="ADAL" clId="{EA63E509-74D0-48D7-868C-A989EB2A4525}" dt="2025-08-14T09:49:32.157" v="103" actId="478"/>
          <ac:grpSpMkLst>
            <pc:docMk/>
            <pc:sldMk cId="4195759503" sldId="2147477896"/>
            <ac:grpSpMk id="10" creationId="{878A9DDA-DAB0-8A11-F563-23052392EFF6}"/>
          </ac:grpSpMkLst>
        </pc:grpChg>
        <pc:grpChg chg="del">
          <ac:chgData name="Vasanti Kadam" userId="2d2c718a-941c-44c5-9fc1-bfc327de9193" providerId="ADAL" clId="{EA63E509-74D0-48D7-868C-A989EB2A4525}" dt="2025-08-14T09:49:32.157" v="103" actId="478"/>
          <ac:grpSpMkLst>
            <pc:docMk/>
            <pc:sldMk cId="4195759503" sldId="2147477896"/>
            <ac:grpSpMk id="11" creationId="{8584A8A2-E5B5-F698-BBD0-6D48B6173AB2}"/>
          </ac:grpSpMkLst>
        </pc:grpChg>
        <pc:grpChg chg="del">
          <ac:chgData name="Vasanti Kadam" userId="2d2c718a-941c-44c5-9fc1-bfc327de9193" providerId="ADAL" clId="{EA63E509-74D0-48D7-868C-A989EB2A4525}" dt="2025-08-14T09:49:32.157" v="103" actId="478"/>
          <ac:grpSpMkLst>
            <pc:docMk/>
            <pc:sldMk cId="4195759503" sldId="2147477896"/>
            <ac:grpSpMk id="12" creationId="{7BDD20D5-C15E-A62D-B983-F25FA85A6631}"/>
          </ac:grpSpMkLst>
        </pc:grpChg>
        <pc:grpChg chg="del">
          <ac:chgData name="Vasanti Kadam" userId="2d2c718a-941c-44c5-9fc1-bfc327de9193" providerId="ADAL" clId="{EA63E509-74D0-48D7-868C-A989EB2A4525}" dt="2025-08-14T09:49:32.157" v="103" actId="478"/>
          <ac:grpSpMkLst>
            <pc:docMk/>
            <pc:sldMk cId="4195759503" sldId="2147477896"/>
            <ac:grpSpMk id="13" creationId="{B1470723-79FD-B759-71A3-30CD7F75AB94}"/>
          </ac:grpSpMkLst>
        </pc:grpChg>
        <pc:grpChg chg="del">
          <ac:chgData name="Vasanti Kadam" userId="2d2c718a-941c-44c5-9fc1-bfc327de9193" providerId="ADAL" clId="{EA63E509-74D0-48D7-868C-A989EB2A4525}" dt="2025-08-14T09:49:32.157" v="103" actId="478"/>
          <ac:grpSpMkLst>
            <pc:docMk/>
            <pc:sldMk cId="4195759503" sldId="2147477896"/>
            <ac:grpSpMk id="14" creationId="{10001DD1-EA97-87FB-84B2-83B87153DC7E}"/>
          </ac:grpSpMkLst>
        </pc:grpChg>
        <pc:grpChg chg="add mod">
          <ac:chgData name="Vasanti Kadam" userId="2d2c718a-941c-44c5-9fc1-bfc327de9193" providerId="ADAL" clId="{EA63E509-74D0-48D7-868C-A989EB2A4525}" dt="2025-08-14T09:50:15.885" v="113" actId="552"/>
          <ac:grpSpMkLst>
            <pc:docMk/>
            <pc:sldMk cId="4195759503" sldId="2147477896"/>
            <ac:grpSpMk id="52" creationId="{8059EF25-9A57-E009-5E98-A9E6B2DFF601}"/>
          </ac:grpSpMkLst>
        </pc:grpChg>
        <pc:picChg chg="del">
          <ac:chgData name="Vasanti Kadam" userId="2d2c718a-941c-44c5-9fc1-bfc327de9193" providerId="ADAL" clId="{EA63E509-74D0-48D7-868C-A989EB2A4525}" dt="2025-08-14T09:49:32.157" v="103" actId="478"/>
          <ac:picMkLst>
            <pc:docMk/>
            <pc:sldMk cId="4195759503" sldId="2147477896"/>
            <ac:picMk id="2" creationId="{137EFC01-242C-665D-B8EA-A468E1ED5497}"/>
          </ac:picMkLst>
        </pc:picChg>
        <pc:picChg chg="mod">
          <ac:chgData name="Vasanti Kadam" userId="2d2c718a-941c-44c5-9fc1-bfc327de9193" providerId="ADAL" clId="{EA63E509-74D0-48D7-868C-A989EB2A4525}" dt="2025-08-14T09:50:04.501" v="110" actId="164"/>
          <ac:picMkLst>
            <pc:docMk/>
            <pc:sldMk cId="4195759503" sldId="2147477896"/>
            <ac:picMk id="7" creationId="{1FECAE33-F44B-FFF1-6A56-32A5C64560A0}"/>
          </ac:picMkLst>
        </pc:picChg>
      </pc:sldChg>
      <pc:sldChg chg="addSp delSp modSp add mod">
        <pc:chgData name="Vasanti Kadam" userId="2d2c718a-941c-44c5-9fc1-bfc327de9193" providerId="ADAL" clId="{EA63E509-74D0-48D7-868C-A989EB2A4525}" dt="2025-08-14T10:33:51.104" v="539" actId="207"/>
        <pc:sldMkLst>
          <pc:docMk/>
          <pc:sldMk cId="3777713995" sldId="2147483632"/>
        </pc:sldMkLst>
        <pc:spChg chg="mod topLvl">
          <ac:chgData name="Vasanti Kadam" userId="2d2c718a-941c-44c5-9fc1-bfc327de9193" providerId="ADAL" clId="{EA63E509-74D0-48D7-868C-A989EB2A4525}" dt="2025-08-14T09:59:14.663" v="187" actId="207"/>
          <ac:spMkLst>
            <pc:docMk/>
            <pc:sldMk cId="3777713995" sldId="2147483632"/>
            <ac:spMk id="3" creationId="{169ABAF2-5FB5-CC82-36F7-F601363627DB}"/>
          </ac:spMkLst>
        </pc:spChg>
        <pc:spChg chg="mod">
          <ac:chgData name="Vasanti Kadam" userId="2d2c718a-941c-44c5-9fc1-bfc327de9193" providerId="ADAL" clId="{EA63E509-74D0-48D7-868C-A989EB2A4525}" dt="2025-08-14T09:58:27.779" v="167" actId="164"/>
          <ac:spMkLst>
            <pc:docMk/>
            <pc:sldMk cId="3777713995" sldId="2147483632"/>
            <ac:spMk id="4" creationId="{D4F9A3C4-44F9-9524-48F6-C82E07C23259}"/>
          </ac:spMkLst>
        </pc:spChg>
        <pc:spChg chg="mod">
          <ac:chgData name="Vasanti Kadam" userId="2d2c718a-941c-44c5-9fc1-bfc327de9193" providerId="ADAL" clId="{EA63E509-74D0-48D7-868C-A989EB2A4525}" dt="2025-08-14T09:56:11.444" v="160" actId="164"/>
          <ac:spMkLst>
            <pc:docMk/>
            <pc:sldMk cId="3777713995" sldId="2147483632"/>
            <ac:spMk id="5" creationId="{2B491C7D-3565-914F-9045-8ADEDD983648}"/>
          </ac:spMkLst>
        </pc:spChg>
        <pc:spChg chg="mod">
          <ac:chgData name="Vasanti Kadam" userId="2d2c718a-941c-44c5-9fc1-bfc327de9193" providerId="ADAL" clId="{EA63E509-74D0-48D7-868C-A989EB2A4525}" dt="2025-08-14T09:59:04.793" v="185" actId="207"/>
          <ac:spMkLst>
            <pc:docMk/>
            <pc:sldMk cId="3777713995" sldId="2147483632"/>
            <ac:spMk id="8" creationId="{071A2AC6-D81B-3BA1-D058-CFDBC0826A0B}"/>
          </ac:spMkLst>
        </pc:spChg>
        <pc:spChg chg="mod">
          <ac:chgData name="Vasanti Kadam" userId="2d2c718a-941c-44c5-9fc1-bfc327de9193" providerId="ADAL" clId="{EA63E509-74D0-48D7-868C-A989EB2A4525}" dt="2025-08-14T09:59:11.025" v="186" actId="207"/>
          <ac:spMkLst>
            <pc:docMk/>
            <pc:sldMk cId="3777713995" sldId="2147483632"/>
            <ac:spMk id="9" creationId="{43004AFF-FE9B-6AEE-D2F6-FC5D6DCE4E91}"/>
          </ac:spMkLst>
        </pc:spChg>
        <pc:spChg chg="mod">
          <ac:chgData name="Vasanti Kadam" userId="2d2c718a-941c-44c5-9fc1-bfc327de9193" providerId="ADAL" clId="{EA63E509-74D0-48D7-868C-A989EB2A4525}" dt="2025-08-14T10:33:51.104" v="539" actId="207"/>
          <ac:spMkLst>
            <pc:docMk/>
            <pc:sldMk cId="3777713995" sldId="2147483632"/>
            <ac:spMk id="12" creationId="{733B0890-1816-361A-130B-63FFC8B77373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14" creationId="{354052B8-C4F0-409B-DA6A-0B5E1851D9FF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15" creationId="{29BB1D34-E2CF-A265-2E61-2077506D1F68}"/>
          </ac:spMkLst>
        </pc:spChg>
        <pc:spChg chg="add mod topLvl">
          <ac:chgData name="Vasanti Kadam" userId="2d2c718a-941c-44c5-9fc1-bfc327de9193" providerId="ADAL" clId="{EA63E509-74D0-48D7-868C-A989EB2A4525}" dt="2025-08-14T09:55:32.717" v="150" actId="164"/>
          <ac:spMkLst>
            <pc:docMk/>
            <pc:sldMk cId="3777713995" sldId="2147483632"/>
            <ac:spMk id="18" creationId="{99A0FB17-EF77-2A1F-07DB-83787E57F6EC}"/>
          </ac:spMkLst>
        </pc:spChg>
        <pc:spChg chg="add del mod">
          <ac:chgData name="Vasanti Kadam" userId="2d2c718a-941c-44c5-9fc1-bfc327de9193" providerId="ADAL" clId="{EA63E509-74D0-48D7-868C-A989EB2A4525}" dt="2025-08-14T09:55:32.717" v="150" actId="164"/>
          <ac:spMkLst>
            <pc:docMk/>
            <pc:sldMk cId="3777713995" sldId="2147483632"/>
            <ac:spMk id="19" creationId="{703A1B76-65BC-3565-6032-285A381B9F5C}"/>
          </ac:spMkLst>
        </pc:spChg>
        <pc:spChg chg="add del mod">
          <ac:chgData name="Vasanti Kadam" userId="2d2c718a-941c-44c5-9fc1-bfc327de9193" providerId="ADAL" clId="{EA63E509-74D0-48D7-868C-A989EB2A4525}" dt="2025-08-14T09:55:32.717" v="150" actId="164"/>
          <ac:spMkLst>
            <pc:docMk/>
            <pc:sldMk cId="3777713995" sldId="2147483632"/>
            <ac:spMk id="20" creationId="{A2AAC077-81A4-7589-91F1-663C2EF73D89}"/>
          </ac:spMkLst>
        </pc:spChg>
        <pc:spChg chg="mod">
          <ac:chgData name="Vasanti Kadam" userId="2d2c718a-941c-44c5-9fc1-bfc327de9193" providerId="ADAL" clId="{EA63E509-74D0-48D7-868C-A989EB2A4525}" dt="2025-08-14T09:58:37.564" v="173" actId="12"/>
          <ac:spMkLst>
            <pc:docMk/>
            <pc:sldMk cId="3777713995" sldId="2147483632"/>
            <ac:spMk id="21" creationId="{31A36914-9F24-DBE0-F71C-F030718EF3D0}"/>
          </ac:spMkLst>
        </pc:spChg>
        <pc:spChg chg="mod">
          <ac:chgData name="Vasanti Kadam" userId="2d2c718a-941c-44c5-9fc1-bfc327de9193" providerId="ADAL" clId="{EA63E509-74D0-48D7-868C-A989EB2A4525}" dt="2025-08-14T09:56:09.731" v="159" actId="164"/>
          <ac:spMkLst>
            <pc:docMk/>
            <pc:sldMk cId="3777713995" sldId="2147483632"/>
            <ac:spMk id="22" creationId="{CD863B75-BA46-8736-CE19-EC4150429517}"/>
          </ac:spMkLst>
        </pc:spChg>
        <pc:spChg chg="mod">
          <ac:chgData name="Vasanti Kadam" userId="2d2c718a-941c-44c5-9fc1-bfc327de9193" providerId="ADAL" clId="{EA63E509-74D0-48D7-868C-A989EB2A4525}" dt="2025-08-14T09:56:12.998" v="161" actId="164"/>
          <ac:spMkLst>
            <pc:docMk/>
            <pc:sldMk cId="3777713995" sldId="2147483632"/>
            <ac:spMk id="23" creationId="{E0E4C6CF-F08F-D206-574A-D7FA072DF562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26" creationId="{23E7159D-1F1C-AC79-19B3-D093CE396805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30" creationId="{9317CC8C-736D-FA7B-715C-CB8A3EE6DE89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35" creationId="{C4ADF9AE-2C0F-5EEB-3603-7D176503D79F}"/>
          </ac:spMkLst>
        </pc:spChg>
        <pc:spChg chg="add mod topLvl">
          <ac:chgData name="Vasanti Kadam" userId="2d2c718a-941c-44c5-9fc1-bfc327de9193" providerId="ADAL" clId="{EA63E509-74D0-48D7-868C-A989EB2A4525}" dt="2025-08-14T09:56:12.998" v="161" actId="164"/>
          <ac:spMkLst>
            <pc:docMk/>
            <pc:sldMk cId="3777713995" sldId="2147483632"/>
            <ac:spMk id="37" creationId="{585694A5-23AA-2AEB-8899-DD8FE9FA2E27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45" creationId="{2A6813E3-7247-72FC-C089-89D621193157}"/>
          </ac:spMkLst>
        </pc:spChg>
        <pc:spChg chg="mod">
          <ac:chgData name="Vasanti Kadam" userId="2d2c718a-941c-44c5-9fc1-bfc327de9193" providerId="ADAL" clId="{EA63E509-74D0-48D7-868C-A989EB2A4525}" dt="2025-08-14T09:54:47.291" v="130" actId="165"/>
          <ac:spMkLst>
            <pc:docMk/>
            <pc:sldMk cId="3777713995" sldId="2147483632"/>
            <ac:spMk id="46" creationId="{A2C5ADD3-6498-74DC-4ECD-35D208CFAD56}"/>
          </ac:spMkLst>
        </pc:spChg>
        <pc:spChg chg="mod">
          <ac:chgData name="Vasanti Kadam" userId="2d2c718a-941c-44c5-9fc1-bfc327de9193" providerId="ADAL" clId="{EA63E509-74D0-48D7-868C-A989EB2A4525}" dt="2025-08-14T09:58:27.779" v="167" actId="164"/>
          <ac:spMkLst>
            <pc:docMk/>
            <pc:sldMk cId="3777713995" sldId="2147483632"/>
            <ac:spMk id="47" creationId="{6E00A146-90E5-3A98-E24B-E10E71D21B41}"/>
          </ac:spMkLst>
        </pc:spChg>
        <pc:grpChg chg="mod ord">
          <ac:chgData name="Vasanti Kadam" userId="2d2c718a-941c-44c5-9fc1-bfc327de9193" providerId="ADAL" clId="{EA63E509-74D0-48D7-868C-A989EB2A4525}" dt="2025-08-14T09:55:00.205" v="135" actId="554"/>
          <ac:grpSpMkLst>
            <pc:docMk/>
            <pc:sldMk cId="3777713995" sldId="2147483632"/>
            <ac:grpSpMk id="2" creationId="{3BE260A4-CD0F-92CA-DA4A-AAD684861F34}"/>
          </ac:grpSpMkLst>
        </pc:grpChg>
        <pc:grpChg chg="mod topLvl">
          <ac:chgData name="Vasanti Kadam" userId="2d2c718a-941c-44c5-9fc1-bfc327de9193" providerId="ADAL" clId="{EA63E509-74D0-48D7-868C-A989EB2A4525}" dt="2025-08-14T09:59:04.793" v="185" actId="207"/>
          <ac:grpSpMkLst>
            <pc:docMk/>
            <pc:sldMk cId="3777713995" sldId="2147483632"/>
            <ac:grpSpMk id="7" creationId="{67CAC7AE-D9AE-8A83-1617-FF9EF978D154}"/>
          </ac:grpSpMkLst>
        </pc:grpChg>
        <pc:grpChg chg="mod">
          <ac:chgData name="Vasanti Kadam" userId="2d2c718a-941c-44c5-9fc1-bfc327de9193" providerId="ADAL" clId="{EA63E509-74D0-48D7-868C-A989EB2A4525}" dt="2025-08-14T09:58:27.779" v="167" actId="164"/>
          <ac:grpSpMkLst>
            <pc:docMk/>
            <pc:sldMk cId="3777713995" sldId="2147483632"/>
            <ac:grpSpMk id="13" creationId="{75A8144A-1043-AB7F-C689-F1B7383EA72A}"/>
          </ac:grpSpMkLst>
        </pc:grpChg>
        <pc:grpChg chg="mod">
          <ac:chgData name="Vasanti Kadam" userId="2d2c718a-941c-44c5-9fc1-bfc327de9193" providerId="ADAL" clId="{EA63E509-74D0-48D7-868C-A989EB2A4525}" dt="2025-08-14T09:56:12.998" v="161" actId="164"/>
          <ac:grpSpMkLst>
            <pc:docMk/>
            <pc:sldMk cId="3777713995" sldId="2147483632"/>
            <ac:grpSpMk id="24" creationId="{56546A9A-A93F-F0CC-A187-1AC1BF4321CB}"/>
          </ac:grpSpMkLst>
        </pc:grpChg>
        <pc:grpChg chg="mod">
          <ac:chgData name="Vasanti Kadam" userId="2d2c718a-941c-44c5-9fc1-bfc327de9193" providerId="ADAL" clId="{EA63E509-74D0-48D7-868C-A989EB2A4525}" dt="2025-08-14T09:56:09.731" v="159" actId="164"/>
          <ac:grpSpMkLst>
            <pc:docMk/>
            <pc:sldMk cId="3777713995" sldId="2147483632"/>
            <ac:grpSpMk id="29" creationId="{4E61B02E-F49E-F9BE-50F6-C627F5A31410}"/>
          </ac:grpSpMkLst>
        </pc:grpChg>
        <pc:grpChg chg="mod">
          <ac:chgData name="Vasanti Kadam" userId="2d2c718a-941c-44c5-9fc1-bfc327de9193" providerId="ADAL" clId="{EA63E509-74D0-48D7-868C-A989EB2A4525}" dt="2025-08-14T09:56:11.444" v="160" actId="164"/>
          <ac:grpSpMkLst>
            <pc:docMk/>
            <pc:sldMk cId="3777713995" sldId="2147483632"/>
            <ac:grpSpMk id="33" creationId="{85C5E9C4-4269-1B3E-428A-28DD56617B31}"/>
          </ac:grpSpMkLst>
        </pc:grpChg>
        <pc:grpChg chg="mod">
          <ac:chgData name="Vasanti Kadam" userId="2d2c718a-941c-44c5-9fc1-bfc327de9193" providerId="ADAL" clId="{EA63E509-74D0-48D7-868C-A989EB2A4525}" dt="2025-08-14T09:56:09.731" v="159" actId="164"/>
          <ac:grpSpMkLst>
            <pc:docMk/>
            <pc:sldMk cId="3777713995" sldId="2147483632"/>
            <ac:grpSpMk id="38" creationId="{937C2A52-654E-6BB3-F08B-E9CD98B16681}"/>
          </ac:grpSpMkLst>
        </pc:grpChg>
        <pc:grpChg chg="mod">
          <ac:chgData name="Vasanti Kadam" userId="2d2c718a-941c-44c5-9fc1-bfc327de9193" providerId="ADAL" clId="{EA63E509-74D0-48D7-868C-A989EB2A4525}" dt="2025-08-14T09:56:11.444" v="160" actId="164"/>
          <ac:grpSpMkLst>
            <pc:docMk/>
            <pc:sldMk cId="3777713995" sldId="2147483632"/>
            <ac:grpSpMk id="41" creationId="{8BB694C8-2D7B-6633-ACF8-4D69B5CE635B}"/>
          </ac:grpSpMkLst>
        </pc:grpChg>
        <pc:grpChg chg="mod">
          <ac:chgData name="Vasanti Kadam" userId="2d2c718a-941c-44c5-9fc1-bfc327de9193" providerId="ADAL" clId="{EA63E509-74D0-48D7-868C-A989EB2A4525}" dt="2025-08-14T09:54:41.022" v="129" actId="554"/>
          <ac:grpSpMkLst>
            <pc:docMk/>
            <pc:sldMk cId="3777713995" sldId="2147483632"/>
            <ac:grpSpMk id="48" creationId="{616AE184-C53A-3308-96F2-627D9FCFAA13}"/>
          </ac:grpSpMkLst>
        </pc:grpChg>
        <pc:grpChg chg="add mod">
          <ac:chgData name="Vasanti Kadam" userId="2d2c718a-941c-44c5-9fc1-bfc327de9193" providerId="ADAL" clId="{EA63E509-74D0-48D7-868C-A989EB2A4525}" dt="2025-08-14T09:55:37.456" v="156" actId="1036"/>
          <ac:grpSpMkLst>
            <pc:docMk/>
            <pc:sldMk cId="3777713995" sldId="2147483632"/>
            <ac:grpSpMk id="49" creationId="{1372CF64-90DB-7460-C93B-21002A853886}"/>
          </ac:grpSpMkLst>
        </pc:grpChg>
        <pc:grpChg chg="add mod">
          <ac:chgData name="Vasanti Kadam" userId="2d2c718a-941c-44c5-9fc1-bfc327de9193" providerId="ADAL" clId="{EA63E509-74D0-48D7-868C-A989EB2A4525}" dt="2025-08-14T09:58:41.706" v="174" actId="465"/>
          <ac:grpSpMkLst>
            <pc:docMk/>
            <pc:sldMk cId="3777713995" sldId="2147483632"/>
            <ac:grpSpMk id="50" creationId="{21D819CA-D3F2-0228-D137-92CAEB8FDF9D}"/>
          </ac:grpSpMkLst>
        </pc:grpChg>
        <pc:grpChg chg="add mod">
          <ac:chgData name="Vasanti Kadam" userId="2d2c718a-941c-44c5-9fc1-bfc327de9193" providerId="ADAL" clId="{EA63E509-74D0-48D7-868C-A989EB2A4525}" dt="2025-08-14T09:58:19.778" v="163" actId="1076"/>
          <ac:grpSpMkLst>
            <pc:docMk/>
            <pc:sldMk cId="3777713995" sldId="2147483632"/>
            <ac:grpSpMk id="51" creationId="{711EF309-B65D-2EB0-23D4-84A89447404A}"/>
          </ac:grpSpMkLst>
        </pc:grpChg>
        <pc:grpChg chg="add mod">
          <ac:chgData name="Vasanti Kadam" userId="2d2c718a-941c-44c5-9fc1-bfc327de9193" providerId="ADAL" clId="{EA63E509-74D0-48D7-868C-A989EB2A4525}" dt="2025-08-14T09:58:41.706" v="174" actId="465"/>
          <ac:grpSpMkLst>
            <pc:docMk/>
            <pc:sldMk cId="3777713995" sldId="2147483632"/>
            <ac:grpSpMk id="52" creationId="{CC634EBA-F2D5-9897-D77A-F519EBBC1695}"/>
          </ac:grpSpMkLst>
        </pc:grpChg>
        <pc:grpChg chg="add mod">
          <ac:chgData name="Vasanti Kadam" userId="2d2c718a-941c-44c5-9fc1-bfc327de9193" providerId="ADAL" clId="{EA63E509-74D0-48D7-868C-A989EB2A4525}" dt="2025-08-14T09:58:41.706" v="174" actId="465"/>
          <ac:grpSpMkLst>
            <pc:docMk/>
            <pc:sldMk cId="3777713995" sldId="2147483632"/>
            <ac:grpSpMk id="53" creationId="{9C41C02A-FFEA-7DB0-5199-798D975C916D}"/>
          </ac:grpSpMkLst>
        </pc:grpChg>
        <pc:grpChg chg="add del mod">
          <ac:chgData name="Vasanti Kadam" userId="2d2c718a-941c-44c5-9fc1-bfc327de9193" providerId="ADAL" clId="{EA63E509-74D0-48D7-868C-A989EB2A4525}" dt="2025-08-14T09:58:49.227" v="175" actId="165"/>
          <ac:grpSpMkLst>
            <pc:docMk/>
            <pc:sldMk cId="3777713995" sldId="2147483632"/>
            <ac:grpSpMk id="54" creationId="{19AFE456-A599-72C6-4F58-A5227B72407A}"/>
          </ac:grpSpMkLst>
        </pc:grpChg>
        <pc:picChg chg="mod ord">
          <ac:chgData name="Vasanti Kadam" userId="2d2c718a-941c-44c5-9fc1-bfc327de9193" providerId="ADAL" clId="{EA63E509-74D0-48D7-868C-A989EB2A4525}" dt="2025-08-14T09:58:30.789" v="170" actId="1076"/>
          <ac:picMkLst>
            <pc:docMk/>
            <pc:sldMk cId="3777713995" sldId="2147483632"/>
            <ac:picMk id="10" creationId="{9F638F20-F3D8-39D6-8821-D821CC16572E}"/>
          </ac:picMkLst>
        </pc:picChg>
        <pc:picChg chg="mod topLvl">
          <ac:chgData name="Vasanti Kadam" userId="2d2c718a-941c-44c5-9fc1-bfc327de9193" providerId="ADAL" clId="{EA63E509-74D0-48D7-868C-A989EB2A4525}" dt="2025-08-14T09:58:49.227" v="175" actId="165"/>
          <ac:picMkLst>
            <pc:docMk/>
            <pc:sldMk cId="3777713995" sldId="2147483632"/>
            <ac:picMk id="17" creationId="{68BF4BD5-4F06-0A16-C011-5E4BCAF342E0}"/>
          </ac:picMkLst>
        </pc:picChg>
        <pc:cxnChg chg="mod topLvl">
          <ac:chgData name="Vasanti Kadam" userId="2d2c718a-941c-44c5-9fc1-bfc327de9193" providerId="ADAL" clId="{EA63E509-74D0-48D7-868C-A989EB2A4525}" dt="2025-08-14T09:58:49.227" v="175" actId="165"/>
          <ac:cxnSpMkLst>
            <pc:docMk/>
            <pc:sldMk cId="3777713995" sldId="2147483632"/>
            <ac:cxnSpMk id="16" creationId="{CDBD3AA9-4D4E-04ED-4322-6212CCA6E82A}"/>
          </ac:cxnSpMkLst>
        </pc:cxnChg>
        <pc:cxnChg chg="mod">
          <ac:chgData name="Vasanti Kadam" userId="2d2c718a-941c-44c5-9fc1-bfc327de9193" providerId="ADAL" clId="{EA63E509-74D0-48D7-868C-A989EB2A4525}" dt="2025-08-14T09:58:27.779" v="167" actId="164"/>
          <ac:cxnSpMkLst>
            <pc:docMk/>
            <pc:sldMk cId="3777713995" sldId="2147483632"/>
            <ac:cxnSpMk id="27" creationId="{D8EF7E05-916A-D03D-FBBE-8C072A67FC78}"/>
          </ac:cxnSpMkLst>
        </pc:cxnChg>
        <pc:cxnChg chg="mod">
          <ac:chgData name="Vasanti Kadam" userId="2d2c718a-941c-44c5-9fc1-bfc327de9193" providerId="ADAL" clId="{EA63E509-74D0-48D7-868C-A989EB2A4525}" dt="2025-08-14T09:56:12.998" v="161" actId="164"/>
          <ac:cxnSpMkLst>
            <pc:docMk/>
            <pc:sldMk cId="3777713995" sldId="2147483632"/>
            <ac:cxnSpMk id="28" creationId="{176930A6-C8BD-289E-8817-1DDBEE9F9F2F}"/>
          </ac:cxnSpMkLst>
        </pc:cxnChg>
        <pc:cxnChg chg="mod">
          <ac:chgData name="Vasanti Kadam" userId="2d2c718a-941c-44c5-9fc1-bfc327de9193" providerId="ADAL" clId="{EA63E509-74D0-48D7-868C-A989EB2A4525}" dt="2025-08-14T09:56:09.731" v="159" actId="164"/>
          <ac:cxnSpMkLst>
            <pc:docMk/>
            <pc:sldMk cId="3777713995" sldId="2147483632"/>
            <ac:cxnSpMk id="32" creationId="{D142CCA9-B709-7392-154B-9B6331D1B53B}"/>
          </ac:cxnSpMkLst>
        </pc:cxnChg>
        <pc:cxnChg chg="mod">
          <ac:chgData name="Vasanti Kadam" userId="2d2c718a-941c-44c5-9fc1-bfc327de9193" providerId="ADAL" clId="{EA63E509-74D0-48D7-868C-A989EB2A4525}" dt="2025-08-14T09:56:11.444" v="160" actId="164"/>
          <ac:cxnSpMkLst>
            <pc:docMk/>
            <pc:sldMk cId="3777713995" sldId="2147483632"/>
            <ac:cxnSpMk id="36" creationId="{D633E081-6F2E-33E0-FFFB-BBBD3655370A}"/>
          </ac:cxnSpMkLst>
        </pc:cxnChg>
      </pc:sldChg>
      <pc:sldChg chg="addSp delSp modSp add mod modClrScheme chgLayout">
        <pc:chgData name="Vasanti Kadam" userId="2d2c718a-941c-44c5-9fc1-bfc327de9193" providerId="ADAL" clId="{EA63E509-74D0-48D7-868C-A989EB2A4525}" dt="2025-08-14T10:40:58.973" v="611" actId="29295"/>
        <pc:sldMkLst>
          <pc:docMk/>
          <pc:sldMk cId="2352776678" sldId="2147483633"/>
        </pc:sldMkLst>
        <pc:spChg chg="del mod">
          <ac:chgData name="Vasanti Kadam" userId="2d2c718a-941c-44c5-9fc1-bfc327de9193" providerId="ADAL" clId="{EA63E509-74D0-48D7-868C-A989EB2A4525}" dt="2025-08-14T10:19:17.759" v="193" actId="478"/>
          <ac:spMkLst>
            <pc:docMk/>
            <pc:sldMk cId="2352776678" sldId="2147483633"/>
            <ac:spMk id="3" creationId="{6D263421-8F9B-4963-A76A-8CE8697E7244}"/>
          </ac:spMkLst>
        </pc:spChg>
        <pc:spChg chg="mod">
          <ac:chgData name="Vasanti Kadam" userId="2d2c718a-941c-44c5-9fc1-bfc327de9193" providerId="ADAL" clId="{EA63E509-74D0-48D7-868C-A989EB2A4525}" dt="2025-08-14T10:37:56.818" v="589" actId="164"/>
          <ac:spMkLst>
            <pc:docMk/>
            <pc:sldMk cId="2352776678" sldId="2147483633"/>
            <ac:spMk id="5" creationId="{9C763EF2-55F0-421D-90F9-08D3ED5D026D}"/>
          </ac:spMkLst>
        </pc:spChg>
        <pc:spChg chg="mod topLvl">
          <ac:chgData name="Vasanti Kadam" userId="2d2c718a-941c-44c5-9fc1-bfc327de9193" providerId="ADAL" clId="{EA63E509-74D0-48D7-868C-A989EB2A4525}" dt="2025-08-14T10:37:56.818" v="589" actId="164"/>
          <ac:spMkLst>
            <pc:docMk/>
            <pc:sldMk cId="2352776678" sldId="2147483633"/>
            <ac:spMk id="6" creationId="{F871FC35-1FF7-42B3-B8CE-745624EB1375}"/>
          </ac:spMkLst>
        </pc:spChg>
        <pc:spChg chg="mod topLvl">
          <ac:chgData name="Vasanti Kadam" userId="2d2c718a-941c-44c5-9fc1-bfc327de9193" providerId="ADAL" clId="{EA63E509-74D0-48D7-868C-A989EB2A4525}" dt="2025-08-14T10:26:56.553" v="444" actId="164"/>
          <ac:spMkLst>
            <pc:docMk/>
            <pc:sldMk cId="2352776678" sldId="2147483633"/>
            <ac:spMk id="7" creationId="{D474F339-874E-4EF1-A897-548E5D220420}"/>
          </ac:spMkLst>
        </pc:spChg>
        <pc:spChg chg="add del mod">
          <ac:chgData name="Vasanti Kadam" userId="2d2c718a-941c-44c5-9fc1-bfc327de9193" providerId="ADAL" clId="{EA63E509-74D0-48D7-868C-A989EB2A4525}" dt="2025-08-14T10:28:21.781" v="490" actId="478"/>
          <ac:spMkLst>
            <pc:docMk/>
            <pc:sldMk cId="2352776678" sldId="2147483633"/>
            <ac:spMk id="8" creationId="{C76167A5-AB6C-7575-93E7-DF977DD23D40}"/>
          </ac:spMkLst>
        </pc:spChg>
        <pc:spChg chg="mod">
          <ac:chgData name="Vasanti Kadam" userId="2d2c718a-941c-44c5-9fc1-bfc327de9193" providerId="ADAL" clId="{EA63E509-74D0-48D7-868C-A989EB2A4525}" dt="2025-08-14T10:20:17.878" v="214" actId="165"/>
          <ac:spMkLst>
            <pc:docMk/>
            <pc:sldMk cId="2352776678" sldId="2147483633"/>
            <ac:spMk id="11" creationId="{23BED403-D2C0-B86A-BFBF-8063B096B7D8}"/>
          </ac:spMkLst>
        </pc:spChg>
        <pc:spChg chg="mod">
          <ac:chgData name="Vasanti Kadam" userId="2d2c718a-941c-44c5-9fc1-bfc327de9193" providerId="ADAL" clId="{EA63E509-74D0-48D7-868C-A989EB2A4525}" dt="2025-08-14T10:21:02.363" v="267" actId="207"/>
          <ac:spMkLst>
            <pc:docMk/>
            <pc:sldMk cId="2352776678" sldId="2147483633"/>
            <ac:spMk id="16" creationId="{2A3B19BB-C86D-472F-B8F8-8C5F03039CC6}"/>
          </ac:spMkLst>
        </pc:spChg>
        <pc:spChg chg="mod">
          <ac:chgData name="Vasanti Kadam" userId="2d2c718a-941c-44c5-9fc1-bfc327de9193" providerId="ADAL" clId="{EA63E509-74D0-48D7-868C-A989EB2A4525}" dt="2025-08-14T10:20:17.878" v="214" actId="165"/>
          <ac:spMkLst>
            <pc:docMk/>
            <pc:sldMk cId="2352776678" sldId="2147483633"/>
            <ac:spMk id="18" creationId="{DEA9C5A8-7354-0748-F0B8-7DB482594134}"/>
          </ac:spMkLst>
        </pc:spChg>
        <pc:spChg chg="mod topLvl">
          <ac:chgData name="Vasanti Kadam" userId="2d2c718a-941c-44c5-9fc1-bfc327de9193" providerId="ADAL" clId="{EA63E509-74D0-48D7-868C-A989EB2A4525}" dt="2025-08-14T10:37:47.229" v="586" actId="164"/>
          <ac:spMkLst>
            <pc:docMk/>
            <pc:sldMk cId="2352776678" sldId="2147483633"/>
            <ac:spMk id="20" creationId="{A4158706-123C-03B3-E99D-DE033570F1E4}"/>
          </ac:spMkLst>
        </pc:spChg>
        <pc:spChg chg="mod">
          <ac:chgData name="Vasanti Kadam" userId="2d2c718a-941c-44c5-9fc1-bfc327de9193" providerId="ADAL" clId="{EA63E509-74D0-48D7-868C-A989EB2A4525}" dt="2025-08-14T10:20:17.878" v="214" actId="165"/>
          <ac:spMkLst>
            <pc:docMk/>
            <pc:sldMk cId="2352776678" sldId="2147483633"/>
            <ac:spMk id="20" creationId="{AE99A2F3-EE8D-6396-8012-C1BE4C9785BC}"/>
          </ac:spMkLst>
        </pc:spChg>
        <pc:spChg chg="mod topLvl">
          <ac:chgData name="Vasanti Kadam" userId="2d2c718a-941c-44c5-9fc1-bfc327de9193" providerId="ADAL" clId="{EA63E509-74D0-48D7-868C-A989EB2A4525}" dt="2025-08-14T10:37:47.229" v="586" actId="164"/>
          <ac:spMkLst>
            <pc:docMk/>
            <pc:sldMk cId="2352776678" sldId="2147483633"/>
            <ac:spMk id="21" creationId="{29F71A84-459F-C4C4-32C1-C139577BDF8E}"/>
          </ac:spMkLst>
        </pc:spChg>
        <pc:spChg chg="mod">
          <ac:chgData name="Vasanti Kadam" userId="2d2c718a-941c-44c5-9fc1-bfc327de9193" providerId="ADAL" clId="{EA63E509-74D0-48D7-868C-A989EB2A4525}" dt="2025-08-14T10:20:17.878" v="214" actId="165"/>
          <ac:spMkLst>
            <pc:docMk/>
            <pc:sldMk cId="2352776678" sldId="2147483633"/>
            <ac:spMk id="21" creationId="{B314C923-FF76-7F8F-F401-D7576554C42B}"/>
          </ac:spMkLst>
        </pc:spChg>
        <pc:spChg chg="del mod">
          <ac:chgData name="Vasanti Kadam" userId="2d2c718a-941c-44c5-9fc1-bfc327de9193" providerId="ADAL" clId="{EA63E509-74D0-48D7-868C-A989EB2A4525}" dt="2025-08-14T10:21:58.982" v="278" actId="478"/>
          <ac:spMkLst>
            <pc:docMk/>
            <pc:sldMk cId="2352776678" sldId="2147483633"/>
            <ac:spMk id="22" creationId="{28BC3E90-8B83-4900-8247-CE3B24A12757}"/>
          </ac:spMkLst>
        </pc:spChg>
        <pc:spChg chg="mod">
          <ac:chgData name="Vasanti Kadam" userId="2d2c718a-941c-44c5-9fc1-bfc327de9193" providerId="ADAL" clId="{EA63E509-74D0-48D7-868C-A989EB2A4525}" dt="2025-08-14T10:20:17.878" v="214" actId="165"/>
          <ac:spMkLst>
            <pc:docMk/>
            <pc:sldMk cId="2352776678" sldId="2147483633"/>
            <ac:spMk id="23" creationId="{177B944D-2A8C-45C6-8B07-045140BA3753}"/>
          </ac:spMkLst>
        </pc:spChg>
        <pc:spChg chg="mod">
          <ac:chgData name="Vasanti Kadam" userId="2d2c718a-941c-44c5-9fc1-bfc327de9193" providerId="ADAL" clId="{EA63E509-74D0-48D7-868C-A989EB2A4525}" dt="2025-08-14T10:30:08.596" v="514" actId="164"/>
          <ac:spMkLst>
            <pc:docMk/>
            <pc:sldMk cId="2352776678" sldId="2147483633"/>
            <ac:spMk id="25" creationId="{6DECA250-3400-46B5-AAAC-312C96AA93A2}"/>
          </ac:spMkLst>
        </pc:spChg>
        <pc:spChg chg="mod">
          <ac:chgData name="Vasanti Kadam" userId="2d2c718a-941c-44c5-9fc1-bfc327de9193" providerId="ADAL" clId="{EA63E509-74D0-48D7-868C-A989EB2A4525}" dt="2025-08-14T10:19:26.432" v="196"/>
          <ac:spMkLst>
            <pc:docMk/>
            <pc:sldMk cId="2352776678" sldId="2147483633"/>
            <ac:spMk id="27" creationId="{9B16CA88-A528-DA15-89CC-94943B946BCF}"/>
          </ac:spMkLst>
        </pc:spChg>
        <pc:spChg chg="mod">
          <ac:chgData name="Vasanti Kadam" userId="2d2c718a-941c-44c5-9fc1-bfc327de9193" providerId="ADAL" clId="{EA63E509-74D0-48D7-868C-A989EB2A4525}" dt="2025-08-14T10:37:11.424" v="572" actId="165"/>
          <ac:spMkLst>
            <pc:docMk/>
            <pc:sldMk cId="2352776678" sldId="2147483633"/>
            <ac:spMk id="27" creationId="{F612571F-F469-7559-50BE-ED1A795021DF}"/>
          </ac:spMkLst>
        </pc:spChg>
        <pc:spChg chg="mod">
          <ac:chgData name="Vasanti Kadam" userId="2d2c718a-941c-44c5-9fc1-bfc327de9193" providerId="ADAL" clId="{EA63E509-74D0-48D7-868C-A989EB2A4525}" dt="2025-08-14T10:37:11.424" v="572" actId="165"/>
          <ac:spMkLst>
            <pc:docMk/>
            <pc:sldMk cId="2352776678" sldId="2147483633"/>
            <ac:spMk id="28" creationId="{CDC776B6-E3E1-2361-B22A-549A4437F46F}"/>
          </ac:spMkLst>
        </pc:spChg>
        <pc:spChg chg="mod">
          <ac:chgData name="Vasanti Kadam" userId="2d2c718a-941c-44c5-9fc1-bfc327de9193" providerId="ADAL" clId="{EA63E509-74D0-48D7-868C-A989EB2A4525}" dt="2025-08-14T10:19:26.432" v="196"/>
          <ac:spMkLst>
            <pc:docMk/>
            <pc:sldMk cId="2352776678" sldId="2147483633"/>
            <ac:spMk id="28" creationId="{D257C644-2C5D-428E-B665-724923BE1D90}"/>
          </ac:spMkLst>
        </pc:spChg>
        <pc:spChg chg="mod topLvl">
          <ac:chgData name="Vasanti Kadam" userId="2d2c718a-941c-44c5-9fc1-bfc327de9193" providerId="ADAL" clId="{EA63E509-74D0-48D7-868C-A989EB2A4525}" dt="2025-08-14T10:30:08.596" v="514" actId="164"/>
          <ac:spMkLst>
            <pc:docMk/>
            <pc:sldMk cId="2352776678" sldId="2147483633"/>
            <ac:spMk id="29" creationId="{1B937489-4A6A-421C-81E6-7A154DD0AA6B}"/>
          </ac:spMkLst>
        </pc:spChg>
        <pc:spChg chg="mod">
          <ac:chgData name="Vasanti Kadam" userId="2d2c718a-941c-44c5-9fc1-bfc327de9193" providerId="ADAL" clId="{EA63E509-74D0-48D7-868C-A989EB2A4525}" dt="2025-08-14T10:37:11.424" v="572" actId="165"/>
          <ac:spMkLst>
            <pc:docMk/>
            <pc:sldMk cId="2352776678" sldId="2147483633"/>
            <ac:spMk id="30" creationId="{1AA4D9CB-AB01-584D-82D8-04F2F1BD821B}"/>
          </ac:spMkLst>
        </pc:spChg>
        <pc:spChg chg="mod">
          <ac:chgData name="Vasanti Kadam" userId="2d2c718a-941c-44c5-9fc1-bfc327de9193" providerId="ADAL" clId="{EA63E509-74D0-48D7-868C-A989EB2A4525}" dt="2025-08-14T10:19:26.432" v="196"/>
          <ac:spMkLst>
            <pc:docMk/>
            <pc:sldMk cId="2352776678" sldId="2147483633"/>
            <ac:spMk id="30" creationId="{E60E6D8D-4087-E6D6-6D81-21D0D34AD84D}"/>
          </ac:spMkLst>
        </pc:spChg>
        <pc:spChg chg="del mod">
          <ac:chgData name="Vasanti Kadam" userId="2d2c718a-941c-44c5-9fc1-bfc327de9193" providerId="ADAL" clId="{EA63E509-74D0-48D7-868C-A989EB2A4525}" dt="2025-08-14T10:37:27.548" v="579" actId="478"/>
          <ac:spMkLst>
            <pc:docMk/>
            <pc:sldMk cId="2352776678" sldId="2147483633"/>
            <ac:spMk id="34" creationId="{981E09EE-FAEB-4BF4-92EB-D5F5CEA13D8A}"/>
          </ac:spMkLst>
        </pc:spChg>
        <pc:spChg chg="del mod topLvl">
          <ac:chgData name="Vasanti Kadam" userId="2d2c718a-941c-44c5-9fc1-bfc327de9193" providerId="ADAL" clId="{EA63E509-74D0-48D7-868C-A989EB2A4525}" dt="2025-08-14T10:37:27.548" v="579" actId="478"/>
          <ac:spMkLst>
            <pc:docMk/>
            <pc:sldMk cId="2352776678" sldId="2147483633"/>
            <ac:spMk id="35" creationId="{A864CFF1-9656-4D3C-B6C6-60C49FCBD2D0}"/>
          </ac:spMkLst>
        </pc:spChg>
        <pc:spChg chg="del mod">
          <ac:chgData name="Vasanti Kadam" userId="2d2c718a-941c-44c5-9fc1-bfc327de9193" providerId="ADAL" clId="{EA63E509-74D0-48D7-868C-A989EB2A4525}" dt="2025-08-14T10:29:25.699" v="505" actId="478"/>
          <ac:spMkLst>
            <pc:docMk/>
            <pc:sldMk cId="2352776678" sldId="2147483633"/>
            <ac:spMk id="36" creationId="{6E624770-22F6-474B-89EE-79B89956F533}"/>
          </ac:spMkLst>
        </pc:spChg>
        <pc:spChg chg="del mod">
          <ac:chgData name="Vasanti Kadam" userId="2d2c718a-941c-44c5-9fc1-bfc327de9193" providerId="ADAL" clId="{EA63E509-74D0-48D7-868C-A989EB2A4525}" dt="2025-08-14T10:29:25.699" v="505" actId="478"/>
          <ac:spMkLst>
            <pc:docMk/>
            <pc:sldMk cId="2352776678" sldId="2147483633"/>
            <ac:spMk id="37" creationId="{2DFF449A-3A21-41DB-9578-18B20FBB189C}"/>
          </ac:spMkLst>
        </pc:spChg>
        <pc:spChg chg="mod">
          <ac:chgData name="Vasanti Kadam" userId="2d2c718a-941c-44c5-9fc1-bfc327de9193" providerId="ADAL" clId="{EA63E509-74D0-48D7-868C-A989EB2A4525}" dt="2025-08-14T10:28:53.514" v="495" actId="207"/>
          <ac:spMkLst>
            <pc:docMk/>
            <pc:sldMk cId="2352776678" sldId="2147483633"/>
            <ac:spMk id="38" creationId="{5E08A412-52C4-4694-830D-B0B35BE9E339}"/>
          </ac:spMkLst>
        </pc:spChg>
        <pc:spChg chg="mod">
          <ac:chgData name="Vasanti Kadam" userId="2d2c718a-941c-44c5-9fc1-bfc327de9193" providerId="ADAL" clId="{EA63E509-74D0-48D7-868C-A989EB2A4525}" dt="2025-08-14T10:28:53.514" v="495" actId="207"/>
          <ac:spMkLst>
            <pc:docMk/>
            <pc:sldMk cId="2352776678" sldId="2147483633"/>
            <ac:spMk id="39" creationId="{430343D1-73F2-46CB-9A77-4DB7EF2588D0}"/>
          </ac:spMkLst>
        </pc:spChg>
        <pc:spChg chg="mod">
          <ac:chgData name="Vasanti Kadam" userId="2d2c718a-941c-44c5-9fc1-bfc327de9193" providerId="ADAL" clId="{EA63E509-74D0-48D7-868C-A989EB2A4525}" dt="2025-08-14T10:28:53.514" v="495" actId="207"/>
          <ac:spMkLst>
            <pc:docMk/>
            <pc:sldMk cId="2352776678" sldId="2147483633"/>
            <ac:spMk id="40" creationId="{92CD6807-9CC6-431D-B6BD-2661608B15C3}"/>
          </ac:spMkLst>
        </pc:spChg>
        <pc:spChg chg="mod">
          <ac:chgData name="Vasanti Kadam" userId="2d2c718a-941c-44c5-9fc1-bfc327de9193" providerId="ADAL" clId="{EA63E509-74D0-48D7-868C-A989EB2A4525}" dt="2025-08-14T10:28:53.514" v="495" actId="207"/>
          <ac:spMkLst>
            <pc:docMk/>
            <pc:sldMk cId="2352776678" sldId="2147483633"/>
            <ac:spMk id="41" creationId="{099AFA40-9857-4097-B12A-FE522B3D7333}"/>
          </ac:spMkLst>
        </pc:spChg>
        <pc:spChg chg="mod">
          <ac:chgData name="Vasanti Kadam" userId="2d2c718a-941c-44c5-9fc1-bfc327de9193" providerId="ADAL" clId="{EA63E509-74D0-48D7-868C-A989EB2A4525}" dt="2025-08-14T10:37:11.424" v="572" actId="165"/>
          <ac:spMkLst>
            <pc:docMk/>
            <pc:sldMk cId="2352776678" sldId="2147483633"/>
            <ac:spMk id="42" creationId="{8E5BA797-16A5-9E8E-1C31-4F952A43E7D1}"/>
          </ac:spMkLst>
        </pc:spChg>
        <pc:spChg chg="mod">
          <ac:chgData name="Vasanti Kadam" userId="2d2c718a-941c-44c5-9fc1-bfc327de9193" providerId="ADAL" clId="{EA63E509-74D0-48D7-868C-A989EB2A4525}" dt="2025-08-14T10:19:26.432" v="196"/>
          <ac:spMkLst>
            <pc:docMk/>
            <pc:sldMk cId="2352776678" sldId="2147483633"/>
            <ac:spMk id="42" creationId="{DDBB3E53-F089-5843-2F92-0BFBEF4FA9D1}"/>
          </ac:spMkLst>
        </pc:spChg>
        <pc:spChg chg="add del mod">
          <ac:chgData name="Vasanti Kadam" userId="2d2c718a-941c-44c5-9fc1-bfc327de9193" providerId="ADAL" clId="{EA63E509-74D0-48D7-868C-A989EB2A4525}" dt="2025-08-14T10:19:44.014" v="203" actId="478"/>
          <ac:spMkLst>
            <pc:docMk/>
            <pc:sldMk cId="2352776678" sldId="2147483633"/>
            <ac:spMk id="45" creationId="{4464AC8D-DF0B-A443-AA9F-36F358211BCC}"/>
          </ac:spMkLst>
        </pc:spChg>
        <pc:spChg chg="mod">
          <ac:chgData name="Vasanti Kadam" userId="2d2c718a-941c-44c5-9fc1-bfc327de9193" providerId="ADAL" clId="{EA63E509-74D0-48D7-868C-A989EB2A4525}" dt="2025-08-14T10:37:11.424" v="572" actId="165"/>
          <ac:spMkLst>
            <pc:docMk/>
            <pc:sldMk cId="2352776678" sldId="2147483633"/>
            <ac:spMk id="45" creationId="{F61B5712-6DFE-B3FC-F67F-F3545981B070}"/>
          </ac:spMkLst>
        </pc:spChg>
        <pc:spChg chg="mod ord">
          <ac:chgData name="Vasanti Kadam" userId="2d2c718a-941c-44c5-9fc1-bfc327de9193" providerId="ADAL" clId="{EA63E509-74D0-48D7-868C-A989EB2A4525}" dt="2025-08-14T10:34:35.141" v="546" actId="164"/>
          <ac:spMkLst>
            <pc:docMk/>
            <pc:sldMk cId="2352776678" sldId="2147483633"/>
            <ac:spMk id="46" creationId="{17137784-41AD-4DD5-88EC-FBEE415F05AE}"/>
          </ac:spMkLst>
        </pc:spChg>
        <pc:spChg chg="mod">
          <ac:chgData name="Vasanti Kadam" userId="2d2c718a-941c-44c5-9fc1-bfc327de9193" providerId="ADAL" clId="{EA63E509-74D0-48D7-868C-A989EB2A4525}" dt="2025-08-14T10:29:53.982" v="511" actId="207"/>
          <ac:spMkLst>
            <pc:docMk/>
            <pc:sldMk cId="2352776678" sldId="2147483633"/>
            <ac:spMk id="47" creationId="{4AFB525D-40EF-4F88-88EF-FDD8F712597E}"/>
          </ac:spMkLst>
        </pc:spChg>
        <pc:spChg chg="del mod topLvl">
          <ac:chgData name="Vasanti Kadam" userId="2d2c718a-941c-44c5-9fc1-bfc327de9193" providerId="ADAL" clId="{EA63E509-74D0-48D7-868C-A989EB2A4525}" dt="2025-08-14T10:37:27.548" v="579" actId="478"/>
          <ac:spMkLst>
            <pc:docMk/>
            <pc:sldMk cId="2352776678" sldId="2147483633"/>
            <ac:spMk id="48" creationId="{7E4FE083-6D9B-4918-BD6D-DF536E1CA394}"/>
          </ac:spMkLst>
        </pc:spChg>
        <pc:spChg chg="mod">
          <ac:chgData name="Vasanti Kadam" userId="2d2c718a-941c-44c5-9fc1-bfc327de9193" providerId="ADAL" clId="{EA63E509-74D0-48D7-868C-A989EB2A4525}" dt="2025-08-14T10:37:11.424" v="572" actId="165"/>
          <ac:spMkLst>
            <pc:docMk/>
            <pc:sldMk cId="2352776678" sldId="2147483633"/>
            <ac:spMk id="49" creationId="{83D45A4D-DAEB-9C5E-BD5C-78AE3D116FD2}"/>
          </ac:spMkLst>
        </pc:spChg>
        <pc:spChg chg="mod">
          <ac:chgData name="Vasanti Kadam" userId="2d2c718a-941c-44c5-9fc1-bfc327de9193" providerId="ADAL" clId="{EA63E509-74D0-48D7-868C-A989EB2A4525}" dt="2025-08-14T10:21:53.201" v="277" actId="165"/>
          <ac:spMkLst>
            <pc:docMk/>
            <pc:sldMk cId="2352776678" sldId="2147483633"/>
            <ac:spMk id="49" creationId="{D74B7057-9586-4E8C-97BD-3601A67D2CD4}"/>
          </ac:spMkLst>
        </pc:spChg>
        <pc:spChg chg="add del mod topLvl">
          <ac:chgData name="Vasanti Kadam" userId="2d2c718a-941c-44c5-9fc1-bfc327de9193" providerId="ADAL" clId="{EA63E509-74D0-48D7-868C-A989EB2A4525}" dt="2025-08-14T10:36:22.876" v="562" actId="21"/>
          <ac:spMkLst>
            <pc:docMk/>
            <pc:sldMk cId="2352776678" sldId="2147483633"/>
            <ac:spMk id="50" creationId="{35175229-2268-5339-C819-33CCC610030C}"/>
          </ac:spMkLst>
        </pc:spChg>
        <pc:spChg chg="mod">
          <ac:chgData name="Vasanti Kadam" userId="2d2c718a-941c-44c5-9fc1-bfc327de9193" providerId="ADAL" clId="{EA63E509-74D0-48D7-868C-A989EB2A4525}" dt="2025-08-14T10:21:41.606" v="274" actId="164"/>
          <ac:spMkLst>
            <pc:docMk/>
            <pc:sldMk cId="2352776678" sldId="2147483633"/>
            <ac:spMk id="50" creationId="{F9B57B34-809C-4CAE-A1C3-37DA16E211E6}"/>
          </ac:spMkLst>
        </pc:spChg>
        <pc:spChg chg="mod topLvl">
          <ac:chgData name="Vasanti Kadam" userId="2d2c718a-941c-44c5-9fc1-bfc327de9193" providerId="ADAL" clId="{EA63E509-74D0-48D7-868C-A989EB2A4525}" dt="2025-08-14T10:34:35.141" v="546" actId="164"/>
          <ac:spMkLst>
            <pc:docMk/>
            <pc:sldMk cId="2352776678" sldId="2147483633"/>
            <ac:spMk id="51" creationId="{22FCF7BE-68AC-4D6B-9373-8CD0655BA8C8}"/>
          </ac:spMkLst>
        </pc:spChg>
        <pc:spChg chg="mod">
          <ac:chgData name="Vasanti Kadam" userId="2d2c718a-941c-44c5-9fc1-bfc327de9193" providerId="ADAL" clId="{EA63E509-74D0-48D7-868C-A989EB2A4525}" dt="2025-08-14T10:29:57.546" v="512" actId="207"/>
          <ac:spMkLst>
            <pc:docMk/>
            <pc:sldMk cId="2352776678" sldId="2147483633"/>
            <ac:spMk id="52" creationId="{2232BD7A-F9CB-44BC-B5BD-F760B3DA0822}"/>
          </ac:spMkLst>
        </pc:spChg>
        <pc:spChg chg="del mod">
          <ac:chgData name="Vasanti Kadam" userId="2d2c718a-941c-44c5-9fc1-bfc327de9193" providerId="ADAL" clId="{EA63E509-74D0-48D7-868C-A989EB2A4525}" dt="2025-08-14T10:37:27.548" v="579" actId="478"/>
          <ac:spMkLst>
            <pc:docMk/>
            <pc:sldMk cId="2352776678" sldId="2147483633"/>
            <ac:spMk id="53" creationId="{7EF5396F-1670-4DED-99B5-8319BCF0EB62}"/>
          </ac:spMkLst>
        </pc:spChg>
        <pc:spChg chg="del mod">
          <ac:chgData name="Vasanti Kadam" userId="2d2c718a-941c-44c5-9fc1-bfc327de9193" providerId="ADAL" clId="{EA63E509-74D0-48D7-868C-A989EB2A4525}" dt="2025-08-14T10:19:41.581" v="202" actId="478"/>
          <ac:spMkLst>
            <pc:docMk/>
            <pc:sldMk cId="2352776678" sldId="2147483633"/>
            <ac:spMk id="55" creationId="{5C929CF9-EE70-22BA-F89F-477D3E514B1C}"/>
          </ac:spMkLst>
        </pc:spChg>
        <pc:spChg chg="del mod topLvl">
          <ac:chgData name="Vasanti Kadam" userId="2d2c718a-941c-44c5-9fc1-bfc327de9193" providerId="ADAL" clId="{EA63E509-74D0-48D7-868C-A989EB2A4525}" dt="2025-08-14T10:34:50.204" v="552" actId="478"/>
          <ac:spMkLst>
            <pc:docMk/>
            <pc:sldMk cId="2352776678" sldId="2147483633"/>
            <ac:spMk id="58" creationId="{DCACF8B6-C5F7-4295-A26C-EF4BD470D8F6}"/>
          </ac:spMkLst>
        </pc:spChg>
        <pc:spChg chg="add del mod">
          <ac:chgData name="Vasanti Kadam" userId="2d2c718a-941c-44c5-9fc1-bfc327de9193" providerId="ADAL" clId="{EA63E509-74D0-48D7-868C-A989EB2A4525}" dt="2025-08-14T10:36:15.146" v="561" actId="21"/>
          <ac:spMkLst>
            <pc:docMk/>
            <pc:sldMk cId="2352776678" sldId="2147483633"/>
            <ac:spMk id="62" creationId="{89531C71-D974-6C3A-A8EC-9F30E44AF469}"/>
          </ac:spMkLst>
        </pc:spChg>
        <pc:spChg chg="add mod">
          <ac:chgData name="Vasanti Kadam" userId="2d2c718a-941c-44c5-9fc1-bfc327de9193" providerId="ADAL" clId="{EA63E509-74D0-48D7-868C-A989EB2A4525}" dt="2025-08-14T10:38:02.633" v="591" actId="164"/>
          <ac:spMkLst>
            <pc:docMk/>
            <pc:sldMk cId="2352776678" sldId="2147483633"/>
            <ac:spMk id="63" creationId="{35175229-2268-5339-C819-33CCC610030C}"/>
          </ac:spMkLst>
        </pc:spChg>
        <pc:spChg chg="mod">
          <ac:chgData name="Vasanti Kadam" userId="2d2c718a-941c-44c5-9fc1-bfc327de9193" providerId="ADAL" clId="{EA63E509-74D0-48D7-868C-A989EB2A4525}" dt="2025-08-14T10:21:02.363" v="267" actId="207"/>
          <ac:spMkLst>
            <pc:docMk/>
            <pc:sldMk cId="2352776678" sldId="2147483633"/>
            <ac:spMk id="65" creationId="{C78777FE-05B2-4194-B905-20680D2C71C8}"/>
          </ac:spMkLst>
        </pc:spChg>
        <pc:spChg chg="mod">
          <ac:chgData name="Vasanti Kadam" userId="2d2c718a-941c-44c5-9fc1-bfc327de9193" providerId="ADAL" clId="{EA63E509-74D0-48D7-868C-A989EB2A4525}" dt="2025-08-14T10:19:55.868" v="209" actId="571"/>
          <ac:spMkLst>
            <pc:docMk/>
            <pc:sldMk cId="2352776678" sldId="2147483633"/>
            <ac:spMk id="66" creationId="{F38EDF3D-415E-E0BD-3B0C-886F7BB75A27}"/>
          </ac:spMkLst>
        </pc:spChg>
        <pc:spChg chg="mod">
          <ac:chgData name="Vasanti Kadam" userId="2d2c718a-941c-44c5-9fc1-bfc327de9193" providerId="ADAL" clId="{EA63E509-74D0-48D7-868C-A989EB2A4525}" dt="2025-08-14T10:21:02.363" v="267" actId="207"/>
          <ac:spMkLst>
            <pc:docMk/>
            <pc:sldMk cId="2352776678" sldId="2147483633"/>
            <ac:spMk id="67" creationId="{E37181AA-B9A8-4C8A-938E-1F32439E1AA4}"/>
          </ac:spMkLst>
        </pc:spChg>
        <pc:spChg chg="mod">
          <ac:chgData name="Vasanti Kadam" userId="2d2c718a-941c-44c5-9fc1-bfc327de9193" providerId="ADAL" clId="{EA63E509-74D0-48D7-868C-A989EB2A4525}" dt="2025-08-14T10:19:55.868" v="209" actId="571"/>
          <ac:spMkLst>
            <pc:docMk/>
            <pc:sldMk cId="2352776678" sldId="2147483633"/>
            <ac:spMk id="68" creationId="{BBCE5397-0BD3-B36D-5676-CE6F6D1E4B4A}"/>
          </ac:spMkLst>
        </pc:spChg>
        <pc:spChg chg="mod">
          <ac:chgData name="Vasanti Kadam" userId="2d2c718a-941c-44c5-9fc1-bfc327de9193" providerId="ADAL" clId="{EA63E509-74D0-48D7-868C-A989EB2A4525}" dt="2025-08-14T10:19:55.868" v="209" actId="571"/>
          <ac:spMkLst>
            <pc:docMk/>
            <pc:sldMk cId="2352776678" sldId="2147483633"/>
            <ac:spMk id="69" creationId="{07FD5872-6C1E-885A-216E-D13B402C7E1D}"/>
          </ac:spMkLst>
        </pc:spChg>
        <pc:spChg chg="mod">
          <ac:chgData name="Vasanti Kadam" userId="2d2c718a-941c-44c5-9fc1-bfc327de9193" providerId="ADAL" clId="{EA63E509-74D0-48D7-868C-A989EB2A4525}" dt="2025-08-14T10:19:55.868" v="209" actId="571"/>
          <ac:spMkLst>
            <pc:docMk/>
            <pc:sldMk cId="2352776678" sldId="2147483633"/>
            <ac:spMk id="70" creationId="{F80064F4-5B2D-5B4E-1319-059322F65CA3}"/>
          </ac:spMkLst>
        </pc:spChg>
        <pc:spChg chg="mod">
          <ac:chgData name="Vasanti Kadam" userId="2d2c718a-941c-44c5-9fc1-bfc327de9193" providerId="ADAL" clId="{EA63E509-74D0-48D7-868C-A989EB2A4525}" dt="2025-08-14T10:19:55.868" v="209" actId="571"/>
          <ac:spMkLst>
            <pc:docMk/>
            <pc:sldMk cId="2352776678" sldId="2147483633"/>
            <ac:spMk id="72" creationId="{18D07E29-C822-548E-B6A5-1DEAEF645CCB}"/>
          </ac:spMkLst>
        </pc:spChg>
        <pc:grpChg chg="add mod">
          <ac:chgData name="Vasanti Kadam" userId="2d2c718a-941c-44c5-9fc1-bfc327de9193" providerId="ADAL" clId="{EA63E509-74D0-48D7-868C-A989EB2A4525}" dt="2025-08-14T10:40:42.581" v="600" actId="1076"/>
          <ac:grpSpMkLst>
            <pc:docMk/>
            <pc:sldMk cId="2352776678" sldId="2147483633"/>
            <ac:grpSpMk id="3" creationId="{94989B15-81D1-2F67-D98B-54B6CFA54307}"/>
          </ac:grpSpMkLst>
        </pc:grpChg>
        <pc:grpChg chg="del mod topLvl">
          <ac:chgData name="Vasanti Kadam" userId="2d2c718a-941c-44c5-9fc1-bfc327de9193" providerId="ADAL" clId="{EA63E509-74D0-48D7-868C-A989EB2A4525}" dt="2025-08-14T10:20:21.435" v="216" actId="478"/>
          <ac:grpSpMkLst>
            <pc:docMk/>
            <pc:sldMk cId="2352776678" sldId="2147483633"/>
            <ac:grpSpMk id="8" creationId="{94B172B4-6BB5-28FA-E98E-118F2271013E}"/>
          </ac:grpSpMkLst>
        </pc:grpChg>
        <pc:grpChg chg="mod">
          <ac:chgData name="Vasanti Kadam" userId="2d2c718a-941c-44c5-9fc1-bfc327de9193" providerId="ADAL" clId="{EA63E509-74D0-48D7-868C-A989EB2A4525}" dt="2025-08-14T10:30:08.596" v="514" actId="164"/>
          <ac:grpSpMkLst>
            <pc:docMk/>
            <pc:sldMk cId="2352776678" sldId="2147483633"/>
            <ac:grpSpMk id="9" creationId="{DD97AA1B-8811-4039-9B12-F5F3A051195E}"/>
          </ac:grpSpMkLst>
        </pc:grpChg>
        <pc:grpChg chg="add del mod topLvl">
          <ac:chgData name="Vasanti Kadam" userId="2d2c718a-941c-44c5-9fc1-bfc327de9193" providerId="ADAL" clId="{EA63E509-74D0-48D7-868C-A989EB2A4525}" dt="2025-08-14T10:34:50.204" v="552" actId="478"/>
          <ac:grpSpMkLst>
            <pc:docMk/>
            <pc:sldMk cId="2352776678" sldId="2147483633"/>
            <ac:grpSpMk id="11" creationId="{CD23E198-F546-81FA-BAFE-D804500AC80A}"/>
          </ac:grpSpMkLst>
        </pc:grpChg>
        <pc:grpChg chg="add del mod">
          <ac:chgData name="Vasanti Kadam" userId="2d2c718a-941c-44c5-9fc1-bfc327de9193" providerId="ADAL" clId="{EA63E509-74D0-48D7-868C-A989EB2A4525}" dt="2025-08-14T10:29:27.856" v="506" actId="478"/>
          <ac:grpSpMkLst>
            <pc:docMk/>
            <pc:sldMk cId="2352776678" sldId="2147483633"/>
            <ac:grpSpMk id="13" creationId="{989AA994-F07C-AB2F-C41A-E4032608607D}"/>
          </ac:grpSpMkLst>
        </pc:grpChg>
        <pc:grpChg chg="del">
          <ac:chgData name="Vasanti Kadam" userId="2d2c718a-941c-44c5-9fc1-bfc327de9193" providerId="ADAL" clId="{EA63E509-74D0-48D7-868C-A989EB2A4525}" dt="2025-08-14T10:22:01.596" v="279" actId="478"/>
          <ac:grpSpMkLst>
            <pc:docMk/>
            <pc:sldMk cId="2352776678" sldId="2147483633"/>
            <ac:grpSpMk id="13" creationId="{B1C7B305-B012-46B3-AE46-43E03E2C8201}"/>
          </ac:grpSpMkLst>
        </pc:grpChg>
        <pc:grpChg chg="add mod">
          <ac:chgData name="Vasanti Kadam" userId="2d2c718a-941c-44c5-9fc1-bfc327de9193" providerId="ADAL" clId="{EA63E509-74D0-48D7-868C-A989EB2A4525}" dt="2025-08-14T10:37:59.865" v="590" actId="465"/>
          <ac:grpSpMkLst>
            <pc:docMk/>
            <pc:sldMk cId="2352776678" sldId="2147483633"/>
            <ac:grpSpMk id="17" creationId="{4F86CC43-E82F-D0BE-B233-D3CA0C6EC742}"/>
          </ac:grpSpMkLst>
        </pc:grpChg>
        <pc:grpChg chg="del mod">
          <ac:chgData name="Vasanti Kadam" userId="2d2c718a-941c-44c5-9fc1-bfc327de9193" providerId="ADAL" clId="{EA63E509-74D0-48D7-868C-A989EB2A4525}" dt="2025-08-14T10:20:37.016" v="255" actId="478"/>
          <ac:grpSpMkLst>
            <pc:docMk/>
            <pc:sldMk cId="2352776678" sldId="2147483633"/>
            <ac:grpSpMk id="17" creationId="{E5B069A7-871E-7120-3716-E72DA27B872C}"/>
          </ac:grpSpMkLst>
        </pc:grpChg>
        <pc:grpChg chg="add del mod">
          <ac:chgData name="Vasanti Kadam" userId="2d2c718a-941c-44c5-9fc1-bfc327de9193" providerId="ADAL" clId="{EA63E509-74D0-48D7-868C-A989EB2A4525}" dt="2025-08-14T10:37:11.424" v="572" actId="165"/>
          <ac:grpSpMkLst>
            <pc:docMk/>
            <pc:sldMk cId="2352776678" sldId="2147483633"/>
            <ac:grpSpMk id="18" creationId="{95842BD4-D105-7416-459B-FE198A43D050}"/>
          </ac:grpSpMkLst>
        </pc:grpChg>
        <pc:grpChg chg="mod">
          <ac:chgData name="Vasanti Kadam" userId="2d2c718a-941c-44c5-9fc1-bfc327de9193" providerId="ADAL" clId="{EA63E509-74D0-48D7-868C-A989EB2A4525}" dt="2025-08-14T10:37:47.229" v="586" actId="164"/>
          <ac:grpSpMkLst>
            <pc:docMk/>
            <pc:sldMk cId="2352776678" sldId="2147483633"/>
            <ac:grpSpMk id="22" creationId="{B1158A0B-519F-0B80-24A4-1A5AAE61AD81}"/>
          </ac:grpSpMkLst>
        </pc:grpChg>
        <pc:grpChg chg="mod">
          <ac:chgData name="Vasanti Kadam" userId="2d2c718a-941c-44c5-9fc1-bfc327de9193" providerId="ADAL" clId="{EA63E509-74D0-48D7-868C-A989EB2A4525}" dt="2025-08-14T10:21:07.379" v="269" actId="554"/>
          <ac:grpSpMkLst>
            <pc:docMk/>
            <pc:sldMk cId="2352776678" sldId="2147483633"/>
            <ac:grpSpMk id="24" creationId="{E8BC29C5-1318-47F6-9AA4-0E746BFEDDDF}"/>
          </ac:grpSpMkLst>
        </pc:grpChg>
        <pc:grpChg chg="add del mod">
          <ac:chgData name="Vasanti Kadam" userId="2d2c718a-941c-44c5-9fc1-bfc327de9193" providerId="ADAL" clId="{EA63E509-74D0-48D7-868C-A989EB2A4525}" dt="2025-08-14T10:19:39.690" v="201" actId="478"/>
          <ac:grpSpMkLst>
            <pc:docMk/>
            <pc:sldMk cId="2352776678" sldId="2147483633"/>
            <ac:grpSpMk id="26" creationId="{7B1C1175-653D-27B5-37EE-5F197A74A22B}"/>
          </ac:grpSpMkLst>
        </pc:grpChg>
        <pc:grpChg chg="del mod topLvl">
          <ac:chgData name="Vasanti Kadam" userId="2d2c718a-941c-44c5-9fc1-bfc327de9193" providerId="ADAL" clId="{EA63E509-74D0-48D7-868C-A989EB2A4525}" dt="2025-08-14T10:37:14.474" v="573" actId="478"/>
          <ac:grpSpMkLst>
            <pc:docMk/>
            <pc:sldMk cId="2352776678" sldId="2147483633"/>
            <ac:grpSpMk id="26" creationId="{98D6E559-7312-5542-753F-AD856B221E7A}"/>
          </ac:grpSpMkLst>
        </pc:grpChg>
        <pc:grpChg chg="mod">
          <ac:chgData name="Vasanti Kadam" userId="2d2c718a-941c-44c5-9fc1-bfc327de9193" providerId="ADAL" clId="{EA63E509-74D0-48D7-868C-A989EB2A4525}" dt="2025-08-14T10:30:08.596" v="514" actId="164"/>
          <ac:grpSpMkLst>
            <pc:docMk/>
            <pc:sldMk cId="2352776678" sldId="2147483633"/>
            <ac:grpSpMk id="33" creationId="{AC3AECC8-FB1F-4B38-B42B-75C45EC6BB9E}"/>
          </ac:grpSpMkLst>
        </pc:grpChg>
        <pc:grpChg chg="add mod ord topLvl">
          <ac:chgData name="Vasanti Kadam" userId="2d2c718a-941c-44c5-9fc1-bfc327de9193" providerId="ADAL" clId="{EA63E509-74D0-48D7-868C-A989EB2A4525}" dt="2025-08-14T10:37:56.818" v="589" actId="164"/>
          <ac:grpSpMkLst>
            <pc:docMk/>
            <pc:sldMk cId="2352776678" sldId="2147483633"/>
            <ac:grpSpMk id="55" creationId="{2394E33F-71AB-7B83-82E0-D1BA1E7957C7}"/>
          </ac:grpSpMkLst>
        </pc:grpChg>
        <pc:grpChg chg="add mod ord">
          <ac:chgData name="Vasanti Kadam" userId="2d2c718a-941c-44c5-9fc1-bfc327de9193" providerId="ADAL" clId="{EA63E509-74D0-48D7-868C-A989EB2A4525}" dt="2025-08-14T10:19:52.569" v="207" actId="167"/>
          <ac:grpSpMkLst>
            <pc:docMk/>
            <pc:sldMk cId="2352776678" sldId="2147483633"/>
            <ac:grpSpMk id="56" creationId="{C30149A0-4B70-8E93-A6C7-250136B46DCE}"/>
          </ac:grpSpMkLst>
        </pc:grpChg>
        <pc:grpChg chg="add mod">
          <ac:chgData name="Vasanti Kadam" userId="2d2c718a-941c-44c5-9fc1-bfc327de9193" providerId="ADAL" clId="{EA63E509-74D0-48D7-868C-A989EB2A4525}" dt="2025-08-14T10:19:55.868" v="209" actId="571"/>
          <ac:grpSpMkLst>
            <pc:docMk/>
            <pc:sldMk cId="2352776678" sldId="2147483633"/>
            <ac:grpSpMk id="59" creationId="{33EBB35A-25C5-F6BC-CAAF-742463903AB6}"/>
          </ac:grpSpMkLst>
        </pc:grpChg>
        <pc:grpChg chg="add del mod ord">
          <ac:chgData name="Vasanti Kadam" userId="2d2c718a-941c-44c5-9fc1-bfc327de9193" providerId="ADAL" clId="{EA63E509-74D0-48D7-868C-A989EB2A4525}" dt="2025-08-14T10:36:22.876" v="562" actId="21"/>
          <ac:grpSpMkLst>
            <pc:docMk/>
            <pc:sldMk cId="2352776678" sldId="2147483633"/>
            <ac:grpSpMk id="61" creationId="{8FE791C0-30FC-6807-A64F-6BD27F764740}"/>
          </ac:grpSpMkLst>
        </pc:grpChg>
        <pc:grpChg chg="add mod">
          <ac:chgData name="Vasanti Kadam" userId="2d2c718a-941c-44c5-9fc1-bfc327de9193" providerId="ADAL" clId="{EA63E509-74D0-48D7-868C-A989EB2A4525}" dt="2025-08-14T10:37:47.229" v="586" actId="164"/>
          <ac:grpSpMkLst>
            <pc:docMk/>
            <pc:sldMk cId="2352776678" sldId="2147483633"/>
            <ac:grpSpMk id="66" creationId="{99151F94-4986-CD14-9B12-0476D42801BB}"/>
          </ac:grpSpMkLst>
        </pc:grpChg>
        <pc:grpChg chg="add mod">
          <ac:chgData name="Vasanti Kadam" userId="2d2c718a-941c-44c5-9fc1-bfc327de9193" providerId="ADAL" clId="{EA63E509-74D0-48D7-868C-A989EB2A4525}" dt="2025-08-14T10:37:56.818" v="589" actId="164"/>
          <ac:grpSpMkLst>
            <pc:docMk/>
            <pc:sldMk cId="2352776678" sldId="2147483633"/>
            <ac:grpSpMk id="68" creationId="{CDB6688D-66B2-9A3D-C6A9-8EC33AC7288C}"/>
          </ac:grpSpMkLst>
        </pc:grpChg>
        <pc:grpChg chg="add mod">
          <ac:chgData name="Vasanti Kadam" userId="2d2c718a-941c-44c5-9fc1-bfc327de9193" providerId="ADAL" clId="{EA63E509-74D0-48D7-868C-A989EB2A4525}" dt="2025-08-14T10:38:03.506" v="593" actId="1036"/>
          <ac:grpSpMkLst>
            <pc:docMk/>
            <pc:sldMk cId="2352776678" sldId="2147483633"/>
            <ac:grpSpMk id="69" creationId="{885B166C-0D61-C260-99FC-DBE0FDEB5829}"/>
          </ac:grpSpMkLst>
        </pc:grpChg>
        <pc:grpChg chg="add mod">
          <ac:chgData name="Vasanti Kadam" userId="2d2c718a-941c-44c5-9fc1-bfc327de9193" providerId="ADAL" clId="{EA63E509-74D0-48D7-868C-A989EB2A4525}" dt="2025-08-14T10:40:50.100" v="602" actId="164"/>
          <ac:grpSpMkLst>
            <pc:docMk/>
            <pc:sldMk cId="2352776678" sldId="2147483633"/>
            <ac:grpSpMk id="70" creationId="{BC88898A-8119-86A0-32A8-C02E9919FAF1}"/>
          </ac:grpSpMkLst>
        </pc:grpChg>
        <pc:grpChg chg="add mod">
          <ac:chgData name="Vasanti Kadam" userId="2d2c718a-941c-44c5-9fc1-bfc327de9193" providerId="ADAL" clId="{EA63E509-74D0-48D7-868C-A989EB2A4525}" dt="2025-08-14T10:40:51.224" v="603" actId="164"/>
          <ac:grpSpMkLst>
            <pc:docMk/>
            <pc:sldMk cId="2352776678" sldId="2147483633"/>
            <ac:grpSpMk id="71" creationId="{F4DFF163-96B4-D28E-405A-0F138A2D0359}"/>
          </ac:grpSpMkLst>
        </pc:grpChg>
        <pc:grpChg chg="mod">
          <ac:chgData name="Vasanti Kadam" userId="2d2c718a-941c-44c5-9fc1-bfc327de9193" providerId="ADAL" clId="{EA63E509-74D0-48D7-868C-A989EB2A4525}" dt="2025-08-14T10:21:51.319" v="276" actId="1076"/>
          <ac:grpSpMkLst>
            <pc:docMk/>
            <pc:sldMk cId="2352776678" sldId="2147483633"/>
            <ac:grpSpMk id="75" creationId="{FED8792F-F6FD-C40F-3356-2F9EA5694E31}"/>
          </ac:grpSpMkLst>
        </pc:grpChg>
        <pc:grpChg chg="add del mod">
          <ac:chgData name="Vasanti Kadam" userId="2d2c718a-941c-44c5-9fc1-bfc327de9193" providerId="ADAL" clId="{EA63E509-74D0-48D7-868C-A989EB2A4525}" dt="2025-08-14T10:23:38.728" v="330" actId="165"/>
          <ac:grpSpMkLst>
            <pc:docMk/>
            <pc:sldMk cId="2352776678" sldId="2147483633"/>
            <ac:grpSpMk id="78" creationId="{DD3E3531-1E69-73AB-EC13-E4CA1D747A28}"/>
          </ac:grpSpMkLst>
        </pc:grpChg>
        <pc:picChg chg="mod ord topLvl">
          <ac:chgData name="Vasanti Kadam" userId="2d2c718a-941c-44c5-9fc1-bfc327de9193" providerId="ADAL" clId="{EA63E509-74D0-48D7-868C-A989EB2A4525}" dt="2025-08-14T10:40:58.973" v="611" actId="29295"/>
          <ac:picMkLst>
            <pc:docMk/>
            <pc:sldMk cId="2352776678" sldId="2147483633"/>
            <ac:picMk id="2" creationId="{850EC87F-A911-800B-7B3A-C9BB8EFEE07D}"/>
          </ac:picMkLst>
        </pc:picChg>
        <pc:picChg chg="del mod">
          <ac:chgData name="Vasanti Kadam" userId="2d2c718a-941c-44c5-9fc1-bfc327de9193" providerId="ADAL" clId="{EA63E509-74D0-48D7-868C-A989EB2A4525}" dt="2025-08-14T10:37:27.548" v="579" actId="478"/>
          <ac:picMkLst>
            <pc:docMk/>
            <pc:sldMk cId="2352776678" sldId="2147483633"/>
            <ac:picMk id="4" creationId="{5066273D-570B-40CD-B113-D43A00C9B1D1}"/>
          </ac:picMkLst>
        </pc:picChg>
        <pc:picChg chg="mod">
          <ac:chgData name="Vasanti Kadam" userId="2d2c718a-941c-44c5-9fc1-bfc327de9193" providerId="ADAL" clId="{EA63E509-74D0-48D7-868C-A989EB2A4525}" dt="2025-08-14T10:20:17.878" v="214" actId="165"/>
          <ac:picMkLst>
            <pc:docMk/>
            <pc:sldMk cId="2352776678" sldId="2147483633"/>
            <ac:picMk id="10" creationId="{2A8FC49C-326D-EBB4-C9D3-992E507E0A9F}"/>
          </ac:picMkLst>
        </pc:picChg>
        <pc:picChg chg="mod topLvl">
          <ac:chgData name="Vasanti Kadam" userId="2d2c718a-941c-44c5-9fc1-bfc327de9193" providerId="ADAL" clId="{EA63E509-74D0-48D7-868C-A989EB2A4525}" dt="2025-08-14T10:40:51.224" v="603" actId="164"/>
          <ac:picMkLst>
            <pc:docMk/>
            <pc:sldMk cId="2352776678" sldId="2147483633"/>
            <ac:picMk id="12" creationId="{7701E8DC-E304-1CA7-AF21-50536ECD86E9}"/>
          </ac:picMkLst>
        </pc:picChg>
        <pc:picChg chg="mod topLvl">
          <ac:chgData name="Vasanti Kadam" userId="2d2c718a-941c-44c5-9fc1-bfc327de9193" providerId="ADAL" clId="{EA63E509-74D0-48D7-868C-A989EB2A4525}" dt="2025-08-14T10:40:51.224" v="603" actId="164"/>
          <ac:picMkLst>
            <pc:docMk/>
            <pc:sldMk cId="2352776678" sldId="2147483633"/>
            <ac:picMk id="14" creationId="{0DBAA1E1-194E-6A0B-24E4-A172B8FB02F1}"/>
          </ac:picMkLst>
        </pc:picChg>
        <pc:picChg chg="mod">
          <ac:chgData name="Vasanti Kadam" userId="2d2c718a-941c-44c5-9fc1-bfc327de9193" providerId="ADAL" clId="{EA63E509-74D0-48D7-868C-A989EB2A4525}" dt="2025-08-14T10:37:56.818" v="589" actId="164"/>
          <ac:picMkLst>
            <pc:docMk/>
            <pc:sldMk cId="2352776678" sldId="2147483633"/>
            <ac:picMk id="32" creationId="{B496CF66-4F51-4FB8-AE44-66240A667799}"/>
          </ac:picMkLst>
        </pc:picChg>
        <pc:picChg chg="mod">
          <ac:chgData name="Vasanti Kadam" userId="2d2c718a-941c-44c5-9fc1-bfc327de9193" providerId="ADAL" clId="{EA63E509-74D0-48D7-868C-A989EB2A4525}" dt="2025-08-14T10:19:55.868" v="209" actId="571"/>
          <ac:picMkLst>
            <pc:docMk/>
            <pc:sldMk cId="2352776678" sldId="2147483633"/>
            <ac:picMk id="60" creationId="{F81474CB-430D-1DF9-9135-9469B454818B}"/>
          </ac:picMkLst>
        </pc:picChg>
        <pc:picChg chg="mod">
          <ac:chgData name="Vasanti Kadam" userId="2d2c718a-941c-44c5-9fc1-bfc327de9193" providerId="ADAL" clId="{EA63E509-74D0-48D7-868C-A989EB2A4525}" dt="2025-08-14T10:19:55.868" v="209" actId="571"/>
          <ac:picMkLst>
            <pc:docMk/>
            <pc:sldMk cId="2352776678" sldId="2147483633"/>
            <ac:picMk id="62" creationId="{AE60A44C-07B0-B95D-F760-3A5A79DAC409}"/>
          </ac:picMkLst>
        </pc:picChg>
        <pc:picChg chg="mod">
          <ac:chgData name="Vasanti Kadam" userId="2d2c718a-941c-44c5-9fc1-bfc327de9193" providerId="ADAL" clId="{EA63E509-74D0-48D7-868C-A989EB2A4525}" dt="2025-08-14T10:19:55.868" v="209" actId="571"/>
          <ac:picMkLst>
            <pc:docMk/>
            <pc:sldMk cId="2352776678" sldId="2147483633"/>
            <ac:picMk id="63" creationId="{86C0B279-2BE9-ABF7-5EF3-49507B202355}"/>
          </ac:picMkLst>
        </pc:picChg>
        <pc:picChg chg="add mod">
          <ac:chgData name="Vasanti Kadam" userId="2d2c718a-941c-44c5-9fc1-bfc327de9193" providerId="ADAL" clId="{EA63E509-74D0-48D7-868C-A989EB2A4525}" dt="2025-08-14T10:37:47.229" v="586" actId="164"/>
          <ac:picMkLst>
            <pc:docMk/>
            <pc:sldMk cId="2352776678" sldId="2147483633"/>
            <ac:picMk id="64" creationId="{6A5021E3-919F-D28C-B699-04A00B196A47}"/>
          </ac:picMkLst>
        </pc:picChg>
        <pc:picChg chg="mod">
          <ac:chgData name="Vasanti Kadam" userId="2d2c718a-941c-44c5-9fc1-bfc327de9193" providerId="ADAL" clId="{EA63E509-74D0-48D7-868C-A989EB2A4525}" dt="2025-08-14T10:19:55.868" v="209" actId="571"/>
          <ac:picMkLst>
            <pc:docMk/>
            <pc:sldMk cId="2352776678" sldId="2147483633"/>
            <ac:picMk id="71" creationId="{C7D85968-2D0A-2175-EA6D-EB1B69A82A9E}"/>
          </ac:picMkLst>
        </pc:picChg>
        <pc:picChg chg="add del mod ord topLvl modCrop">
          <ac:chgData name="Vasanti Kadam" userId="2d2c718a-941c-44c5-9fc1-bfc327de9193" providerId="ADAL" clId="{EA63E509-74D0-48D7-868C-A989EB2A4525}" dt="2025-08-14T10:23:41.973" v="333" actId="478"/>
          <ac:picMkLst>
            <pc:docMk/>
            <pc:sldMk cId="2352776678" sldId="2147483633"/>
            <ac:picMk id="77" creationId="{5637939A-427D-1BCF-35DA-A52BE7821C37}"/>
          </ac:picMkLst>
        </pc:picChg>
        <pc:picChg chg="add del mod">
          <ac:chgData name="Vasanti Kadam" userId="2d2c718a-941c-44c5-9fc1-bfc327de9193" providerId="ADAL" clId="{EA63E509-74D0-48D7-868C-A989EB2A4525}" dt="2025-08-14T10:24:00.317" v="336" actId="21"/>
          <ac:picMkLst>
            <pc:docMk/>
            <pc:sldMk cId="2352776678" sldId="2147483633"/>
            <ac:picMk id="79" creationId="{90788B5E-0A60-DB2D-AAEF-A9C13BB5EAE5}"/>
          </ac:picMkLst>
        </pc:picChg>
        <pc:picChg chg="add mod ord modCrop">
          <ac:chgData name="Vasanti Kadam" userId="2d2c718a-941c-44c5-9fc1-bfc327de9193" providerId="ADAL" clId="{EA63E509-74D0-48D7-868C-A989EB2A4525}" dt="2025-08-14T10:26:56.553" v="444" actId="164"/>
          <ac:picMkLst>
            <pc:docMk/>
            <pc:sldMk cId="2352776678" sldId="2147483633"/>
            <ac:picMk id="80" creationId="{90788B5E-0A60-DB2D-AAEF-A9C13BB5EAE5}"/>
          </ac:picMkLst>
        </pc:picChg>
        <pc:picChg chg="del mod">
          <ac:chgData name="Vasanti Kadam" userId="2d2c718a-941c-44c5-9fc1-bfc327de9193" providerId="ADAL" clId="{EA63E509-74D0-48D7-868C-A989EB2A4525}" dt="2025-08-14T10:19:20.812" v="194" actId="478"/>
          <ac:picMkLst>
            <pc:docMk/>
            <pc:sldMk cId="2352776678" sldId="2147483633"/>
            <ac:picMk id="109" creationId="{A32ADF28-1410-48F4-B922-9AF20D91CB9F}"/>
          </ac:picMkLst>
        </pc:picChg>
        <pc:cxnChg chg="mod">
          <ac:chgData name="Vasanti Kadam" userId="2d2c718a-941c-44c5-9fc1-bfc327de9193" providerId="ADAL" clId="{EA63E509-74D0-48D7-868C-A989EB2A4525}" dt="2025-08-14T10:34:41.683" v="549" actId="12788"/>
          <ac:cxnSpMkLst>
            <pc:docMk/>
            <pc:sldMk cId="2352776678" sldId="2147483633"/>
            <ac:cxnSpMk id="15" creationId="{2CE63792-4290-4304-9F37-2925255C69CF}"/>
          </ac:cxnSpMkLst>
        </pc:cxnChg>
        <pc:cxnChg chg="mod">
          <ac:chgData name="Vasanti Kadam" userId="2d2c718a-941c-44c5-9fc1-bfc327de9193" providerId="ADAL" clId="{EA63E509-74D0-48D7-868C-A989EB2A4525}" dt="2025-08-14T10:37:56.818" v="589" actId="164"/>
          <ac:cxnSpMkLst>
            <pc:docMk/>
            <pc:sldMk cId="2352776678" sldId="2147483633"/>
            <ac:cxnSpMk id="19" creationId="{3B4545D7-94CE-475A-9259-1FADC16826CF}"/>
          </ac:cxnSpMkLst>
        </pc:cxnChg>
        <pc:cxnChg chg="mod">
          <ac:chgData name="Vasanti Kadam" userId="2d2c718a-941c-44c5-9fc1-bfc327de9193" providerId="ADAL" clId="{EA63E509-74D0-48D7-868C-A989EB2A4525}" dt="2025-08-14T10:37:47.229" v="586" actId="164"/>
          <ac:cxnSpMkLst>
            <pc:docMk/>
            <pc:sldMk cId="2352776678" sldId="2147483633"/>
            <ac:cxnSpMk id="23" creationId="{7AD66E07-F714-5EE3-A9A4-64D2A4A6659B}"/>
          </ac:cxnSpMkLst>
        </pc:cxnChg>
        <pc:cxnChg chg="mod topLvl">
          <ac:chgData name="Vasanti Kadam" userId="2d2c718a-941c-44c5-9fc1-bfc327de9193" providerId="ADAL" clId="{EA63E509-74D0-48D7-868C-A989EB2A4525}" dt="2025-08-14T10:38:02.633" v="591" actId="164"/>
          <ac:cxnSpMkLst>
            <pc:docMk/>
            <pc:sldMk cId="2352776678" sldId="2147483633"/>
            <ac:cxnSpMk id="31" creationId="{248274A1-114E-445A-8636-D0F5D51A923E}"/>
          </ac:cxnSpMkLst>
        </pc:cxnChg>
        <pc:cxnChg chg="del mod topLvl">
          <ac:chgData name="Vasanti Kadam" userId="2d2c718a-941c-44c5-9fc1-bfc327de9193" providerId="ADAL" clId="{EA63E509-74D0-48D7-868C-A989EB2A4525}" dt="2025-08-14T10:29:27.856" v="506" actId="478"/>
          <ac:cxnSpMkLst>
            <pc:docMk/>
            <pc:sldMk cId="2352776678" sldId="2147483633"/>
            <ac:cxnSpMk id="44" creationId="{56C9E132-191D-432C-BD21-AEFFC699A831}"/>
          </ac:cxnSpMkLst>
        </pc:cxnChg>
        <pc:cxnChg chg="mod">
          <ac:chgData name="Vasanti Kadam" userId="2d2c718a-941c-44c5-9fc1-bfc327de9193" providerId="ADAL" clId="{EA63E509-74D0-48D7-868C-A989EB2A4525}" dt="2025-08-14T10:30:08.596" v="514" actId="164"/>
          <ac:cxnSpMkLst>
            <pc:docMk/>
            <pc:sldMk cId="2352776678" sldId="2147483633"/>
            <ac:cxnSpMk id="54" creationId="{C1891052-09EF-4FBE-9DDB-4C178C0F3277}"/>
          </ac:cxnSpMkLst>
        </pc:cxnChg>
        <pc:cxnChg chg="del">
          <ac:chgData name="Vasanti Kadam" userId="2d2c718a-941c-44c5-9fc1-bfc327de9193" providerId="ADAL" clId="{EA63E509-74D0-48D7-868C-A989EB2A4525}" dt="2025-08-14T10:37:27.548" v="579" actId="478"/>
          <ac:cxnSpMkLst>
            <pc:docMk/>
            <pc:sldMk cId="2352776678" sldId="2147483633"/>
            <ac:cxnSpMk id="57" creationId="{EBDE7B71-BE93-47BF-837D-67D90F9F8E58}"/>
          </ac:cxnSpMkLst>
        </pc:cxnChg>
        <pc:cxnChg chg="add del mod">
          <ac:chgData name="Vasanti Kadam" userId="2d2c718a-941c-44c5-9fc1-bfc327de9193" providerId="ADAL" clId="{EA63E509-74D0-48D7-868C-A989EB2A4525}" dt="2025-08-14T10:36:08.082" v="559" actId="478"/>
          <ac:cxnSpMkLst>
            <pc:docMk/>
            <pc:sldMk cId="2352776678" sldId="2147483633"/>
            <ac:cxnSpMk id="60" creationId="{B07EDB46-5966-9239-D8B4-043B4A78777D}"/>
          </ac:cxnSpMkLst>
        </pc:cxnChg>
      </pc:sldChg>
      <pc:sldMasterChg chg="delSldLayout modSldLayout">
        <pc:chgData name="Vasanti Kadam" userId="2d2c718a-941c-44c5-9fc1-bfc327de9193" providerId="ADAL" clId="{EA63E509-74D0-48D7-868C-A989EB2A4525}" dt="2025-08-14T10:46:43.449" v="671" actId="2696"/>
        <pc:sldMasterMkLst>
          <pc:docMk/>
          <pc:sldMasterMk cId="3729291230" sldId="2147483648"/>
        </pc:sldMasterMkLst>
        <pc:sldLayoutChg chg="delSp modSp del mod">
          <pc:chgData name="Vasanti Kadam" userId="2d2c718a-941c-44c5-9fc1-bfc327de9193" providerId="ADAL" clId="{EA63E509-74D0-48D7-868C-A989EB2A4525}" dt="2025-08-14T10:46:43.449" v="671" actId="2696"/>
          <pc:sldLayoutMkLst>
            <pc:docMk/>
            <pc:sldMasterMk cId="3729291230" sldId="2147483648"/>
            <pc:sldLayoutMk cId="3317358270" sldId="2147483660"/>
          </pc:sldLayoutMkLst>
          <pc:picChg chg="del mod">
            <ac:chgData name="Vasanti Kadam" userId="2d2c718a-941c-44c5-9fc1-bfc327de9193" providerId="ADAL" clId="{EA63E509-74D0-48D7-868C-A989EB2A4525}" dt="2025-08-14T09:37:25.779" v="3" actId="21"/>
            <ac:picMkLst>
              <pc:docMk/>
              <pc:sldMasterMk cId="3729291230" sldId="2147483648"/>
              <pc:sldLayoutMk cId="3317358270" sldId="2147483660"/>
              <ac:picMk id="2" creationId="{46DEEF6D-8A83-FBE5-9D05-872269701C6B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77863-8FD3-4457-9974-42B4BD3ED5DF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0AA8E-FF5E-410A-95BC-852020ECA1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50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2E5D36-A938-4687-8DCA-EA4B515740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365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0AA8E-FF5E-410A-95BC-852020ECA19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805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C941A9-51A7-4885-99DA-CEB2E18056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232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09EA-FD23-F21D-553D-581AC8CD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FAF33-8601-D13A-271E-1EA48EA0A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DE87C-D945-FEDD-344A-119D0FA8C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F589E-7096-96B4-A429-510492DF2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C941A9-51A7-4885-99DA-CEB2E18056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822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D7F9-5780-51CE-FCBE-4CC5AAE27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6C90B-A838-2C3C-2BDD-4C89A7445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5DEC2-B252-3BE6-0B99-16F856FE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45CCA-EC6D-5AE6-1734-D30087EE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5D0F-4C39-C9C1-DE1D-0F0DCC79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B4E06-03F5-BD54-9F47-DB64AE8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2AD64-43B5-F8AA-882B-8EFD347A5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AFD9C-C78B-D744-B82C-3596D62F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B1B4C-1C18-8D33-F943-AF2189E0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A01DF-ECFD-E334-DABD-BE264B74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28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01C5-4897-6BCD-039A-449FDE2C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C1F7-D53E-2BD0-095E-4266A3038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0C1CD-548B-442D-534B-2A015ED4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03AF1-2900-6A19-18AC-1C323DC4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86941-36D5-392B-7A04-D16FDC0E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66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E91A-1038-3331-6735-0F348D1B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B4A69-B82A-D782-2597-A831B668D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A491A-2A64-6435-B002-69C68BA98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59064-53F7-D49C-AC3A-8854517C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45527-7935-4608-C4F7-BBB47DB4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358D1-6865-FE5B-E74C-8C6CF00F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57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D421-9FD9-3657-BB6A-69FEA3FE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4C7C6-660A-6A26-FAB0-C1C18956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F3A7B-1806-4878-9F36-FD3D5F4ED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45D9F-BF7A-5599-5205-66418248D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1013D-3AF1-E46A-78DF-4FC11E13C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3875D-2E06-6FFD-5D33-F16FDAE8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DDB2E-0EC5-5DC4-E82A-01E29D62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57B73-547E-8A3D-54AE-C40FBCEE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06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A41F-3E41-3F56-B397-EDEF5C0B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2197C-85DE-2238-30EC-932F2733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59725-CB6C-E1EF-C60D-8B7115F2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7D6A1-B8EB-B4B8-0471-1FB4DB74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55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6A372-938A-6588-9397-901C44EE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64AED-E7D6-26E9-06CD-FABB29C0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1475-89A7-6B54-B0C8-CC7F6170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5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A90C-2E14-F63D-6AFA-16C98CBF3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7C9B7-2A1C-D24E-F5AC-15DC3DAEB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B0CD3-9688-0D2E-97FA-079241874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8C787-A727-9774-935C-E0623989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3CD7E-0577-2AC8-13AC-8FDE3D19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A8C75-404F-53BC-BCA8-CF47C34A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07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BE8B-1614-5DFD-1583-5B592D49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B9AA7-2808-5A9A-95F5-326AC705A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00F49-CDC7-402F-78A4-194370FAB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F09FE-306A-480E-C042-7D269362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ECA0C-ACBD-3128-66DD-45827B62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14E98-A098-5B5A-1644-88C76014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50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F95C4-3B3B-4657-88B7-FF1FD8E8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460E9-CAE3-1D7F-7F07-5C066C993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099B3-75EE-81BB-F02B-3E7271CE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B51FB-1458-64B1-4CEA-6F677E74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8CCE-948F-269E-6F4C-335502A5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7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5D6676-2971-5FD9-5D79-25FF39A07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3E6BB-6FBB-3648-4DE2-211CF0ECD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00093-879E-E765-158B-6824D882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C04BA-03AD-59D7-92D1-C9A6AA21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B8E00-AE80-72E7-5487-98FC2E4B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5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210E10-99FF-4A86-9338-F5AB2C75A2A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77271" y="847629"/>
            <a:ext cx="11837459" cy="0"/>
          </a:xfrm>
          <a:prstGeom prst="line">
            <a:avLst/>
          </a:prstGeom>
          <a:noFill/>
          <a:ln w="3175" cap="flat" cmpd="sng" algn="ctr">
            <a:solidFill>
              <a:srgbClr val="81C1E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EA00F16F-D241-4920-91E0-BEC6847A3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046" y="288490"/>
            <a:ext cx="1001105" cy="255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C03B19-1BB9-408F-BF36-996FD9C71EE2}"/>
              </a:ext>
            </a:extLst>
          </p:cNvPr>
          <p:cNvSpPr txBox="1"/>
          <p:nvPr userDrawn="1"/>
        </p:nvSpPr>
        <p:spPr>
          <a:xfrm>
            <a:off x="4785984" y="6594004"/>
            <a:ext cx="27206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1200" baseline="0">
                <a:solidFill>
                  <a:srgbClr val="66737C"/>
                </a:solidFill>
                <a:latin typeface="+mn-lt"/>
                <a:ea typeface="+mn-ea"/>
                <a:cs typeface="+mn-cs"/>
              </a:rPr>
              <a:t>Confidential Property of GEP – Not to be distributed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36D3A-8DF0-4B72-9D14-5EA3A7318A88}"/>
              </a:ext>
            </a:extLst>
          </p:cNvPr>
          <p:cNvSpPr txBox="1"/>
          <p:nvPr userDrawn="1"/>
        </p:nvSpPr>
        <p:spPr>
          <a:xfrm>
            <a:off x="269860" y="6526493"/>
            <a:ext cx="886956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rgbClr val="66737C"/>
                </a:solidFill>
              </a:rPr>
              <a:t>© 2021, GEP.</a:t>
            </a:r>
            <a:r>
              <a:rPr lang="en-US" sz="800">
                <a:solidFill>
                  <a:srgbClr val="66737C"/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641B0-B60E-46BD-A422-FC8B1E637E11}"/>
              </a:ext>
            </a:extLst>
          </p:cNvPr>
          <p:cNvSpPr/>
          <p:nvPr userDrawn="1"/>
        </p:nvSpPr>
        <p:spPr>
          <a:xfrm>
            <a:off x="301206" y="6670852"/>
            <a:ext cx="82426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" b="0">
                <a:solidFill>
                  <a:srgbClr val="66737C"/>
                </a:solidFill>
              </a:rPr>
              <a:t>All rights reserved.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549A9DC-5108-433D-8C13-F5CC15F930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22757" y="6557428"/>
            <a:ext cx="171004" cy="22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8000" rIns="18000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DFAE5542-8650-40DC-84AD-2254F3EF757C}" type="slidenum">
              <a:rPr lang="en-US" sz="850" b="1">
                <a:solidFill>
                  <a:srgbClr val="66737C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850" b="1">
              <a:solidFill>
                <a:srgbClr val="66737C"/>
              </a:solidFill>
            </a:endParaRPr>
          </a:p>
        </p:txBody>
      </p:sp>
      <p:sp>
        <p:nvSpPr>
          <p:cNvPr id="10" name="Title Placeholder 27">
            <a:extLst>
              <a:ext uri="{FF2B5EF4-FFF2-40B4-BE49-F238E27FC236}">
                <a16:creationId xmlns:a16="http://schemas.microsoft.com/office/drawing/2014/main" id="{0FFBCF46-B415-4E09-8F89-A52A815BE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66" y="0"/>
            <a:ext cx="10387704" cy="83203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>
              <a:lnSpc>
                <a:spcPct val="9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B70FD3BE-D996-422C-86B5-475A16741BE9}"/>
              </a:ext>
            </a:extLst>
          </p:cNvPr>
          <p:cNvSpPr/>
          <p:nvPr userDrawn="1"/>
        </p:nvSpPr>
        <p:spPr bwMode="auto">
          <a:xfrm rot="16200000">
            <a:off x="-357465" y="394441"/>
            <a:ext cx="783196" cy="68261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81C1EF"/>
          </a:solidFill>
          <a:ln w="9525" cap="flat">
            <a:noFill/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81C1EF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64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072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lea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59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44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6E521-31A7-8BF5-9E12-10C67FDA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4B1CC-263A-0510-ECAA-6DE4B6668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0F35-E0C5-A0A7-B9D3-A598A9751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9D016-50A2-46AA-8FB9-E98762ADDCEE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81F6-6D9E-F427-8B8D-0F844AEEB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5687F-8672-36E3-2FB0-948E4BAD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3FC40-D3D3-4C34-871C-4B70A1C42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29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2.sv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microsoft.com/office/2007/relationships/hdphoto" Target="../media/hdphoto3.wdp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microsoft.com/office/2007/relationships/hdphoto" Target="../media/hdphoto5.wdp"/><Relationship Id="rId5" Type="http://schemas.openxmlformats.org/officeDocument/2006/relationships/image" Target="../media/image38.png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BB6B1E-96DB-2998-71C8-E30CBF2C9A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BE3FB">
                  <a:alpha val="32000"/>
                </a:srgbClr>
              </a:gs>
              <a:gs pos="37000">
                <a:schemeClr val="accent1">
                  <a:lumMod val="30000"/>
                  <a:lumOff val="70000"/>
                  <a:alpha val="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C92DA18-9114-281A-65B1-5095EDD5B324}"/>
              </a:ext>
            </a:extLst>
          </p:cNvPr>
          <p:cNvSpPr/>
          <p:nvPr/>
        </p:nvSpPr>
        <p:spPr>
          <a:xfrm>
            <a:off x="259882" y="279400"/>
            <a:ext cx="11672238" cy="6324600"/>
          </a:xfrm>
          <a:prstGeom prst="roundRect">
            <a:avLst>
              <a:gd name="adj" fmla="val 2008"/>
            </a:avLst>
          </a:prstGeom>
          <a:solidFill>
            <a:schemeClr val="bg1"/>
          </a:solidFill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47A9EC"/>
                </a:gs>
              </a:gsLst>
              <a:lin ang="13500000" scaled="1"/>
              <a:tileRect/>
            </a:gradFill>
          </a:ln>
          <a:effectLst>
            <a:outerShdw blurRad="63500" sx="102000" sy="102000" algn="ctr" rotWithShape="0">
              <a:srgbClr val="0066CC">
                <a:alpha val="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88CE8A1-4923-D0AE-8753-F1C00D4168B0}"/>
              </a:ext>
            </a:extLst>
          </p:cNvPr>
          <p:cNvSpPr/>
          <p:nvPr/>
        </p:nvSpPr>
        <p:spPr>
          <a:xfrm>
            <a:off x="259880" y="1059301"/>
            <a:ext cx="7029918" cy="63933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2000">
                <a:srgbClr val="B5E0FA">
                  <a:alpha val="0"/>
                </a:srgbClr>
              </a:gs>
              <a:gs pos="0">
                <a:srgbClr val="9DD6FA">
                  <a:alpha val="0"/>
                </a:srgbClr>
              </a:gs>
              <a:gs pos="91000">
                <a:srgbClr val="DBEFFA">
                  <a:alpha val="0"/>
                </a:srgbClr>
              </a:gs>
              <a:gs pos="100000">
                <a:srgbClr val="47A9EC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6B6CE-4F49-57DD-09FE-C26A07DFFB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33" t="-3381" r="3909" b="1058"/>
          <a:stretch/>
        </p:blipFill>
        <p:spPr>
          <a:xfrm>
            <a:off x="2366535" y="1932487"/>
            <a:ext cx="9825465" cy="4915353"/>
          </a:xfrm>
          <a:prstGeom prst="rect">
            <a:avLst/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7322135-0935-763D-1E8C-5FC263AF891F}"/>
              </a:ext>
            </a:extLst>
          </p:cNvPr>
          <p:cNvSpPr/>
          <p:nvPr/>
        </p:nvSpPr>
        <p:spPr>
          <a:xfrm>
            <a:off x="353594" y="370373"/>
            <a:ext cx="1986381" cy="515452"/>
          </a:xfrm>
          <a:prstGeom prst="roundRect">
            <a:avLst>
              <a:gd name="adj" fmla="val 13247"/>
            </a:avLst>
          </a:prstGeom>
          <a:gradFill flip="none" rotWithShape="1">
            <a:gsLst>
              <a:gs pos="100000">
                <a:srgbClr val="0066CC"/>
              </a:gs>
              <a:gs pos="59000">
                <a:srgbClr val="5AA5E9"/>
              </a:gs>
              <a:gs pos="0">
                <a:srgbClr val="4FB7F6"/>
              </a:gs>
            </a:gsLst>
            <a:lin ang="10800000" scaled="1"/>
            <a:tileRect/>
          </a:gradFill>
          <a:ln>
            <a:noFill/>
          </a:ln>
          <a:effectLst>
            <a:outerShdw blurRad="190500" dist="38100" dir="5400000" algn="ctr" rotWithShape="0">
              <a:srgbClr val="7775C5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anose="020B0604020202020204" pitchFamily="34" charset="0"/>
              </a:rPr>
              <a:t>AGENDA</a:t>
            </a:r>
            <a:endParaRPr lang="en-IN" sz="2400" b="1" dirty="0">
              <a:latin typeface="Arial" panose="020B0604020202020204" pitchFamily="34" charset="0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5AC77AED-0820-6972-0AC3-1DA353BAD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97" y="1102499"/>
            <a:ext cx="561636" cy="561636"/>
          </a:xfrm>
          <a:prstGeom prst="rect">
            <a:avLst/>
          </a:prstGeom>
          <a:effectLst>
            <a:outerShdw blurRad="25400" dist="63500" dir="2700000" algn="tl" rotWithShape="0">
              <a:srgbClr val="47A9EC">
                <a:alpha val="18000"/>
              </a:srgbClr>
            </a:outerShdw>
          </a:effec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BA8B93B-54D0-9612-B9BB-38047F7BEDD0}"/>
              </a:ext>
            </a:extLst>
          </p:cNvPr>
          <p:cNvSpPr txBox="1"/>
          <p:nvPr/>
        </p:nvSpPr>
        <p:spPr>
          <a:xfrm>
            <a:off x="1665739" y="1214040"/>
            <a:ext cx="3662670" cy="338554"/>
          </a:xfrm>
          <a:prstGeom prst="rect">
            <a:avLst/>
          </a:prstGeom>
          <a:noFill/>
          <a:effectLst>
            <a:glow rad="228600">
              <a:srgbClr val="0066CC">
                <a:alpha val="40000"/>
              </a:srgbClr>
            </a:glow>
          </a:effectLst>
        </p:spPr>
        <p:txBody>
          <a:bodyPr wrap="none" rtlCol="0" anchor="ctr">
            <a:spAutoFit/>
          </a:bodyPr>
          <a:lstStyle/>
          <a:p>
            <a:r>
              <a:rPr lang="en-US" sz="1600" b="1" i="0" u="none" strike="noStrike" dirty="0">
                <a:solidFill>
                  <a:srgbClr val="00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Introductions and Site Visit Kick-off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931262-AC0D-8388-AD3E-1AC166A4E944}"/>
              </a:ext>
            </a:extLst>
          </p:cNvPr>
          <p:cNvSpPr txBox="1"/>
          <p:nvPr/>
        </p:nvSpPr>
        <p:spPr>
          <a:xfrm>
            <a:off x="1665739" y="1917370"/>
            <a:ext cx="2701381" cy="338554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r>
              <a:rPr lang="en-US" sz="1600" i="0" u="none" strike="noStrike" dirty="0">
                <a:solidFill>
                  <a:srgbClr val="47A9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Center of Excellence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89F9C0-4EB5-49E7-8D3D-2646EF3F5BAD}"/>
              </a:ext>
            </a:extLst>
          </p:cNvPr>
          <p:cNvSpPr txBox="1"/>
          <p:nvPr/>
        </p:nvSpPr>
        <p:spPr>
          <a:xfrm>
            <a:off x="1665739" y="2620700"/>
            <a:ext cx="1633781" cy="338554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r>
              <a:rPr lang="en-US" sz="1600" i="0" u="none" strike="noStrike" dirty="0">
                <a:solidFill>
                  <a:srgbClr val="9DD6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 for Lunch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E7533F-6D37-E596-AB13-DF82957C2382}"/>
              </a:ext>
            </a:extLst>
          </p:cNvPr>
          <p:cNvSpPr txBox="1"/>
          <p:nvPr/>
        </p:nvSpPr>
        <p:spPr>
          <a:xfrm>
            <a:off x="1665739" y="3324030"/>
            <a:ext cx="3504742" cy="338554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>
            <a:defPPr>
              <a:defRPr lang="en-US"/>
            </a:defPPr>
            <a:lvl1pPr>
              <a:defRPr sz="1600" i="0" u="none" strike="noStrike">
                <a:solidFill>
                  <a:srgbClr val="47A9E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Live Account Examples – Floor Walk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8B5595-1C60-B16C-3D8C-0C309F6D7592}"/>
              </a:ext>
            </a:extLst>
          </p:cNvPr>
          <p:cNvSpPr txBox="1"/>
          <p:nvPr/>
        </p:nvSpPr>
        <p:spPr>
          <a:xfrm>
            <a:off x="1665739" y="4027360"/>
            <a:ext cx="1926618" cy="338554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r>
              <a:rPr lang="en-US" sz="1600" i="0" u="none" strike="noStrike" dirty="0">
                <a:solidFill>
                  <a:srgbClr val="9DD6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Coffee Break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B18E2B2-53A6-A3E2-34AD-55D38A61B74A}"/>
              </a:ext>
            </a:extLst>
          </p:cNvPr>
          <p:cNvSpPr txBox="1"/>
          <p:nvPr/>
        </p:nvSpPr>
        <p:spPr>
          <a:xfrm>
            <a:off x="1665739" y="4730690"/>
            <a:ext cx="2245615" cy="338554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>
            <a:defPPr>
              <a:defRPr lang="en-US"/>
            </a:defPPr>
            <a:lvl1pPr>
              <a:defRPr sz="1600" i="0" u="none" strike="noStrike">
                <a:solidFill>
                  <a:srgbClr val="47A9E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Wrap Up &amp; Next Steps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65E8FE7-0D4F-3597-FD6E-ACA066D48E2F}"/>
              </a:ext>
            </a:extLst>
          </p:cNvPr>
          <p:cNvSpPr txBox="1"/>
          <p:nvPr/>
        </p:nvSpPr>
        <p:spPr>
          <a:xfrm>
            <a:off x="1665739" y="5434019"/>
            <a:ext cx="787395" cy="338554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r>
              <a:rPr lang="en-US" sz="1600" i="0" u="none" strike="noStrike" dirty="0">
                <a:solidFill>
                  <a:srgbClr val="9DD6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Dinner</a:t>
            </a:r>
          </a:p>
        </p:txBody>
      </p:sp>
      <p:pic>
        <p:nvPicPr>
          <p:cNvPr id="142" name="Graphic 141">
            <a:extLst>
              <a:ext uri="{FF2B5EF4-FFF2-40B4-BE49-F238E27FC236}">
                <a16:creationId xmlns:a16="http://schemas.microsoft.com/office/drawing/2014/main" id="{BCD8CED8-4B03-0E27-CF25-3DF64533C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1223" y="1260217"/>
            <a:ext cx="266700" cy="267354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30A6FCC4-8390-B976-37AD-0A23FFAB3A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4511" y="1916525"/>
            <a:ext cx="267390" cy="335997"/>
          </a:xfrm>
          <a:prstGeom prst="rect">
            <a:avLst/>
          </a:prstGeom>
        </p:spPr>
      </p:pic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95BB335-FABB-80D2-3759-59160785402D}"/>
              </a:ext>
            </a:extLst>
          </p:cNvPr>
          <p:cNvGrpSpPr/>
          <p:nvPr/>
        </p:nvGrpSpPr>
        <p:grpSpPr>
          <a:xfrm>
            <a:off x="1156943" y="3334404"/>
            <a:ext cx="282544" cy="282880"/>
            <a:chOff x="3547890" y="3182438"/>
            <a:chExt cx="282544" cy="282880"/>
          </a:xfrm>
          <a:solidFill>
            <a:srgbClr val="BBE3FB"/>
          </a:solidFill>
        </p:grpSpPr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2FE47B6-1E3B-8DE6-3182-71EE6D9DBAA7}"/>
                </a:ext>
              </a:extLst>
            </p:cNvPr>
            <p:cNvSpPr/>
            <p:nvPr/>
          </p:nvSpPr>
          <p:spPr>
            <a:xfrm>
              <a:off x="3547890" y="3182438"/>
              <a:ext cx="282544" cy="282880"/>
            </a:xfrm>
            <a:custGeom>
              <a:avLst/>
              <a:gdLst>
                <a:gd name="connsiteX0" fmla="*/ 2310098 w 4862813"/>
                <a:gd name="connsiteY0" fmla="*/ 0 h 4868608"/>
                <a:gd name="connsiteX1" fmla="*/ 2538222 w 4862813"/>
                <a:gd name="connsiteY1" fmla="*/ 0 h 4868608"/>
                <a:gd name="connsiteX2" fmla="*/ 2574608 w 4862813"/>
                <a:gd name="connsiteY2" fmla="*/ 8573 h 4868608"/>
                <a:gd name="connsiteX3" fmla="*/ 3334322 w 4862813"/>
                <a:gd name="connsiteY3" fmla="*/ 371475 h 4868608"/>
                <a:gd name="connsiteX4" fmla="*/ 3691033 w 4862813"/>
                <a:gd name="connsiteY4" fmla="*/ 1669447 h 4868608"/>
                <a:gd name="connsiteX5" fmla="*/ 3373850 w 4862813"/>
                <a:gd name="connsiteY5" fmla="*/ 2478881 h 4868608"/>
                <a:gd name="connsiteX6" fmla="*/ 3320606 w 4862813"/>
                <a:gd name="connsiteY6" fmla="*/ 2576513 h 4868608"/>
                <a:gd name="connsiteX7" fmla="*/ 3375089 w 4862813"/>
                <a:gd name="connsiteY7" fmla="*/ 2576513 h 4868608"/>
                <a:gd name="connsiteX8" fmla="*/ 3831241 w 4862813"/>
                <a:gd name="connsiteY8" fmla="*/ 2575655 h 4868608"/>
                <a:gd name="connsiteX9" fmla="*/ 4010501 w 4862813"/>
                <a:gd name="connsiteY9" fmla="*/ 2693099 h 4868608"/>
                <a:gd name="connsiteX10" fmla="*/ 4303014 w 4862813"/>
                <a:gd name="connsiteY10" fmla="*/ 3378041 h 4868608"/>
                <a:gd name="connsiteX11" fmla="*/ 4843844 w 4862813"/>
                <a:gd name="connsiteY11" fmla="*/ 4642962 h 4868608"/>
                <a:gd name="connsiteX12" fmla="*/ 4860893 w 4862813"/>
                <a:gd name="connsiteY12" fmla="*/ 4756785 h 4868608"/>
                <a:gd name="connsiteX13" fmla="*/ 4696492 w 4862813"/>
                <a:gd name="connsiteY13" fmla="*/ 4867180 h 4868608"/>
                <a:gd name="connsiteX14" fmla="*/ 191738 w 4862813"/>
                <a:gd name="connsiteY14" fmla="*/ 4868609 h 4868608"/>
                <a:gd name="connsiteX15" fmla="*/ 0 w 4862813"/>
                <a:gd name="connsiteY15" fmla="*/ 4762691 h 4868608"/>
                <a:gd name="connsiteX16" fmla="*/ 0 w 4862813"/>
                <a:gd name="connsiteY16" fmla="*/ 4686681 h 4868608"/>
                <a:gd name="connsiteX17" fmla="*/ 13526 w 4862813"/>
                <a:gd name="connsiteY17" fmla="*/ 4662869 h 4868608"/>
                <a:gd name="connsiteX18" fmla="*/ 855440 w 4862813"/>
                <a:gd name="connsiteY18" fmla="*/ 2696432 h 4868608"/>
                <a:gd name="connsiteX19" fmla="*/ 1037273 w 4862813"/>
                <a:gd name="connsiteY19" fmla="*/ 2575751 h 4868608"/>
                <a:gd name="connsiteX20" fmla="*/ 1445800 w 4862813"/>
                <a:gd name="connsiteY20" fmla="*/ 2576703 h 4868608"/>
                <a:gd name="connsiteX21" fmla="*/ 1544860 w 4862813"/>
                <a:gd name="connsiteY21" fmla="*/ 2576703 h 4868608"/>
                <a:gd name="connsiteX22" fmla="*/ 1518190 w 4862813"/>
                <a:gd name="connsiteY22" fmla="*/ 2523839 h 4868608"/>
                <a:gd name="connsiteX23" fmla="*/ 1297781 w 4862813"/>
                <a:gd name="connsiteY23" fmla="*/ 2067020 h 4868608"/>
                <a:gd name="connsiteX24" fmla="*/ 1178814 w 4862813"/>
                <a:gd name="connsiteY24" fmla="*/ 1051370 h 4868608"/>
                <a:gd name="connsiteX25" fmla="*/ 2129504 w 4862813"/>
                <a:gd name="connsiteY25" fmla="*/ 34957 h 4868608"/>
                <a:gd name="connsiteX26" fmla="*/ 2309813 w 4862813"/>
                <a:gd name="connsiteY26" fmla="*/ 95 h 4868608"/>
                <a:gd name="connsiteX27" fmla="*/ 2433923 w 4862813"/>
                <a:gd name="connsiteY27" fmla="*/ 3353943 h 4868608"/>
                <a:gd name="connsiteX28" fmla="*/ 2513648 w 4862813"/>
                <a:gd name="connsiteY28" fmla="*/ 3252788 h 4868608"/>
                <a:gd name="connsiteX29" fmla="*/ 3253359 w 4862813"/>
                <a:gd name="connsiteY29" fmla="*/ 2083975 h 4868608"/>
                <a:gd name="connsiteX30" fmla="*/ 3424142 w 4862813"/>
                <a:gd name="connsiteY30" fmla="*/ 1206913 h 4868608"/>
                <a:gd name="connsiteX31" fmla="*/ 2499074 w 4862813"/>
                <a:gd name="connsiteY31" fmla="*/ 290417 h 4868608"/>
                <a:gd name="connsiteX32" fmla="*/ 1635157 w 4862813"/>
                <a:gd name="connsiteY32" fmla="*/ 689896 h 4868608"/>
                <a:gd name="connsiteX33" fmla="*/ 1480376 w 4862813"/>
                <a:gd name="connsiteY33" fmla="*/ 1721549 h 4868608"/>
                <a:gd name="connsiteX34" fmla="*/ 1808036 w 4862813"/>
                <a:gd name="connsiteY34" fmla="*/ 2455831 h 4868608"/>
                <a:gd name="connsiteX35" fmla="*/ 2433923 w 4862813"/>
                <a:gd name="connsiteY35" fmla="*/ 3353753 h 4868608"/>
                <a:gd name="connsiteX36" fmla="*/ 4190143 w 4862813"/>
                <a:gd name="connsiteY36" fmla="*/ 3854196 h 4868608"/>
                <a:gd name="connsiteX37" fmla="*/ 4189286 w 4862813"/>
                <a:gd name="connsiteY37" fmla="*/ 3840480 h 4868608"/>
                <a:gd name="connsiteX38" fmla="*/ 3783045 w 4862813"/>
                <a:gd name="connsiteY38" fmla="*/ 2889885 h 4868608"/>
                <a:gd name="connsiteX39" fmla="*/ 3730847 w 4862813"/>
                <a:gd name="connsiteY39" fmla="*/ 2862453 h 4868608"/>
                <a:gd name="connsiteX40" fmla="*/ 3184589 w 4862813"/>
                <a:gd name="connsiteY40" fmla="*/ 2861977 h 4868608"/>
                <a:gd name="connsiteX41" fmla="*/ 3123057 w 4862813"/>
                <a:gd name="connsiteY41" fmla="*/ 2894933 h 4868608"/>
                <a:gd name="connsiteX42" fmla="*/ 2940177 w 4862813"/>
                <a:gd name="connsiteY42" fmla="*/ 3160871 h 4868608"/>
                <a:gd name="connsiteX43" fmla="*/ 2552319 w 4862813"/>
                <a:gd name="connsiteY43" fmla="*/ 3659124 h 4868608"/>
                <a:gd name="connsiteX44" fmla="*/ 2313718 w 4862813"/>
                <a:gd name="connsiteY44" fmla="*/ 3658743 h 4868608"/>
                <a:gd name="connsiteX45" fmla="*/ 2261616 w 4862813"/>
                <a:gd name="connsiteY45" fmla="*/ 3597021 h 4868608"/>
                <a:gd name="connsiteX46" fmla="*/ 2133505 w 4862813"/>
                <a:gd name="connsiteY46" fmla="*/ 3439763 h 4868608"/>
                <a:gd name="connsiteX47" fmla="*/ 1617917 w 4862813"/>
                <a:gd name="connsiteY47" fmla="*/ 3703891 h 4868608"/>
                <a:gd name="connsiteX48" fmla="*/ 1654969 w 4862813"/>
                <a:gd name="connsiteY48" fmla="*/ 3742754 h 4868608"/>
                <a:gd name="connsiteX49" fmla="*/ 2316671 w 4862813"/>
                <a:gd name="connsiteY49" fmla="*/ 4404360 h 4868608"/>
                <a:gd name="connsiteX50" fmla="*/ 2494693 w 4862813"/>
                <a:gd name="connsiteY50" fmla="*/ 4571715 h 4868608"/>
                <a:gd name="connsiteX51" fmla="*/ 2743105 w 4862813"/>
                <a:gd name="connsiteY51" fmla="*/ 4580287 h 4868608"/>
                <a:gd name="connsiteX52" fmla="*/ 2832926 w 4862813"/>
                <a:gd name="connsiteY52" fmla="*/ 4558856 h 4868608"/>
                <a:gd name="connsiteX53" fmla="*/ 3986594 w 4862813"/>
                <a:gd name="connsiteY53" fmla="*/ 3960400 h 4868608"/>
                <a:gd name="connsiteX54" fmla="*/ 4189953 w 4862813"/>
                <a:gd name="connsiteY54" fmla="*/ 3854101 h 4868608"/>
                <a:gd name="connsiteX55" fmla="*/ 1338453 w 4862813"/>
                <a:gd name="connsiteY55" fmla="*/ 3846862 h 4868608"/>
                <a:gd name="connsiteX56" fmla="*/ 508445 w 4862813"/>
                <a:gd name="connsiteY56" fmla="*/ 4271867 h 4868608"/>
                <a:gd name="connsiteX57" fmla="*/ 484823 w 4862813"/>
                <a:gd name="connsiteY57" fmla="*/ 4293299 h 4868608"/>
                <a:gd name="connsiteX58" fmla="*/ 361664 w 4862813"/>
                <a:gd name="connsiteY58" fmla="*/ 4578573 h 4868608"/>
                <a:gd name="connsiteX59" fmla="*/ 2069592 w 4862813"/>
                <a:gd name="connsiteY59" fmla="*/ 4578573 h 4868608"/>
                <a:gd name="connsiteX60" fmla="*/ 1338453 w 4862813"/>
                <a:gd name="connsiteY60" fmla="*/ 3846862 h 4868608"/>
                <a:gd name="connsiteX61" fmla="*/ 669322 w 4862813"/>
                <a:gd name="connsiteY61" fmla="*/ 3867531 h 4868608"/>
                <a:gd name="connsiteX62" fmla="*/ 1957483 w 4862813"/>
                <a:gd name="connsiteY62" fmla="*/ 3208306 h 4868608"/>
                <a:gd name="connsiteX63" fmla="*/ 1745266 w 4862813"/>
                <a:gd name="connsiteY63" fmla="*/ 2896267 h 4868608"/>
                <a:gd name="connsiteX64" fmla="*/ 1679734 w 4862813"/>
                <a:gd name="connsiteY64" fmla="*/ 2861882 h 4868608"/>
                <a:gd name="connsiteX65" fmla="*/ 1143286 w 4862813"/>
                <a:gd name="connsiteY65" fmla="*/ 2861596 h 4868608"/>
                <a:gd name="connsiteX66" fmla="*/ 1077563 w 4862813"/>
                <a:gd name="connsiteY66" fmla="*/ 2905411 h 4868608"/>
                <a:gd name="connsiteX67" fmla="*/ 688181 w 4862813"/>
                <a:gd name="connsiteY67" fmla="*/ 3816191 h 4868608"/>
                <a:gd name="connsiteX68" fmla="*/ 669322 w 4862813"/>
                <a:gd name="connsiteY68" fmla="*/ 3867436 h 4868608"/>
                <a:gd name="connsiteX69" fmla="*/ 4307777 w 4862813"/>
                <a:gd name="connsiteY69" fmla="*/ 4116134 h 4868608"/>
                <a:gd name="connsiteX70" fmla="*/ 3431096 w 4862813"/>
                <a:gd name="connsiteY70" fmla="*/ 4571905 h 4868608"/>
                <a:gd name="connsiteX71" fmla="*/ 3435001 w 4862813"/>
                <a:gd name="connsiteY71" fmla="*/ 4578287 h 4868608"/>
                <a:gd name="connsiteX72" fmla="*/ 4505801 w 4862813"/>
                <a:gd name="connsiteY72" fmla="*/ 4578287 h 4868608"/>
                <a:gd name="connsiteX73" fmla="*/ 4307872 w 4862813"/>
                <a:gd name="connsiteY73" fmla="*/ 4116134 h 4868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862813" h="4868608">
                  <a:moveTo>
                    <a:pt x="2310098" y="0"/>
                  </a:moveTo>
                  <a:cubicBezTo>
                    <a:pt x="2386108" y="0"/>
                    <a:pt x="2462213" y="0"/>
                    <a:pt x="2538222" y="0"/>
                  </a:cubicBezTo>
                  <a:cubicBezTo>
                    <a:pt x="2550319" y="2953"/>
                    <a:pt x="2562320" y="7144"/>
                    <a:pt x="2574608" y="8573"/>
                  </a:cubicBezTo>
                  <a:cubicBezTo>
                    <a:pt x="2869502" y="42577"/>
                    <a:pt x="3128963" y="156305"/>
                    <a:pt x="3334322" y="371475"/>
                  </a:cubicBezTo>
                  <a:cubicBezTo>
                    <a:pt x="3684461" y="738378"/>
                    <a:pt x="3775520" y="1183196"/>
                    <a:pt x="3691033" y="1669447"/>
                  </a:cubicBezTo>
                  <a:cubicBezTo>
                    <a:pt x="3640646" y="1959102"/>
                    <a:pt x="3513011" y="2222183"/>
                    <a:pt x="3373850" y="2478881"/>
                  </a:cubicBezTo>
                  <a:cubicBezTo>
                    <a:pt x="3357563" y="2508980"/>
                    <a:pt x="3341084" y="2538889"/>
                    <a:pt x="3320606" y="2576513"/>
                  </a:cubicBezTo>
                  <a:cubicBezTo>
                    <a:pt x="3344799" y="2576513"/>
                    <a:pt x="3359944" y="2576513"/>
                    <a:pt x="3375089" y="2576513"/>
                  </a:cubicBezTo>
                  <a:cubicBezTo>
                    <a:pt x="3527108" y="2576513"/>
                    <a:pt x="3679222" y="2578799"/>
                    <a:pt x="3831241" y="2575655"/>
                  </a:cubicBezTo>
                  <a:cubicBezTo>
                    <a:pt x="3920585" y="2573846"/>
                    <a:pt x="3976116" y="2610517"/>
                    <a:pt x="4010501" y="2693099"/>
                  </a:cubicBezTo>
                  <a:cubicBezTo>
                    <a:pt x="4106037" y="2922270"/>
                    <a:pt x="4205192" y="3149822"/>
                    <a:pt x="4303014" y="3378041"/>
                  </a:cubicBezTo>
                  <a:cubicBezTo>
                    <a:pt x="4483704" y="3799523"/>
                    <a:pt x="4664964" y="4220814"/>
                    <a:pt x="4843844" y="4642962"/>
                  </a:cubicBezTo>
                  <a:cubicBezTo>
                    <a:pt x="4858512" y="4677537"/>
                    <a:pt x="4866799" y="4720495"/>
                    <a:pt x="4860893" y="4756785"/>
                  </a:cubicBezTo>
                  <a:cubicBezTo>
                    <a:pt x="4848701" y="4831461"/>
                    <a:pt x="4788980" y="4867180"/>
                    <a:pt x="4696492" y="4867180"/>
                  </a:cubicBezTo>
                  <a:cubicBezTo>
                    <a:pt x="3194876" y="4867180"/>
                    <a:pt x="1693259" y="4866704"/>
                    <a:pt x="191738" y="4868609"/>
                  </a:cubicBezTo>
                  <a:cubicBezTo>
                    <a:pt x="102965" y="4868704"/>
                    <a:pt x="38291" y="4844510"/>
                    <a:pt x="0" y="4762691"/>
                  </a:cubicBezTo>
                  <a:cubicBezTo>
                    <a:pt x="0" y="4737354"/>
                    <a:pt x="0" y="4712018"/>
                    <a:pt x="0" y="4686681"/>
                  </a:cubicBezTo>
                  <a:cubicBezTo>
                    <a:pt x="4572" y="4678775"/>
                    <a:pt x="10001" y="4671156"/>
                    <a:pt x="13526" y="4662869"/>
                  </a:cubicBezTo>
                  <a:cubicBezTo>
                    <a:pt x="294513" y="4007549"/>
                    <a:pt x="576072" y="3352419"/>
                    <a:pt x="855440" y="2696432"/>
                  </a:cubicBezTo>
                  <a:cubicBezTo>
                    <a:pt x="891159" y="2612612"/>
                    <a:pt x="945547" y="2573370"/>
                    <a:pt x="1037273" y="2575751"/>
                  </a:cubicBezTo>
                  <a:cubicBezTo>
                    <a:pt x="1173385" y="2579275"/>
                    <a:pt x="1309592" y="2576703"/>
                    <a:pt x="1445800" y="2576703"/>
                  </a:cubicBezTo>
                  <a:lnTo>
                    <a:pt x="1544860" y="2576703"/>
                  </a:lnTo>
                  <a:cubicBezTo>
                    <a:pt x="1533430" y="2554034"/>
                    <a:pt x="1525619" y="2539079"/>
                    <a:pt x="1518190" y="2523839"/>
                  </a:cubicBezTo>
                  <a:cubicBezTo>
                    <a:pt x="1444276" y="2371725"/>
                    <a:pt x="1364742" y="2222087"/>
                    <a:pt x="1297781" y="2067020"/>
                  </a:cubicBezTo>
                  <a:cubicBezTo>
                    <a:pt x="1157288" y="1741265"/>
                    <a:pt x="1103281" y="1403033"/>
                    <a:pt x="1178814" y="1051370"/>
                  </a:cubicBezTo>
                  <a:cubicBezTo>
                    <a:pt x="1292352" y="522923"/>
                    <a:pt x="1598200" y="172688"/>
                    <a:pt x="2129504" y="34957"/>
                  </a:cubicBezTo>
                  <a:cubicBezTo>
                    <a:pt x="2188655" y="19622"/>
                    <a:pt x="2249710" y="11525"/>
                    <a:pt x="2309813" y="95"/>
                  </a:cubicBezTo>
                  <a:close/>
                  <a:moveTo>
                    <a:pt x="2433923" y="3353943"/>
                  </a:moveTo>
                  <a:cubicBezTo>
                    <a:pt x="2463165" y="3316891"/>
                    <a:pt x="2488692" y="3285078"/>
                    <a:pt x="2513648" y="3252788"/>
                  </a:cubicBezTo>
                  <a:cubicBezTo>
                    <a:pt x="2797016" y="2886551"/>
                    <a:pt x="3058573" y="2506218"/>
                    <a:pt x="3253359" y="2083975"/>
                  </a:cubicBezTo>
                  <a:cubicBezTo>
                    <a:pt x="3381661" y="1805845"/>
                    <a:pt x="3464814" y="1520000"/>
                    <a:pt x="3424142" y="1206913"/>
                  </a:cubicBezTo>
                  <a:cubicBezTo>
                    <a:pt x="3352514" y="655415"/>
                    <a:pt x="2969324" y="317754"/>
                    <a:pt x="2499074" y="290417"/>
                  </a:cubicBezTo>
                  <a:cubicBezTo>
                    <a:pt x="2143220" y="269748"/>
                    <a:pt x="1841183" y="391097"/>
                    <a:pt x="1635157" y="689896"/>
                  </a:cubicBezTo>
                  <a:cubicBezTo>
                    <a:pt x="1417987" y="1004888"/>
                    <a:pt x="1385316" y="1356646"/>
                    <a:pt x="1480376" y="1721549"/>
                  </a:cubicBezTo>
                  <a:cubicBezTo>
                    <a:pt x="1548670" y="1983867"/>
                    <a:pt x="1672304" y="2223040"/>
                    <a:pt x="1808036" y="2455831"/>
                  </a:cubicBezTo>
                  <a:cubicBezTo>
                    <a:pt x="1991011" y="2769584"/>
                    <a:pt x="2201323" y="3064288"/>
                    <a:pt x="2433923" y="3353753"/>
                  </a:cubicBezTo>
                  <a:close/>
                  <a:moveTo>
                    <a:pt x="4190143" y="3854196"/>
                  </a:moveTo>
                  <a:cubicBezTo>
                    <a:pt x="4189762" y="3846576"/>
                    <a:pt x="4190429" y="3843147"/>
                    <a:pt x="4189286" y="3840480"/>
                  </a:cubicBezTo>
                  <a:cubicBezTo>
                    <a:pt x="4053745" y="3523679"/>
                    <a:pt x="3917728" y="3207068"/>
                    <a:pt x="3783045" y="2889885"/>
                  </a:cubicBezTo>
                  <a:cubicBezTo>
                    <a:pt x="3771614" y="2862929"/>
                    <a:pt x="3753707" y="2862358"/>
                    <a:pt x="3730847" y="2862453"/>
                  </a:cubicBezTo>
                  <a:cubicBezTo>
                    <a:pt x="3548729" y="2862834"/>
                    <a:pt x="3366707" y="2863310"/>
                    <a:pt x="3184589" y="2861977"/>
                  </a:cubicBezTo>
                  <a:cubicBezTo>
                    <a:pt x="3155823" y="2861786"/>
                    <a:pt x="3138869" y="2871121"/>
                    <a:pt x="3123057" y="2894933"/>
                  </a:cubicBezTo>
                  <a:cubicBezTo>
                    <a:pt x="3063621" y="2984564"/>
                    <a:pt x="3005042" y="3075146"/>
                    <a:pt x="2940177" y="3160871"/>
                  </a:cubicBezTo>
                  <a:cubicBezTo>
                    <a:pt x="2813209" y="3328702"/>
                    <a:pt x="2684050" y="3494913"/>
                    <a:pt x="2552319" y="3659124"/>
                  </a:cubicBezTo>
                  <a:cubicBezTo>
                    <a:pt x="2482024" y="3746754"/>
                    <a:pt x="2387822" y="3743992"/>
                    <a:pt x="2313718" y="3658743"/>
                  </a:cubicBezTo>
                  <a:cubicBezTo>
                    <a:pt x="2296097" y="3638455"/>
                    <a:pt x="2278666" y="3617881"/>
                    <a:pt x="2261616" y="3597021"/>
                  </a:cubicBezTo>
                  <a:cubicBezTo>
                    <a:pt x="2218849" y="3544824"/>
                    <a:pt x="2176367" y="3492437"/>
                    <a:pt x="2133505" y="3439763"/>
                  </a:cubicBezTo>
                  <a:cubicBezTo>
                    <a:pt x="1960055" y="3528632"/>
                    <a:pt x="1790700" y="3615309"/>
                    <a:pt x="1617917" y="3703891"/>
                  </a:cubicBezTo>
                  <a:cubicBezTo>
                    <a:pt x="1633442" y="3720179"/>
                    <a:pt x="1643920" y="3731705"/>
                    <a:pt x="1654969" y="3742754"/>
                  </a:cubicBezTo>
                  <a:cubicBezTo>
                    <a:pt x="1875473" y="3963353"/>
                    <a:pt x="2096072" y="4183952"/>
                    <a:pt x="2316671" y="4404360"/>
                  </a:cubicBezTo>
                  <a:cubicBezTo>
                    <a:pt x="2374868" y="4462558"/>
                    <a:pt x="2424303" y="4542758"/>
                    <a:pt x="2494693" y="4571715"/>
                  </a:cubicBezTo>
                  <a:cubicBezTo>
                    <a:pt x="2566702" y="4601242"/>
                    <a:pt x="2659475" y="4582192"/>
                    <a:pt x="2743105" y="4580287"/>
                  </a:cubicBezTo>
                  <a:cubicBezTo>
                    <a:pt x="2773299" y="4579620"/>
                    <a:pt x="2806160" y="4572667"/>
                    <a:pt x="2832926" y="4558856"/>
                  </a:cubicBezTo>
                  <a:cubicBezTo>
                    <a:pt x="3218021" y="4360355"/>
                    <a:pt x="3602165" y="4160234"/>
                    <a:pt x="3986594" y="3960400"/>
                  </a:cubicBezTo>
                  <a:cubicBezTo>
                    <a:pt x="4054983" y="3924872"/>
                    <a:pt x="4123278" y="3888962"/>
                    <a:pt x="4189953" y="3854101"/>
                  </a:cubicBezTo>
                  <a:close/>
                  <a:moveTo>
                    <a:pt x="1338453" y="3846862"/>
                  </a:moveTo>
                  <a:cubicBezTo>
                    <a:pt x="1065848" y="3986308"/>
                    <a:pt x="787051" y="4128897"/>
                    <a:pt x="508445" y="4271867"/>
                  </a:cubicBezTo>
                  <a:cubicBezTo>
                    <a:pt x="499205" y="4276630"/>
                    <a:pt x="488728" y="4284345"/>
                    <a:pt x="484823" y="4293299"/>
                  </a:cubicBezTo>
                  <a:cubicBezTo>
                    <a:pt x="443579" y="4386930"/>
                    <a:pt x="403479" y="4481037"/>
                    <a:pt x="361664" y="4578573"/>
                  </a:cubicBezTo>
                  <a:lnTo>
                    <a:pt x="2069592" y="4578573"/>
                  </a:lnTo>
                  <a:cubicBezTo>
                    <a:pt x="1828610" y="4337304"/>
                    <a:pt x="1586198" y="4094798"/>
                    <a:pt x="1338453" y="3846862"/>
                  </a:cubicBezTo>
                  <a:close/>
                  <a:moveTo>
                    <a:pt x="669322" y="3867531"/>
                  </a:moveTo>
                  <a:cubicBezTo>
                    <a:pt x="1105853" y="3644170"/>
                    <a:pt x="1530287" y="3426905"/>
                    <a:pt x="1957483" y="3208306"/>
                  </a:cubicBezTo>
                  <a:cubicBezTo>
                    <a:pt x="1885188" y="3102578"/>
                    <a:pt x="1813846" y="3000280"/>
                    <a:pt x="1745266" y="2896267"/>
                  </a:cubicBezTo>
                  <a:cubicBezTo>
                    <a:pt x="1728216" y="2870359"/>
                    <a:pt x="1710118" y="2861691"/>
                    <a:pt x="1679734" y="2861882"/>
                  </a:cubicBezTo>
                  <a:cubicBezTo>
                    <a:pt x="1500950" y="2863310"/>
                    <a:pt x="1322070" y="2863787"/>
                    <a:pt x="1143286" y="2861596"/>
                  </a:cubicBezTo>
                  <a:cubicBezTo>
                    <a:pt x="1107186" y="2861120"/>
                    <a:pt x="1091279" y="2873216"/>
                    <a:pt x="1077563" y="2905411"/>
                  </a:cubicBezTo>
                  <a:cubicBezTo>
                    <a:pt x="948690" y="3209449"/>
                    <a:pt x="818198" y="3512725"/>
                    <a:pt x="688181" y="3816191"/>
                  </a:cubicBezTo>
                  <a:cubicBezTo>
                    <a:pt x="682847" y="3828764"/>
                    <a:pt x="678656" y="3841814"/>
                    <a:pt x="669322" y="3867436"/>
                  </a:cubicBezTo>
                  <a:close/>
                  <a:moveTo>
                    <a:pt x="4307777" y="4116134"/>
                  </a:moveTo>
                  <a:cubicBezTo>
                    <a:pt x="4011645" y="4270058"/>
                    <a:pt x="3721322" y="4420934"/>
                    <a:pt x="3431096" y="4571905"/>
                  </a:cubicBezTo>
                  <a:lnTo>
                    <a:pt x="3435001" y="4578287"/>
                  </a:lnTo>
                  <a:lnTo>
                    <a:pt x="4505801" y="4578287"/>
                  </a:lnTo>
                  <a:cubicBezTo>
                    <a:pt x="4439317" y="4423124"/>
                    <a:pt x="4374833" y="4272534"/>
                    <a:pt x="4307872" y="41161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548130D0-1CF7-FB19-82F6-1B26D7340F64}"/>
                </a:ext>
              </a:extLst>
            </p:cNvPr>
            <p:cNvSpPr/>
            <p:nvPr/>
          </p:nvSpPr>
          <p:spPr>
            <a:xfrm>
              <a:off x="3664388" y="3232384"/>
              <a:ext cx="49803" cy="49921"/>
            </a:xfrm>
            <a:custGeom>
              <a:avLst/>
              <a:gdLst>
                <a:gd name="connsiteX0" fmla="*/ 2 w 857158"/>
                <a:gd name="connsiteY0" fmla="*/ 427401 h 859176"/>
                <a:gd name="connsiteX1" fmla="*/ 430532 w 857158"/>
                <a:gd name="connsiteY1" fmla="*/ 14 h 859176"/>
                <a:gd name="connsiteX2" fmla="*/ 857157 w 857158"/>
                <a:gd name="connsiteY2" fmla="*/ 431211 h 859176"/>
                <a:gd name="connsiteX3" fmla="*/ 426722 w 857158"/>
                <a:gd name="connsiteY3" fmla="*/ 859169 h 859176"/>
                <a:gd name="connsiteX4" fmla="*/ 2 w 857158"/>
                <a:gd name="connsiteY4" fmla="*/ 427401 h 859176"/>
                <a:gd name="connsiteX5" fmla="*/ 432723 w 857158"/>
                <a:gd name="connsiteY5" fmla="*/ 287098 h 859176"/>
                <a:gd name="connsiteX6" fmla="*/ 286038 w 857158"/>
                <a:gd name="connsiteY6" fmla="*/ 424067 h 859176"/>
                <a:gd name="connsiteX7" fmla="*/ 426913 w 857158"/>
                <a:gd name="connsiteY7" fmla="*/ 572657 h 859176"/>
                <a:gd name="connsiteX8" fmla="*/ 571312 w 857158"/>
                <a:gd name="connsiteY8" fmla="*/ 432259 h 859176"/>
                <a:gd name="connsiteX9" fmla="*/ 432723 w 857158"/>
                <a:gd name="connsiteY9" fmla="*/ 287098 h 859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158" h="859176">
                  <a:moveTo>
                    <a:pt x="2" y="427401"/>
                  </a:moveTo>
                  <a:cubicBezTo>
                    <a:pt x="764" y="190895"/>
                    <a:pt x="194979" y="-1891"/>
                    <a:pt x="430532" y="14"/>
                  </a:cubicBezTo>
                  <a:cubicBezTo>
                    <a:pt x="667991" y="1919"/>
                    <a:pt x="857824" y="193752"/>
                    <a:pt x="857157" y="431211"/>
                  </a:cubicBezTo>
                  <a:cubicBezTo>
                    <a:pt x="856490" y="667431"/>
                    <a:pt x="662180" y="860598"/>
                    <a:pt x="426722" y="859169"/>
                  </a:cubicBezTo>
                  <a:cubicBezTo>
                    <a:pt x="190407" y="857645"/>
                    <a:pt x="-760" y="664192"/>
                    <a:pt x="2" y="427401"/>
                  </a:cubicBezTo>
                  <a:close/>
                  <a:moveTo>
                    <a:pt x="432723" y="287098"/>
                  </a:moveTo>
                  <a:cubicBezTo>
                    <a:pt x="354428" y="285002"/>
                    <a:pt x="288419" y="346533"/>
                    <a:pt x="286038" y="424067"/>
                  </a:cubicBezTo>
                  <a:cubicBezTo>
                    <a:pt x="283562" y="503315"/>
                    <a:pt x="348141" y="571419"/>
                    <a:pt x="426913" y="572657"/>
                  </a:cubicBezTo>
                  <a:cubicBezTo>
                    <a:pt x="503494" y="573895"/>
                    <a:pt x="569883" y="509316"/>
                    <a:pt x="571312" y="432259"/>
                  </a:cubicBezTo>
                  <a:cubicBezTo>
                    <a:pt x="572741" y="354058"/>
                    <a:pt x="510828" y="289193"/>
                    <a:pt x="432723" y="28709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53" name="Graphic 152">
            <a:extLst>
              <a:ext uri="{FF2B5EF4-FFF2-40B4-BE49-F238E27FC236}">
                <a16:creationId xmlns:a16="http://schemas.microsoft.com/office/drawing/2014/main" id="{E03B0C24-042B-3236-DBA5-73452A7F27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0177" y="4827450"/>
            <a:ext cx="356076" cy="145034"/>
          </a:xfrm>
          <a:prstGeom prst="rect">
            <a:avLst/>
          </a:prstGeom>
        </p:spPr>
      </p:pic>
      <p:sp>
        <p:nvSpPr>
          <p:cNvPr id="160" name="Oval 159">
            <a:extLst>
              <a:ext uri="{FF2B5EF4-FFF2-40B4-BE49-F238E27FC236}">
                <a16:creationId xmlns:a16="http://schemas.microsoft.com/office/drawing/2014/main" id="{3DDAC706-BD24-34DC-6B52-9807755F4D9D}"/>
              </a:ext>
            </a:extLst>
          </p:cNvPr>
          <p:cNvSpPr/>
          <p:nvPr/>
        </p:nvSpPr>
        <p:spPr>
          <a:xfrm>
            <a:off x="1017397" y="3914965"/>
            <a:ext cx="561600" cy="561600"/>
          </a:xfrm>
          <a:prstGeom prst="ellipse">
            <a:avLst/>
          </a:prstGeom>
          <a:noFill/>
          <a:ln w="3175">
            <a:solidFill>
              <a:srgbClr val="BBE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89B6AEA-6AD9-5B13-7F16-CF1A834C3E00}"/>
              </a:ext>
            </a:extLst>
          </p:cNvPr>
          <p:cNvGrpSpPr/>
          <p:nvPr/>
        </p:nvGrpSpPr>
        <p:grpSpPr>
          <a:xfrm>
            <a:off x="1182916" y="4058702"/>
            <a:ext cx="260420" cy="261422"/>
            <a:chOff x="4157695" y="1480961"/>
            <a:chExt cx="3878991" cy="3893900"/>
          </a:xfrm>
          <a:solidFill>
            <a:srgbClr val="BBE3FB"/>
          </a:solidFill>
        </p:grpSpPr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2BC6A26-0FF8-FFB2-E500-3ECC6382F041}"/>
                </a:ext>
              </a:extLst>
            </p:cNvPr>
            <p:cNvSpPr/>
            <p:nvPr/>
          </p:nvSpPr>
          <p:spPr>
            <a:xfrm>
              <a:off x="4157695" y="3154203"/>
              <a:ext cx="3878991" cy="2220658"/>
            </a:xfrm>
            <a:custGeom>
              <a:avLst/>
              <a:gdLst>
                <a:gd name="connsiteX0" fmla="*/ 91882 w 3878991"/>
                <a:gd name="connsiteY0" fmla="*/ 2220659 h 2220658"/>
                <a:gd name="connsiteX1" fmla="*/ 17873 w 3878991"/>
                <a:gd name="connsiteY1" fmla="*/ 2159794 h 2220658"/>
                <a:gd name="connsiteX2" fmla="*/ 119219 w 3878991"/>
                <a:gd name="connsiteY2" fmla="*/ 1992249 h 2220658"/>
                <a:gd name="connsiteX3" fmla="*/ 685766 w 3878991"/>
                <a:gd name="connsiteY3" fmla="*/ 1991773 h 2220658"/>
                <a:gd name="connsiteX4" fmla="*/ 739106 w 3878991"/>
                <a:gd name="connsiteY4" fmla="*/ 1991773 h 2220658"/>
                <a:gd name="connsiteX5" fmla="*/ 699768 w 3878991"/>
                <a:gd name="connsiteY5" fmla="*/ 1963864 h 2220658"/>
                <a:gd name="connsiteX6" fmla="*/ 36637 w 3878991"/>
                <a:gd name="connsiteY6" fmla="*/ 1023652 h 2220658"/>
                <a:gd name="connsiteX7" fmla="*/ 2824 w 3878991"/>
                <a:gd name="connsiteY7" fmla="*/ 707136 h 2220658"/>
                <a:gd name="connsiteX8" fmla="*/ 1395 w 3878991"/>
                <a:gd name="connsiteY8" fmla="*/ 136779 h 2220658"/>
                <a:gd name="connsiteX9" fmla="*/ 139126 w 3878991"/>
                <a:gd name="connsiteY9" fmla="*/ 0 h 2220658"/>
                <a:gd name="connsiteX10" fmla="*/ 3017677 w 3878991"/>
                <a:gd name="connsiteY10" fmla="*/ 0 h 2220658"/>
                <a:gd name="connsiteX11" fmla="*/ 3158551 w 3878991"/>
                <a:gd name="connsiteY11" fmla="*/ 140303 h 2220658"/>
                <a:gd name="connsiteX12" fmla="*/ 3158551 w 3878991"/>
                <a:gd name="connsiteY12" fmla="*/ 198406 h 2220658"/>
                <a:gd name="connsiteX13" fmla="*/ 3289234 w 3878991"/>
                <a:gd name="connsiteY13" fmla="*/ 198596 h 2220658"/>
                <a:gd name="connsiteX14" fmla="*/ 3824825 w 3878991"/>
                <a:gd name="connsiteY14" fmla="*/ 541306 h 2220658"/>
                <a:gd name="connsiteX15" fmla="*/ 3334097 w 3878991"/>
                <a:gd name="connsiteY15" fmla="*/ 1361885 h 2220658"/>
                <a:gd name="connsiteX16" fmla="*/ 3037584 w 3878991"/>
                <a:gd name="connsiteY16" fmla="*/ 1366076 h 2220658"/>
                <a:gd name="connsiteX17" fmla="*/ 2995198 w 3878991"/>
                <a:gd name="connsiteY17" fmla="*/ 1386745 h 2220658"/>
                <a:gd name="connsiteX18" fmla="*/ 2439319 w 3878991"/>
                <a:gd name="connsiteY18" fmla="*/ 1978057 h 2220658"/>
                <a:gd name="connsiteX19" fmla="*/ 2427317 w 3878991"/>
                <a:gd name="connsiteY19" fmla="*/ 1991868 h 2220658"/>
                <a:gd name="connsiteX20" fmla="*/ 2471989 w 3878991"/>
                <a:gd name="connsiteY20" fmla="*/ 1991868 h 2220658"/>
                <a:gd name="connsiteX21" fmla="*/ 3038537 w 3878991"/>
                <a:gd name="connsiteY21" fmla="*/ 1992154 h 2220658"/>
                <a:gd name="connsiteX22" fmla="*/ 3154646 w 3878991"/>
                <a:gd name="connsiteY22" fmla="*/ 2137029 h 2220658"/>
                <a:gd name="connsiteX23" fmla="*/ 3073207 w 3878991"/>
                <a:gd name="connsiteY23" fmla="*/ 2220659 h 2220658"/>
                <a:gd name="connsiteX24" fmla="*/ 91882 w 3878991"/>
                <a:gd name="connsiteY24" fmla="*/ 2220659 h 2220658"/>
                <a:gd name="connsiteX25" fmla="*/ 233424 w 3878991"/>
                <a:gd name="connsiteY25" fmla="*/ 230791 h 2220658"/>
                <a:gd name="connsiteX26" fmla="*/ 230852 w 3878991"/>
                <a:gd name="connsiteY26" fmla="*/ 261938 h 2220658"/>
                <a:gd name="connsiteX27" fmla="*/ 231138 w 3878991"/>
                <a:gd name="connsiteY27" fmla="*/ 520446 h 2220658"/>
                <a:gd name="connsiteX28" fmla="*/ 246092 w 3878991"/>
                <a:gd name="connsiteY28" fmla="*/ 888302 h 2220658"/>
                <a:gd name="connsiteX29" fmla="*/ 563465 w 3878991"/>
                <a:gd name="connsiteY29" fmla="*/ 1552099 h 2220658"/>
                <a:gd name="connsiteX30" fmla="*/ 1372042 w 3878991"/>
                <a:gd name="connsiteY30" fmla="*/ 1974628 h 2220658"/>
                <a:gd name="connsiteX31" fmla="*/ 1992025 w 3878991"/>
                <a:gd name="connsiteY31" fmla="*/ 1929670 h 2220658"/>
                <a:gd name="connsiteX32" fmla="*/ 2686969 w 3878991"/>
                <a:gd name="connsiteY32" fmla="*/ 1444466 h 2220658"/>
                <a:gd name="connsiteX33" fmla="*/ 2920712 w 3878991"/>
                <a:gd name="connsiteY33" fmla="*/ 836009 h 2220658"/>
                <a:gd name="connsiteX34" fmla="*/ 2928713 w 3878991"/>
                <a:gd name="connsiteY34" fmla="*/ 246983 h 2220658"/>
                <a:gd name="connsiteX35" fmla="*/ 2924617 w 3878991"/>
                <a:gd name="connsiteY35" fmla="*/ 230696 h 2220658"/>
                <a:gd name="connsiteX36" fmla="*/ 233424 w 3878991"/>
                <a:gd name="connsiteY36" fmla="*/ 230696 h 2220658"/>
                <a:gd name="connsiteX37" fmla="*/ 3096734 w 3878991"/>
                <a:gd name="connsiteY37" fmla="*/ 1131570 h 2220658"/>
                <a:gd name="connsiteX38" fmla="*/ 3340193 w 3878991"/>
                <a:gd name="connsiteY38" fmla="*/ 1130427 h 2220658"/>
                <a:gd name="connsiteX39" fmla="*/ 3647660 w 3878991"/>
                <a:gd name="connsiteY39" fmla="*/ 778478 h 2220658"/>
                <a:gd name="connsiteX40" fmla="*/ 3158742 w 3878991"/>
                <a:gd name="connsiteY40" fmla="*/ 434721 h 2220658"/>
                <a:gd name="connsiteX41" fmla="*/ 3096830 w 3878991"/>
                <a:gd name="connsiteY41" fmla="*/ 1131665 h 2220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878991" h="2220658">
                  <a:moveTo>
                    <a:pt x="91882" y="2220659"/>
                  </a:moveTo>
                  <a:cubicBezTo>
                    <a:pt x="66736" y="2200656"/>
                    <a:pt x="33970" y="2185511"/>
                    <a:pt x="17873" y="2159794"/>
                  </a:cubicBezTo>
                  <a:cubicBezTo>
                    <a:pt x="-28704" y="2085499"/>
                    <a:pt x="28351" y="1992821"/>
                    <a:pt x="119219" y="1992249"/>
                  </a:cubicBezTo>
                  <a:cubicBezTo>
                    <a:pt x="308100" y="1991011"/>
                    <a:pt x="496981" y="1991868"/>
                    <a:pt x="685766" y="1991773"/>
                  </a:cubicBezTo>
                  <a:cubicBezTo>
                    <a:pt x="699673" y="1991773"/>
                    <a:pt x="713579" y="1991773"/>
                    <a:pt x="739106" y="1991773"/>
                  </a:cubicBezTo>
                  <a:cubicBezTo>
                    <a:pt x="720628" y="1978628"/>
                    <a:pt x="710436" y="1970913"/>
                    <a:pt x="699768" y="1963864"/>
                  </a:cubicBezTo>
                  <a:cubicBezTo>
                    <a:pt x="355249" y="1737455"/>
                    <a:pt x="125887" y="1428464"/>
                    <a:pt x="36637" y="1023652"/>
                  </a:cubicBezTo>
                  <a:cubicBezTo>
                    <a:pt x="13873" y="920591"/>
                    <a:pt x="5776" y="812959"/>
                    <a:pt x="2824" y="707136"/>
                  </a:cubicBezTo>
                  <a:cubicBezTo>
                    <a:pt x="-2415" y="517112"/>
                    <a:pt x="1204" y="326898"/>
                    <a:pt x="1395" y="136779"/>
                  </a:cubicBezTo>
                  <a:cubicBezTo>
                    <a:pt x="1490" y="43244"/>
                    <a:pt x="45210" y="0"/>
                    <a:pt x="139126" y="0"/>
                  </a:cubicBezTo>
                  <a:cubicBezTo>
                    <a:pt x="1098675" y="0"/>
                    <a:pt x="2058128" y="0"/>
                    <a:pt x="3017677" y="0"/>
                  </a:cubicBezTo>
                  <a:cubicBezTo>
                    <a:pt x="3117308" y="0"/>
                    <a:pt x="3158266" y="40958"/>
                    <a:pt x="3158551" y="140303"/>
                  </a:cubicBezTo>
                  <a:cubicBezTo>
                    <a:pt x="3158551" y="157829"/>
                    <a:pt x="3158551" y="175355"/>
                    <a:pt x="3158551" y="198406"/>
                  </a:cubicBezTo>
                  <a:cubicBezTo>
                    <a:pt x="3204176" y="198406"/>
                    <a:pt x="3246753" y="197263"/>
                    <a:pt x="3289234" y="198596"/>
                  </a:cubicBezTo>
                  <a:cubicBezTo>
                    <a:pt x="3535837" y="206312"/>
                    <a:pt x="3718050" y="318326"/>
                    <a:pt x="3824825" y="541306"/>
                  </a:cubicBezTo>
                  <a:cubicBezTo>
                    <a:pt x="3998180" y="903446"/>
                    <a:pt x="3734242" y="1343406"/>
                    <a:pt x="3334097" y="1361885"/>
                  </a:cubicBezTo>
                  <a:cubicBezTo>
                    <a:pt x="3235418" y="1366456"/>
                    <a:pt x="3136454" y="1363409"/>
                    <a:pt x="3037584" y="1366076"/>
                  </a:cubicBezTo>
                  <a:cubicBezTo>
                    <a:pt x="3022915" y="1366456"/>
                    <a:pt x="3001389" y="1375220"/>
                    <a:pt x="2995198" y="1386745"/>
                  </a:cubicBezTo>
                  <a:cubicBezTo>
                    <a:pt x="2862896" y="1633919"/>
                    <a:pt x="2676396" y="1829562"/>
                    <a:pt x="2439319" y="1978057"/>
                  </a:cubicBezTo>
                  <a:cubicBezTo>
                    <a:pt x="2436461" y="1979867"/>
                    <a:pt x="2434652" y="1983296"/>
                    <a:pt x="2427317" y="1991868"/>
                  </a:cubicBezTo>
                  <a:cubicBezTo>
                    <a:pt x="2445700" y="1991868"/>
                    <a:pt x="2458845" y="1991868"/>
                    <a:pt x="2471989" y="1991868"/>
                  </a:cubicBezTo>
                  <a:cubicBezTo>
                    <a:pt x="2660870" y="1991868"/>
                    <a:pt x="2849751" y="1991392"/>
                    <a:pt x="3038537" y="1992154"/>
                  </a:cubicBezTo>
                  <a:cubicBezTo>
                    <a:pt x="3121118" y="1992535"/>
                    <a:pt x="3175411" y="2061781"/>
                    <a:pt x="3154646" y="2137029"/>
                  </a:cubicBezTo>
                  <a:cubicBezTo>
                    <a:pt x="3142740" y="2179987"/>
                    <a:pt x="3109688" y="2201895"/>
                    <a:pt x="3073207" y="2220659"/>
                  </a:cubicBezTo>
                  <a:lnTo>
                    <a:pt x="91882" y="2220659"/>
                  </a:lnTo>
                  <a:close/>
                  <a:moveTo>
                    <a:pt x="233424" y="230791"/>
                  </a:moveTo>
                  <a:cubicBezTo>
                    <a:pt x="232471" y="242411"/>
                    <a:pt x="230852" y="252222"/>
                    <a:pt x="230852" y="261938"/>
                  </a:cubicBezTo>
                  <a:cubicBezTo>
                    <a:pt x="230662" y="348139"/>
                    <a:pt x="229042" y="434340"/>
                    <a:pt x="231138" y="520446"/>
                  </a:cubicBezTo>
                  <a:cubicBezTo>
                    <a:pt x="234091" y="643128"/>
                    <a:pt x="231328" y="766858"/>
                    <a:pt x="246092" y="888302"/>
                  </a:cubicBezTo>
                  <a:cubicBezTo>
                    <a:pt x="277239" y="1143572"/>
                    <a:pt x="388967" y="1364266"/>
                    <a:pt x="563465" y="1552099"/>
                  </a:cubicBezTo>
                  <a:cubicBezTo>
                    <a:pt x="782731" y="1788128"/>
                    <a:pt x="1054384" y="1926336"/>
                    <a:pt x="1372042" y="1974628"/>
                  </a:cubicBezTo>
                  <a:cubicBezTo>
                    <a:pt x="1581973" y="2006537"/>
                    <a:pt x="1789428" y="1991773"/>
                    <a:pt x="1992025" y="1929670"/>
                  </a:cubicBezTo>
                  <a:cubicBezTo>
                    <a:pt x="2275298" y="1842897"/>
                    <a:pt x="2509518" y="1682877"/>
                    <a:pt x="2686969" y="1444466"/>
                  </a:cubicBezTo>
                  <a:cubicBezTo>
                    <a:pt x="2821366" y="1263872"/>
                    <a:pt x="2907472" y="1061371"/>
                    <a:pt x="2920712" y="836009"/>
                  </a:cubicBezTo>
                  <a:cubicBezTo>
                    <a:pt x="2932238" y="640175"/>
                    <a:pt x="2926904" y="443389"/>
                    <a:pt x="2928713" y="246983"/>
                  </a:cubicBezTo>
                  <a:cubicBezTo>
                    <a:pt x="2928713" y="241268"/>
                    <a:pt x="2925856" y="235553"/>
                    <a:pt x="2924617" y="230696"/>
                  </a:cubicBezTo>
                  <a:lnTo>
                    <a:pt x="233424" y="230696"/>
                  </a:lnTo>
                  <a:close/>
                  <a:moveTo>
                    <a:pt x="3096734" y="1131570"/>
                  </a:moveTo>
                  <a:cubicBezTo>
                    <a:pt x="3183697" y="1131570"/>
                    <a:pt x="3262469" y="1137285"/>
                    <a:pt x="3340193" y="1130427"/>
                  </a:cubicBezTo>
                  <a:cubicBezTo>
                    <a:pt x="3512596" y="1115092"/>
                    <a:pt x="3656709" y="950500"/>
                    <a:pt x="3647660" y="778478"/>
                  </a:cubicBezTo>
                  <a:cubicBezTo>
                    <a:pt x="3633468" y="511016"/>
                    <a:pt x="3412869" y="391573"/>
                    <a:pt x="3158742" y="434721"/>
                  </a:cubicBezTo>
                  <a:cubicBezTo>
                    <a:pt x="3156742" y="667703"/>
                    <a:pt x="3174268" y="902875"/>
                    <a:pt x="3096830" y="113166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C7F96C0-58CE-24BD-87A7-80AA7FC31FA9}"/>
                </a:ext>
              </a:extLst>
            </p:cNvPr>
            <p:cNvSpPr/>
            <p:nvPr/>
          </p:nvSpPr>
          <p:spPr>
            <a:xfrm>
              <a:off x="4753976" y="1481127"/>
              <a:ext cx="514776" cy="1318912"/>
            </a:xfrm>
            <a:custGeom>
              <a:avLst/>
              <a:gdLst>
                <a:gd name="connsiteX0" fmla="*/ 514777 w 514776"/>
                <a:gd name="connsiteY0" fmla="*/ 394916 h 1318912"/>
                <a:gd name="connsiteX1" fmla="*/ 367901 w 514776"/>
                <a:gd name="connsiteY1" fmla="*/ 714956 h 1318912"/>
                <a:gd name="connsiteX2" fmla="*/ 270651 w 514776"/>
                <a:gd name="connsiteY2" fmla="*/ 810778 h 1318912"/>
                <a:gd name="connsiteX3" fmla="*/ 247696 w 514776"/>
                <a:gd name="connsiteY3" fmla="*/ 998230 h 1318912"/>
                <a:gd name="connsiteX4" fmla="*/ 338850 w 514776"/>
                <a:gd name="connsiteY4" fmla="*/ 1127675 h 1318912"/>
                <a:gd name="connsiteX5" fmla="*/ 279986 w 514776"/>
                <a:gd name="connsiteY5" fmla="*/ 1317317 h 1318912"/>
                <a:gd name="connsiteX6" fmla="*/ 188355 w 514776"/>
                <a:gd name="connsiteY6" fmla="*/ 1296743 h 1318912"/>
                <a:gd name="connsiteX7" fmla="*/ 5189 w 514776"/>
                <a:gd name="connsiteY7" fmla="*/ 853831 h 1318912"/>
                <a:gd name="connsiteX8" fmla="*/ 147588 w 514776"/>
                <a:gd name="connsiteY8" fmla="*/ 604752 h 1318912"/>
                <a:gd name="connsiteX9" fmla="*/ 242076 w 514776"/>
                <a:gd name="connsiteY9" fmla="*/ 511598 h 1318912"/>
                <a:gd name="connsiteX10" fmla="*/ 264841 w 514776"/>
                <a:gd name="connsiteY10" fmla="*/ 323955 h 1318912"/>
                <a:gd name="connsiteX11" fmla="*/ 181211 w 514776"/>
                <a:gd name="connsiteY11" fmla="*/ 202988 h 1318912"/>
                <a:gd name="connsiteX12" fmla="*/ 176068 w 514776"/>
                <a:gd name="connsiteY12" fmla="*/ 33252 h 1318912"/>
                <a:gd name="connsiteX13" fmla="*/ 345137 w 514776"/>
                <a:gd name="connsiteY13" fmla="*/ 41634 h 1318912"/>
                <a:gd name="connsiteX14" fmla="*/ 514586 w 514776"/>
                <a:gd name="connsiteY14" fmla="*/ 394821 h 131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14776" h="1318912">
                  <a:moveTo>
                    <a:pt x="514777" y="394916"/>
                  </a:moveTo>
                  <a:cubicBezTo>
                    <a:pt x="511443" y="529505"/>
                    <a:pt x="456770" y="630184"/>
                    <a:pt x="367901" y="714956"/>
                  </a:cubicBezTo>
                  <a:cubicBezTo>
                    <a:pt x="334945" y="746389"/>
                    <a:pt x="300464" y="776488"/>
                    <a:pt x="270651" y="810778"/>
                  </a:cubicBezTo>
                  <a:cubicBezTo>
                    <a:pt x="221788" y="867071"/>
                    <a:pt x="214168" y="933460"/>
                    <a:pt x="247696" y="998230"/>
                  </a:cubicBezTo>
                  <a:cubicBezTo>
                    <a:pt x="271794" y="1044712"/>
                    <a:pt x="305036" y="1087289"/>
                    <a:pt x="338850" y="1127675"/>
                  </a:cubicBezTo>
                  <a:cubicBezTo>
                    <a:pt x="398000" y="1198541"/>
                    <a:pt x="369235" y="1301887"/>
                    <a:pt x="279986" y="1317317"/>
                  </a:cubicBezTo>
                  <a:cubicBezTo>
                    <a:pt x="250934" y="1322366"/>
                    <a:pt x="208834" y="1315412"/>
                    <a:pt x="188355" y="1296743"/>
                  </a:cubicBezTo>
                  <a:cubicBezTo>
                    <a:pt x="58815" y="1178729"/>
                    <a:pt x="-21766" y="1036997"/>
                    <a:pt x="5189" y="853831"/>
                  </a:cubicBezTo>
                  <a:cubicBezTo>
                    <a:pt x="19953" y="753247"/>
                    <a:pt x="74912" y="673523"/>
                    <a:pt x="147588" y="604752"/>
                  </a:cubicBezTo>
                  <a:cubicBezTo>
                    <a:pt x="179687" y="574367"/>
                    <a:pt x="213406" y="545030"/>
                    <a:pt x="242076" y="511598"/>
                  </a:cubicBezTo>
                  <a:cubicBezTo>
                    <a:pt x="290368" y="455210"/>
                    <a:pt x="298178" y="389201"/>
                    <a:pt x="264841" y="323955"/>
                  </a:cubicBezTo>
                  <a:cubicBezTo>
                    <a:pt x="242743" y="280616"/>
                    <a:pt x="212834" y="240326"/>
                    <a:pt x="181211" y="202988"/>
                  </a:cubicBezTo>
                  <a:cubicBezTo>
                    <a:pt x="132824" y="146028"/>
                    <a:pt x="128633" y="79829"/>
                    <a:pt x="176068" y="33252"/>
                  </a:cubicBezTo>
                  <a:cubicBezTo>
                    <a:pt x="223883" y="-13706"/>
                    <a:pt x="292559" y="-10944"/>
                    <a:pt x="345137" y="41634"/>
                  </a:cubicBezTo>
                  <a:cubicBezTo>
                    <a:pt x="445340" y="141837"/>
                    <a:pt x="507824" y="259947"/>
                    <a:pt x="514586" y="39482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FFB3CC9-C9CF-115B-AA95-26EF4E20899C}"/>
                </a:ext>
              </a:extLst>
            </p:cNvPr>
            <p:cNvSpPr/>
            <p:nvPr/>
          </p:nvSpPr>
          <p:spPr>
            <a:xfrm>
              <a:off x="5481489" y="1480961"/>
              <a:ext cx="514783" cy="1319021"/>
            </a:xfrm>
            <a:custGeom>
              <a:avLst/>
              <a:gdLst>
                <a:gd name="connsiteX0" fmla="*/ 514783 w 514783"/>
                <a:gd name="connsiteY0" fmla="*/ 394415 h 1319021"/>
                <a:gd name="connsiteX1" fmla="*/ 366098 w 514783"/>
                <a:gd name="connsiteY1" fmla="*/ 717408 h 1319021"/>
                <a:gd name="connsiteX2" fmla="*/ 269038 w 514783"/>
                <a:gd name="connsiteY2" fmla="*/ 813325 h 1319021"/>
                <a:gd name="connsiteX3" fmla="*/ 245130 w 514783"/>
                <a:gd name="connsiteY3" fmla="*/ 990776 h 1319021"/>
                <a:gd name="connsiteX4" fmla="*/ 336475 w 514783"/>
                <a:gd name="connsiteY4" fmla="*/ 1124507 h 1319021"/>
                <a:gd name="connsiteX5" fmla="*/ 281706 w 514783"/>
                <a:gd name="connsiteY5" fmla="*/ 1317388 h 1319021"/>
                <a:gd name="connsiteX6" fmla="*/ 186933 w 514783"/>
                <a:gd name="connsiteY6" fmla="*/ 1295290 h 1319021"/>
                <a:gd name="connsiteX7" fmla="*/ 242 w 514783"/>
                <a:gd name="connsiteY7" fmla="*/ 926863 h 1319021"/>
                <a:gd name="connsiteX8" fmla="*/ 147213 w 514783"/>
                <a:gd name="connsiteY8" fmla="*/ 605585 h 1319021"/>
                <a:gd name="connsiteX9" fmla="*/ 241987 w 514783"/>
                <a:gd name="connsiteY9" fmla="*/ 512621 h 1319021"/>
                <a:gd name="connsiteX10" fmla="*/ 267038 w 514783"/>
                <a:gd name="connsiteY10" fmla="*/ 328312 h 1319021"/>
                <a:gd name="connsiteX11" fmla="*/ 182456 w 514783"/>
                <a:gd name="connsiteY11" fmla="*/ 203534 h 1319021"/>
                <a:gd name="connsiteX12" fmla="*/ 176169 w 514783"/>
                <a:gd name="connsiteY12" fmla="*/ 33704 h 1319021"/>
                <a:gd name="connsiteX13" fmla="*/ 347715 w 514783"/>
                <a:gd name="connsiteY13" fmla="*/ 44086 h 1319021"/>
                <a:gd name="connsiteX14" fmla="*/ 514783 w 514783"/>
                <a:gd name="connsiteY14" fmla="*/ 394225 h 131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14783" h="1319021">
                  <a:moveTo>
                    <a:pt x="514783" y="394415"/>
                  </a:moveTo>
                  <a:cubicBezTo>
                    <a:pt x="513259" y="528337"/>
                    <a:pt x="456966" y="630826"/>
                    <a:pt x="366098" y="717408"/>
                  </a:cubicBezTo>
                  <a:cubicBezTo>
                    <a:pt x="333141" y="748745"/>
                    <a:pt x="298280" y="778654"/>
                    <a:pt x="269038" y="813325"/>
                  </a:cubicBezTo>
                  <a:cubicBezTo>
                    <a:pt x="224461" y="866189"/>
                    <a:pt x="213888" y="929149"/>
                    <a:pt x="245130" y="990776"/>
                  </a:cubicBezTo>
                  <a:cubicBezTo>
                    <a:pt x="269419" y="1038591"/>
                    <a:pt x="301995" y="1083168"/>
                    <a:pt x="336475" y="1124507"/>
                  </a:cubicBezTo>
                  <a:cubicBezTo>
                    <a:pt x="397721" y="1197849"/>
                    <a:pt x="372099" y="1301005"/>
                    <a:pt x="281706" y="1317388"/>
                  </a:cubicBezTo>
                  <a:cubicBezTo>
                    <a:pt x="251798" y="1322817"/>
                    <a:pt x="208840" y="1314530"/>
                    <a:pt x="186933" y="1295290"/>
                  </a:cubicBezTo>
                  <a:cubicBezTo>
                    <a:pt x="76633" y="1198325"/>
                    <a:pt x="5481" y="1077834"/>
                    <a:pt x="242" y="926863"/>
                  </a:cubicBezTo>
                  <a:cubicBezTo>
                    <a:pt x="-4329" y="796180"/>
                    <a:pt x="56154" y="693500"/>
                    <a:pt x="147213" y="605585"/>
                  </a:cubicBezTo>
                  <a:cubicBezTo>
                    <a:pt x="179122" y="574819"/>
                    <a:pt x="213031" y="545958"/>
                    <a:pt x="241987" y="512621"/>
                  </a:cubicBezTo>
                  <a:cubicBezTo>
                    <a:pt x="289803" y="457661"/>
                    <a:pt x="298375" y="392606"/>
                    <a:pt x="267038" y="328312"/>
                  </a:cubicBezTo>
                  <a:cubicBezTo>
                    <a:pt x="245226" y="283544"/>
                    <a:pt x="214746" y="241825"/>
                    <a:pt x="182456" y="203534"/>
                  </a:cubicBezTo>
                  <a:cubicBezTo>
                    <a:pt x="134450" y="146575"/>
                    <a:pt x="129497" y="80281"/>
                    <a:pt x="176169" y="33704"/>
                  </a:cubicBezTo>
                  <a:cubicBezTo>
                    <a:pt x="224652" y="-14493"/>
                    <a:pt x="292946" y="-10969"/>
                    <a:pt x="347715" y="44086"/>
                  </a:cubicBezTo>
                  <a:cubicBezTo>
                    <a:pt x="445727" y="142574"/>
                    <a:pt x="507544" y="258398"/>
                    <a:pt x="514783" y="3942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B916539-E392-2C1D-90DA-A1AA333DF21C}"/>
                </a:ext>
              </a:extLst>
            </p:cNvPr>
            <p:cNvSpPr/>
            <p:nvPr/>
          </p:nvSpPr>
          <p:spPr>
            <a:xfrm>
              <a:off x="6209927" y="1481211"/>
              <a:ext cx="513293" cy="1319109"/>
            </a:xfrm>
            <a:custGeom>
              <a:avLst/>
              <a:gdLst>
                <a:gd name="connsiteX0" fmla="*/ 513293 w 513293"/>
                <a:gd name="connsiteY0" fmla="*/ 433884 h 1319109"/>
                <a:gd name="connsiteX1" fmla="*/ 364703 w 513293"/>
                <a:gd name="connsiteY1" fmla="*/ 717920 h 1319109"/>
                <a:gd name="connsiteX2" fmla="*/ 274597 w 513293"/>
                <a:gd name="connsiteY2" fmla="*/ 804788 h 1319109"/>
                <a:gd name="connsiteX3" fmla="*/ 250689 w 513293"/>
                <a:gd name="connsiteY3" fmla="*/ 1005765 h 1319109"/>
                <a:gd name="connsiteX4" fmla="*/ 341462 w 513293"/>
                <a:gd name="connsiteY4" fmla="*/ 1131114 h 1319109"/>
                <a:gd name="connsiteX5" fmla="*/ 279645 w 513293"/>
                <a:gd name="connsiteY5" fmla="*/ 1317614 h 1319109"/>
                <a:gd name="connsiteX6" fmla="*/ 188014 w 513293"/>
                <a:gd name="connsiteY6" fmla="*/ 1296564 h 1319109"/>
                <a:gd name="connsiteX7" fmla="*/ 277 w 513293"/>
                <a:gd name="connsiteY7" fmla="*/ 898609 h 1319109"/>
                <a:gd name="connsiteX8" fmla="*/ 147629 w 513293"/>
                <a:gd name="connsiteY8" fmla="*/ 604286 h 1319109"/>
                <a:gd name="connsiteX9" fmla="*/ 239926 w 513293"/>
                <a:gd name="connsiteY9" fmla="*/ 514275 h 1319109"/>
                <a:gd name="connsiteX10" fmla="*/ 263357 w 513293"/>
                <a:gd name="connsiteY10" fmla="*/ 319870 h 1319109"/>
                <a:gd name="connsiteX11" fmla="*/ 181156 w 513293"/>
                <a:gd name="connsiteY11" fmla="*/ 202427 h 1319109"/>
                <a:gd name="connsiteX12" fmla="*/ 176584 w 513293"/>
                <a:gd name="connsiteY12" fmla="*/ 32882 h 1319109"/>
                <a:gd name="connsiteX13" fmla="*/ 345367 w 513293"/>
                <a:gd name="connsiteY13" fmla="*/ 41930 h 1319109"/>
                <a:gd name="connsiteX14" fmla="*/ 513293 w 513293"/>
                <a:gd name="connsiteY14" fmla="*/ 433789 h 131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13293" h="1319109">
                  <a:moveTo>
                    <a:pt x="513293" y="433884"/>
                  </a:moveTo>
                  <a:cubicBezTo>
                    <a:pt x="513103" y="529706"/>
                    <a:pt x="455381" y="631528"/>
                    <a:pt x="364703" y="717920"/>
                  </a:cubicBezTo>
                  <a:cubicBezTo>
                    <a:pt x="334509" y="746685"/>
                    <a:pt x="302124" y="773641"/>
                    <a:pt x="274597" y="804788"/>
                  </a:cubicBezTo>
                  <a:cubicBezTo>
                    <a:pt x="221161" y="865367"/>
                    <a:pt x="213065" y="935756"/>
                    <a:pt x="250689" y="1005765"/>
                  </a:cubicBezTo>
                  <a:cubicBezTo>
                    <a:pt x="274978" y="1050818"/>
                    <a:pt x="308887" y="1091109"/>
                    <a:pt x="341462" y="1131114"/>
                  </a:cubicBezTo>
                  <a:cubicBezTo>
                    <a:pt x="397945" y="1200456"/>
                    <a:pt x="367084" y="1302850"/>
                    <a:pt x="279645" y="1317614"/>
                  </a:cubicBezTo>
                  <a:cubicBezTo>
                    <a:pt x="250498" y="1322567"/>
                    <a:pt x="208969" y="1315137"/>
                    <a:pt x="188014" y="1296564"/>
                  </a:cubicBezTo>
                  <a:cubicBezTo>
                    <a:pt x="69714" y="1191598"/>
                    <a:pt x="-5153" y="1062629"/>
                    <a:pt x="277" y="898609"/>
                  </a:cubicBezTo>
                  <a:cubicBezTo>
                    <a:pt x="4277" y="778784"/>
                    <a:pt x="63237" y="684773"/>
                    <a:pt x="147629" y="604286"/>
                  </a:cubicBezTo>
                  <a:cubicBezTo>
                    <a:pt x="178775" y="574664"/>
                    <a:pt x="211732" y="546565"/>
                    <a:pt x="239926" y="514275"/>
                  </a:cubicBezTo>
                  <a:cubicBezTo>
                    <a:pt x="290884" y="455696"/>
                    <a:pt x="298600" y="387783"/>
                    <a:pt x="263357" y="319870"/>
                  </a:cubicBezTo>
                  <a:cubicBezTo>
                    <a:pt x="241545" y="277769"/>
                    <a:pt x="212113" y="238622"/>
                    <a:pt x="181156" y="202427"/>
                  </a:cubicBezTo>
                  <a:cubicBezTo>
                    <a:pt x="132198" y="145086"/>
                    <a:pt x="128483" y="80030"/>
                    <a:pt x="176584" y="32882"/>
                  </a:cubicBezTo>
                  <a:cubicBezTo>
                    <a:pt x="224495" y="-14077"/>
                    <a:pt x="292123" y="-10457"/>
                    <a:pt x="345367" y="41930"/>
                  </a:cubicBezTo>
                  <a:cubicBezTo>
                    <a:pt x="450524" y="145181"/>
                    <a:pt x="511484" y="275864"/>
                    <a:pt x="513293" y="43378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6B52B0E-8F47-8CC3-6B1A-4B9788831C31}"/>
              </a:ext>
            </a:extLst>
          </p:cNvPr>
          <p:cNvGrpSpPr/>
          <p:nvPr/>
        </p:nvGrpSpPr>
        <p:grpSpPr>
          <a:xfrm>
            <a:off x="1017397" y="5316983"/>
            <a:ext cx="561600" cy="561600"/>
            <a:chOff x="1017397" y="5316983"/>
            <a:chExt cx="561600" cy="5616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E392B5B7-8567-D7C2-77D0-8DBE03EA8AB5}"/>
                </a:ext>
              </a:extLst>
            </p:cNvPr>
            <p:cNvSpPr/>
            <p:nvPr/>
          </p:nvSpPr>
          <p:spPr>
            <a:xfrm>
              <a:off x="1017397" y="5316983"/>
              <a:ext cx="561600" cy="561600"/>
            </a:xfrm>
            <a:prstGeom prst="ellipse">
              <a:avLst/>
            </a:prstGeom>
            <a:noFill/>
            <a:ln w="3175">
              <a:solidFill>
                <a:srgbClr val="BBE3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24F054F-135E-1A11-4B8A-55A4D687C1C5}"/>
                </a:ext>
              </a:extLst>
            </p:cNvPr>
            <p:cNvSpPr/>
            <p:nvPr/>
          </p:nvSpPr>
          <p:spPr>
            <a:xfrm>
              <a:off x="1123839" y="5408935"/>
              <a:ext cx="309732" cy="310392"/>
            </a:xfrm>
            <a:custGeom>
              <a:avLst/>
              <a:gdLst>
                <a:gd name="connsiteX0" fmla="*/ 375095 w 375189"/>
                <a:gd name="connsiteY0" fmla="*/ 357569 h 375189"/>
                <a:gd name="connsiteX1" fmla="*/ 371094 w 375189"/>
                <a:gd name="connsiteY1" fmla="*/ 366141 h 375189"/>
                <a:gd name="connsiteX2" fmla="*/ 352901 w 375189"/>
                <a:gd name="connsiteY2" fmla="*/ 375190 h 375189"/>
                <a:gd name="connsiteX3" fmla="*/ 260985 w 375189"/>
                <a:gd name="connsiteY3" fmla="*/ 375190 h 375189"/>
                <a:gd name="connsiteX4" fmla="*/ 44101 w 375189"/>
                <a:gd name="connsiteY4" fmla="*/ 375190 h 375189"/>
                <a:gd name="connsiteX5" fmla="*/ 286 w 375189"/>
                <a:gd name="connsiteY5" fmla="*/ 337090 h 375189"/>
                <a:gd name="connsiteX6" fmla="*/ 0 w 375189"/>
                <a:gd name="connsiteY6" fmla="*/ 333470 h 375189"/>
                <a:gd name="connsiteX7" fmla="*/ 8477 w 375189"/>
                <a:gd name="connsiteY7" fmla="*/ 324803 h 375189"/>
                <a:gd name="connsiteX8" fmla="*/ 17240 w 375189"/>
                <a:gd name="connsiteY8" fmla="*/ 324803 h 375189"/>
                <a:gd name="connsiteX9" fmla="*/ 144304 w 375189"/>
                <a:gd name="connsiteY9" fmla="*/ 183261 h 375189"/>
                <a:gd name="connsiteX10" fmla="*/ 144304 w 375189"/>
                <a:gd name="connsiteY10" fmla="*/ 173260 h 375189"/>
                <a:gd name="connsiteX11" fmla="*/ 167735 w 375189"/>
                <a:gd name="connsiteY11" fmla="*/ 150114 h 375189"/>
                <a:gd name="connsiteX12" fmla="*/ 191167 w 375189"/>
                <a:gd name="connsiteY12" fmla="*/ 173260 h 375189"/>
                <a:gd name="connsiteX13" fmla="*/ 191167 w 375189"/>
                <a:gd name="connsiteY13" fmla="*/ 184023 h 375189"/>
                <a:gd name="connsiteX14" fmla="*/ 236982 w 375189"/>
                <a:gd name="connsiteY14" fmla="*/ 199168 h 375189"/>
                <a:gd name="connsiteX15" fmla="*/ 238601 w 375189"/>
                <a:gd name="connsiteY15" fmla="*/ 193453 h 375189"/>
                <a:gd name="connsiteX16" fmla="*/ 266700 w 375189"/>
                <a:gd name="connsiteY16" fmla="*/ 143161 h 375189"/>
                <a:gd name="connsiteX17" fmla="*/ 276225 w 375189"/>
                <a:gd name="connsiteY17" fmla="*/ 119063 h 375189"/>
                <a:gd name="connsiteX18" fmla="*/ 276035 w 375189"/>
                <a:gd name="connsiteY18" fmla="*/ 19050 h 375189"/>
                <a:gd name="connsiteX19" fmla="*/ 287941 w 375189"/>
                <a:gd name="connsiteY19" fmla="*/ 0 h 375189"/>
                <a:gd name="connsiteX20" fmla="*/ 321659 w 375189"/>
                <a:gd name="connsiteY20" fmla="*/ 0 h 375189"/>
                <a:gd name="connsiteX21" fmla="*/ 333470 w 375189"/>
                <a:gd name="connsiteY21" fmla="*/ 19050 h 375189"/>
                <a:gd name="connsiteX22" fmla="*/ 333280 w 375189"/>
                <a:gd name="connsiteY22" fmla="*/ 117443 h 375189"/>
                <a:gd name="connsiteX23" fmla="*/ 343757 w 375189"/>
                <a:gd name="connsiteY23" fmla="*/ 144113 h 375189"/>
                <a:gd name="connsiteX24" fmla="*/ 370713 w 375189"/>
                <a:gd name="connsiteY24" fmla="*/ 192881 h 375189"/>
                <a:gd name="connsiteX25" fmla="*/ 375190 w 375189"/>
                <a:gd name="connsiteY25" fmla="*/ 216122 h 375189"/>
                <a:gd name="connsiteX26" fmla="*/ 375190 w 375189"/>
                <a:gd name="connsiteY26" fmla="*/ 357473 h 375189"/>
                <a:gd name="connsiteX27" fmla="*/ 303181 w 375189"/>
                <a:gd name="connsiteY27" fmla="*/ 324517 h 375189"/>
                <a:gd name="connsiteX28" fmla="*/ 229934 w 375189"/>
                <a:gd name="connsiteY28" fmla="*/ 212312 h 375189"/>
                <a:gd name="connsiteX29" fmla="*/ 89154 w 375189"/>
                <a:gd name="connsiteY29" fmla="*/ 222409 h 375189"/>
                <a:gd name="connsiteX30" fmla="*/ 32671 w 375189"/>
                <a:gd name="connsiteY30" fmla="*/ 324517 h 375189"/>
                <a:gd name="connsiteX31" fmla="*/ 303181 w 375189"/>
                <a:gd name="connsiteY31" fmla="*/ 324517 h 375189"/>
                <a:gd name="connsiteX32" fmla="*/ 290798 w 375189"/>
                <a:gd name="connsiteY32" fmla="*/ 107156 h 375189"/>
                <a:gd name="connsiteX33" fmla="*/ 290798 w 375189"/>
                <a:gd name="connsiteY33" fmla="*/ 117729 h 375189"/>
                <a:gd name="connsiteX34" fmla="*/ 276701 w 375189"/>
                <a:gd name="connsiteY34" fmla="*/ 154019 h 375189"/>
                <a:gd name="connsiteX35" fmla="*/ 251079 w 375189"/>
                <a:gd name="connsiteY35" fmla="*/ 204502 h 375189"/>
                <a:gd name="connsiteX36" fmla="*/ 252794 w 375189"/>
                <a:gd name="connsiteY36" fmla="*/ 208693 h 375189"/>
                <a:gd name="connsiteX37" fmla="*/ 261652 w 375189"/>
                <a:gd name="connsiteY37" fmla="*/ 215170 h 375189"/>
                <a:gd name="connsiteX38" fmla="*/ 267843 w 375189"/>
                <a:gd name="connsiteY38" fmla="*/ 217361 h 375189"/>
                <a:gd name="connsiteX39" fmla="*/ 356045 w 375189"/>
                <a:gd name="connsiteY39" fmla="*/ 217456 h 375189"/>
                <a:gd name="connsiteX40" fmla="*/ 359950 w 375189"/>
                <a:gd name="connsiteY40" fmla="*/ 217456 h 375189"/>
                <a:gd name="connsiteX41" fmla="*/ 359950 w 375189"/>
                <a:gd name="connsiteY41" fmla="*/ 215075 h 375189"/>
                <a:gd name="connsiteX42" fmla="*/ 332518 w 375189"/>
                <a:gd name="connsiteY42" fmla="*/ 153448 h 375189"/>
                <a:gd name="connsiteX43" fmla="*/ 325374 w 375189"/>
                <a:gd name="connsiteY43" fmla="*/ 144685 h 375189"/>
                <a:gd name="connsiteX44" fmla="*/ 318707 w 375189"/>
                <a:gd name="connsiteY44" fmla="*/ 121063 h 375189"/>
                <a:gd name="connsiteX45" fmla="*/ 318707 w 375189"/>
                <a:gd name="connsiteY45" fmla="*/ 107251 h 375189"/>
                <a:gd name="connsiteX46" fmla="*/ 312230 w 375189"/>
                <a:gd name="connsiteY46" fmla="*/ 113824 h 375189"/>
                <a:gd name="connsiteX47" fmla="*/ 297275 w 375189"/>
                <a:gd name="connsiteY47" fmla="*/ 113919 h 375189"/>
                <a:gd name="connsiteX48" fmla="*/ 290703 w 375189"/>
                <a:gd name="connsiteY48" fmla="*/ 107156 h 375189"/>
                <a:gd name="connsiteX49" fmla="*/ 320135 w 375189"/>
                <a:gd name="connsiteY49" fmla="*/ 339566 h 375189"/>
                <a:gd name="connsiteX50" fmla="*/ 15716 w 375189"/>
                <a:gd name="connsiteY50" fmla="*/ 339566 h 375189"/>
                <a:gd name="connsiteX51" fmla="*/ 17240 w 375189"/>
                <a:gd name="connsiteY51" fmla="*/ 343853 h 375189"/>
                <a:gd name="connsiteX52" fmla="*/ 43910 w 375189"/>
                <a:gd name="connsiteY52" fmla="*/ 360426 h 375189"/>
                <a:gd name="connsiteX53" fmla="*/ 157829 w 375189"/>
                <a:gd name="connsiteY53" fmla="*/ 360426 h 375189"/>
                <a:gd name="connsiteX54" fmla="*/ 291465 w 375189"/>
                <a:gd name="connsiteY54" fmla="*/ 360426 h 375189"/>
                <a:gd name="connsiteX55" fmla="*/ 316611 w 375189"/>
                <a:gd name="connsiteY55" fmla="*/ 346710 h 375189"/>
                <a:gd name="connsiteX56" fmla="*/ 320040 w 375189"/>
                <a:gd name="connsiteY56" fmla="*/ 339471 h 375189"/>
                <a:gd name="connsiteX57" fmla="*/ 279654 w 375189"/>
                <a:gd name="connsiteY57" fmla="*/ 232315 h 375189"/>
                <a:gd name="connsiteX58" fmla="*/ 317564 w 375189"/>
                <a:gd name="connsiteY58" fmla="*/ 324517 h 375189"/>
                <a:gd name="connsiteX59" fmla="*/ 360236 w 375189"/>
                <a:gd name="connsiteY59" fmla="*/ 324517 h 375189"/>
                <a:gd name="connsiteX60" fmla="*/ 360236 w 375189"/>
                <a:gd name="connsiteY60" fmla="*/ 232315 h 375189"/>
                <a:gd name="connsiteX61" fmla="*/ 279654 w 375189"/>
                <a:gd name="connsiteY61" fmla="*/ 232315 h 375189"/>
                <a:gd name="connsiteX62" fmla="*/ 290798 w 375189"/>
                <a:gd name="connsiteY62" fmla="*/ 50006 h 375189"/>
                <a:gd name="connsiteX63" fmla="*/ 290798 w 375189"/>
                <a:gd name="connsiteY63" fmla="*/ 84772 h 375189"/>
                <a:gd name="connsiteX64" fmla="*/ 291370 w 375189"/>
                <a:gd name="connsiteY64" fmla="*/ 87154 h 375189"/>
                <a:gd name="connsiteX65" fmla="*/ 304800 w 375189"/>
                <a:gd name="connsiteY65" fmla="*/ 100679 h 375189"/>
                <a:gd name="connsiteX66" fmla="*/ 316611 w 375189"/>
                <a:gd name="connsiteY66" fmla="*/ 88582 h 375189"/>
                <a:gd name="connsiteX67" fmla="*/ 318516 w 375189"/>
                <a:gd name="connsiteY67" fmla="*/ 83915 h 375189"/>
                <a:gd name="connsiteX68" fmla="*/ 318516 w 375189"/>
                <a:gd name="connsiteY68" fmla="*/ 52864 h 375189"/>
                <a:gd name="connsiteX69" fmla="*/ 318230 w 375189"/>
                <a:gd name="connsiteY69" fmla="*/ 50101 h 375189"/>
                <a:gd name="connsiteX70" fmla="*/ 290608 w 375189"/>
                <a:gd name="connsiteY70" fmla="*/ 50101 h 375189"/>
                <a:gd name="connsiteX71" fmla="*/ 326136 w 375189"/>
                <a:gd name="connsiteY71" fmla="*/ 360426 h 375189"/>
                <a:gd name="connsiteX72" fmla="*/ 353568 w 375189"/>
                <a:gd name="connsiteY72" fmla="*/ 360426 h 375189"/>
                <a:gd name="connsiteX73" fmla="*/ 360331 w 375189"/>
                <a:gd name="connsiteY73" fmla="*/ 354616 h 375189"/>
                <a:gd name="connsiteX74" fmla="*/ 360331 w 375189"/>
                <a:gd name="connsiteY74" fmla="*/ 339566 h 375189"/>
                <a:gd name="connsiteX75" fmla="*/ 335947 w 375189"/>
                <a:gd name="connsiteY75" fmla="*/ 339566 h 375189"/>
                <a:gd name="connsiteX76" fmla="*/ 326041 w 375189"/>
                <a:gd name="connsiteY76" fmla="*/ 360426 h 375189"/>
                <a:gd name="connsiteX77" fmla="*/ 318516 w 375189"/>
                <a:gd name="connsiteY77" fmla="*/ 14859 h 375189"/>
                <a:gd name="connsiteX78" fmla="*/ 291084 w 375189"/>
                <a:gd name="connsiteY78" fmla="*/ 14859 h 375189"/>
                <a:gd name="connsiteX79" fmla="*/ 291084 w 375189"/>
                <a:gd name="connsiteY79" fmla="*/ 34957 h 375189"/>
                <a:gd name="connsiteX80" fmla="*/ 318516 w 375189"/>
                <a:gd name="connsiteY80" fmla="*/ 34957 h 375189"/>
                <a:gd name="connsiteX81" fmla="*/ 318516 w 375189"/>
                <a:gd name="connsiteY81" fmla="*/ 14859 h 375189"/>
                <a:gd name="connsiteX82" fmla="*/ 176403 w 375189"/>
                <a:gd name="connsiteY82" fmla="*/ 181927 h 375189"/>
                <a:gd name="connsiteX83" fmla="*/ 176403 w 375189"/>
                <a:gd name="connsiteY83" fmla="*/ 172021 h 375189"/>
                <a:gd name="connsiteX84" fmla="*/ 168212 w 375189"/>
                <a:gd name="connsiteY84" fmla="*/ 164687 h 375189"/>
                <a:gd name="connsiteX85" fmla="*/ 159449 w 375189"/>
                <a:gd name="connsiteY85" fmla="*/ 171259 h 375189"/>
                <a:gd name="connsiteX86" fmla="*/ 159353 w 375189"/>
                <a:gd name="connsiteY86" fmla="*/ 182023 h 375189"/>
                <a:gd name="connsiteX87" fmla="*/ 176498 w 375189"/>
                <a:gd name="connsiteY87" fmla="*/ 182023 h 375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375189" h="375189">
                  <a:moveTo>
                    <a:pt x="375095" y="357569"/>
                  </a:moveTo>
                  <a:cubicBezTo>
                    <a:pt x="373761" y="360426"/>
                    <a:pt x="372904" y="363569"/>
                    <a:pt x="371094" y="366141"/>
                  </a:cubicBezTo>
                  <a:cubicBezTo>
                    <a:pt x="366808" y="372428"/>
                    <a:pt x="360521" y="375190"/>
                    <a:pt x="352901" y="375190"/>
                  </a:cubicBezTo>
                  <a:cubicBezTo>
                    <a:pt x="322231" y="375190"/>
                    <a:pt x="291560" y="375190"/>
                    <a:pt x="260985" y="375190"/>
                  </a:cubicBezTo>
                  <a:cubicBezTo>
                    <a:pt x="188690" y="375190"/>
                    <a:pt x="116396" y="375190"/>
                    <a:pt x="44101" y="375190"/>
                  </a:cubicBezTo>
                  <a:cubicBezTo>
                    <a:pt x="21241" y="375190"/>
                    <a:pt x="3429" y="359759"/>
                    <a:pt x="286" y="337090"/>
                  </a:cubicBezTo>
                  <a:cubicBezTo>
                    <a:pt x="95" y="335851"/>
                    <a:pt x="95" y="334613"/>
                    <a:pt x="0" y="333470"/>
                  </a:cubicBezTo>
                  <a:cubicBezTo>
                    <a:pt x="0" y="327755"/>
                    <a:pt x="2762" y="324898"/>
                    <a:pt x="8477" y="324803"/>
                  </a:cubicBezTo>
                  <a:cubicBezTo>
                    <a:pt x="11525" y="324803"/>
                    <a:pt x="14573" y="324803"/>
                    <a:pt x="17240" y="324803"/>
                  </a:cubicBezTo>
                  <a:cubicBezTo>
                    <a:pt x="26765" y="247936"/>
                    <a:pt x="68961" y="201168"/>
                    <a:pt x="144304" y="183261"/>
                  </a:cubicBezTo>
                  <a:cubicBezTo>
                    <a:pt x="144304" y="180308"/>
                    <a:pt x="144304" y="176784"/>
                    <a:pt x="144304" y="173260"/>
                  </a:cubicBezTo>
                  <a:cubicBezTo>
                    <a:pt x="144494" y="160211"/>
                    <a:pt x="154781" y="150114"/>
                    <a:pt x="167735" y="150114"/>
                  </a:cubicBezTo>
                  <a:cubicBezTo>
                    <a:pt x="180689" y="150114"/>
                    <a:pt x="190881" y="160211"/>
                    <a:pt x="191167" y="173260"/>
                  </a:cubicBezTo>
                  <a:cubicBezTo>
                    <a:pt x="191167" y="176784"/>
                    <a:pt x="191167" y="180308"/>
                    <a:pt x="191167" y="184023"/>
                  </a:cubicBezTo>
                  <a:cubicBezTo>
                    <a:pt x="207264" y="186690"/>
                    <a:pt x="222409" y="191643"/>
                    <a:pt x="236982" y="199168"/>
                  </a:cubicBezTo>
                  <a:cubicBezTo>
                    <a:pt x="237554" y="197072"/>
                    <a:pt x="238125" y="195263"/>
                    <a:pt x="238601" y="193453"/>
                  </a:cubicBezTo>
                  <a:cubicBezTo>
                    <a:pt x="243840" y="174403"/>
                    <a:pt x="252984" y="157448"/>
                    <a:pt x="266700" y="143161"/>
                  </a:cubicBezTo>
                  <a:cubicBezTo>
                    <a:pt x="273272" y="136303"/>
                    <a:pt x="276225" y="128492"/>
                    <a:pt x="276225" y="119063"/>
                  </a:cubicBezTo>
                  <a:cubicBezTo>
                    <a:pt x="276035" y="85725"/>
                    <a:pt x="276320" y="52388"/>
                    <a:pt x="276035" y="19050"/>
                  </a:cubicBezTo>
                  <a:cubicBezTo>
                    <a:pt x="276035" y="9715"/>
                    <a:pt x="279083" y="3238"/>
                    <a:pt x="287941" y="0"/>
                  </a:cubicBezTo>
                  <a:lnTo>
                    <a:pt x="321659" y="0"/>
                  </a:lnTo>
                  <a:cubicBezTo>
                    <a:pt x="330518" y="3334"/>
                    <a:pt x="333566" y="9811"/>
                    <a:pt x="333470" y="19050"/>
                  </a:cubicBezTo>
                  <a:cubicBezTo>
                    <a:pt x="333185" y="51816"/>
                    <a:pt x="333470" y="84677"/>
                    <a:pt x="333280" y="117443"/>
                  </a:cubicBezTo>
                  <a:cubicBezTo>
                    <a:pt x="333185" y="128016"/>
                    <a:pt x="336423" y="136493"/>
                    <a:pt x="343757" y="144113"/>
                  </a:cubicBezTo>
                  <a:cubicBezTo>
                    <a:pt x="356902" y="157925"/>
                    <a:pt x="365950" y="174307"/>
                    <a:pt x="370713" y="192881"/>
                  </a:cubicBezTo>
                  <a:cubicBezTo>
                    <a:pt x="372713" y="200501"/>
                    <a:pt x="373666" y="208312"/>
                    <a:pt x="375190" y="216122"/>
                  </a:cubicBezTo>
                  <a:lnTo>
                    <a:pt x="375190" y="357473"/>
                  </a:lnTo>
                  <a:close/>
                  <a:moveTo>
                    <a:pt x="303181" y="324517"/>
                  </a:moveTo>
                  <a:cubicBezTo>
                    <a:pt x="298133" y="273939"/>
                    <a:pt x="274796" y="235267"/>
                    <a:pt x="229934" y="212312"/>
                  </a:cubicBezTo>
                  <a:cubicBezTo>
                    <a:pt x="181642" y="187547"/>
                    <a:pt x="133636" y="191262"/>
                    <a:pt x="89154" y="222409"/>
                  </a:cubicBezTo>
                  <a:cubicBezTo>
                    <a:pt x="54197" y="246888"/>
                    <a:pt x="36100" y="281750"/>
                    <a:pt x="32671" y="324517"/>
                  </a:cubicBezTo>
                  <a:lnTo>
                    <a:pt x="303181" y="324517"/>
                  </a:lnTo>
                  <a:close/>
                  <a:moveTo>
                    <a:pt x="290798" y="107156"/>
                  </a:moveTo>
                  <a:cubicBezTo>
                    <a:pt x="290798" y="111442"/>
                    <a:pt x="290703" y="114586"/>
                    <a:pt x="290798" y="117729"/>
                  </a:cubicBezTo>
                  <a:cubicBezTo>
                    <a:pt x="291465" y="131921"/>
                    <a:pt x="286512" y="143732"/>
                    <a:pt x="276701" y="154019"/>
                  </a:cubicBezTo>
                  <a:cubicBezTo>
                    <a:pt x="263271" y="168211"/>
                    <a:pt x="254984" y="185356"/>
                    <a:pt x="251079" y="204502"/>
                  </a:cubicBezTo>
                  <a:cubicBezTo>
                    <a:pt x="250698" y="206597"/>
                    <a:pt x="251079" y="207550"/>
                    <a:pt x="252794" y="208693"/>
                  </a:cubicBezTo>
                  <a:cubicBezTo>
                    <a:pt x="255842" y="210693"/>
                    <a:pt x="258604" y="213169"/>
                    <a:pt x="261652" y="215170"/>
                  </a:cubicBezTo>
                  <a:cubicBezTo>
                    <a:pt x="263462" y="216313"/>
                    <a:pt x="265748" y="217361"/>
                    <a:pt x="267843" y="217361"/>
                  </a:cubicBezTo>
                  <a:cubicBezTo>
                    <a:pt x="297275" y="217456"/>
                    <a:pt x="326612" y="217456"/>
                    <a:pt x="356045" y="217456"/>
                  </a:cubicBezTo>
                  <a:lnTo>
                    <a:pt x="359950" y="217456"/>
                  </a:lnTo>
                  <a:cubicBezTo>
                    <a:pt x="359950" y="216313"/>
                    <a:pt x="359950" y="215646"/>
                    <a:pt x="359950" y="215075"/>
                  </a:cubicBezTo>
                  <a:cubicBezTo>
                    <a:pt x="357759" y="191452"/>
                    <a:pt x="348425" y="170974"/>
                    <a:pt x="332518" y="153448"/>
                  </a:cubicBezTo>
                  <a:cubicBezTo>
                    <a:pt x="329946" y="150686"/>
                    <a:pt x="327470" y="147828"/>
                    <a:pt x="325374" y="144685"/>
                  </a:cubicBezTo>
                  <a:cubicBezTo>
                    <a:pt x="320707" y="137541"/>
                    <a:pt x="318707" y="129635"/>
                    <a:pt x="318707" y="121063"/>
                  </a:cubicBezTo>
                  <a:cubicBezTo>
                    <a:pt x="318707" y="116776"/>
                    <a:pt x="318707" y="112490"/>
                    <a:pt x="318707" y="107251"/>
                  </a:cubicBezTo>
                  <a:cubicBezTo>
                    <a:pt x="316040" y="110014"/>
                    <a:pt x="314135" y="111919"/>
                    <a:pt x="312230" y="113824"/>
                  </a:cubicBezTo>
                  <a:cubicBezTo>
                    <a:pt x="306134" y="119920"/>
                    <a:pt x="303276" y="119920"/>
                    <a:pt x="297275" y="113919"/>
                  </a:cubicBezTo>
                  <a:cubicBezTo>
                    <a:pt x="295370" y="112014"/>
                    <a:pt x="293465" y="109919"/>
                    <a:pt x="290703" y="107156"/>
                  </a:cubicBezTo>
                  <a:close/>
                  <a:moveTo>
                    <a:pt x="320135" y="339566"/>
                  </a:moveTo>
                  <a:lnTo>
                    <a:pt x="15716" y="339566"/>
                  </a:lnTo>
                  <a:cubicBezTo>
                    <a:pt x="16288" y="341186"/>
                    <a:pt x="16574" y="342614"/>
                    <a:pt x="17240" y="343853"/>
                  </a:cubicBezTo>
                  <a:cubicBezTo>
                    <a:pt x="22765" y="354806"/>
                    <a:pt x="31718" y="360426"/>
                    <a:pt x="43910" y="360426"/>
                  </a:cubicBezTo>
                  <a:cubicBezTo>
                    <a:pt x="81915" y="360426"/>
                    <a:pt x="119825" y="360426"/>
                    <a:pt x="157829" y="360426"/>
                  </a:cubicBezTo>
                  <a:cubicBezTo>
                    <a:pt x="202406" y="360426"/>
                    <a:pt x="246983" y="360426"/>
                    <a:pt x="291465" y="360426"/>
                  </a:cubicBezTo>
                  <a:cubicBezTo>
                    <a:pt x="302324" y="360426"/>
                    <a:pt x="310801" y="355949"/>
                    <a:pt x="316611" y="346710"/>
                  </a:cubicBezTo>
                  <a:cubicBezTo>
                    <a:pt x="317945" y="344615"/>
                    <a:pt x="318707" y="342233"/>
                    <a:pt x="320040" y="339471"/>
                  </a:cubicBezTo>
                  <a:close/>
                  <a:moveTo>
                    <a:pt x="279654" y="232315"/>
                  </a:moveTo>
                  <a:cubicBezTo>
                    <a:pt x="302990" y="259175"/>
                    <a:pt x="315468" y="289750"/>
                    <a:pt x="317564" y="324517"/>
                  </a:cubicBezTo>
                  <a:lnTo>
                    <a:pt x="360236" y="324517"/>
                  </a:lnTo>
                  <a:lnTo>
                    <a:pt x="360236" y="232315"/>
                  </a:lnTo>
                  <a:lnTo>
                    <a:pt x="279654" y="232315"/>
                  </a:lnTo>
                  <a:close/>
                  <a:moveTo>
                    <a:pt x="290798" y="50006"/>
                  </a:moveTo>
                  <a:cubicBezTo>
                    <a:pt x="290798" y="61913"/>
                    <a:pt x="290798" y="73342"/>
                    <a:pt x="290798" y="84772"/>
                  </a:cubicBezTo>
                  <a:cubicBezTo>
                    <a:pt x="290798" y="85534"/>
                    <a:pt x="290894" y="86582"/>
                    <a:pt x="291370" y="87154"/>
                  </a:cubicBezTo>
                  <a:cubicBezTo>
                    <a:pt x="295751" y="91630"/>
                    <a:pt x="300228" y="96107"/>
                    <a:pt x="304800" y="100679"/>
                  </a:cubicBezTo>
                  <a:cubicBezTo>
                    <a:pt x="308991" y="96488"/>
                    <a:pt x="312896" y="92678"/>
                    <a:pt x="316611" y="88582"/>
                  </a:cubicBezTo>
                  <a:cubicBezTo>
                    <a:pt x="317659" y="87344"/>
                    <a:pt x="318516" y="85439"/>
                    <a:pt x="318516" y="83915"/>
                  </a:cubicBezTo>
                  <a:cubicBezTo>
                    <a:pt x="318707" y="73533"/>
                    <a:pt x="318516" y="63151"/>
                    <a:pt x="318516" y="52864"/>
                  </a:cubicBezTo>
                  <a:cubicBezTo>
                    <a:pt x="318516" y="51911"/>
                    <a:pt x="318325" y="51054"/>
                    <a:pt x="318230" y="50101"/>
                  </a:cubicBezTo>
                  <a:lnTo>
                    <a:pt x="290608" y="50101"/>
                  </a:lnTo>
                  <a:close/>
                  <a:moveTo>
                    <a:pt x="326136" y="360426"/>
                  </a:moveTo>
                  <a:cubicBezTo>
                    <a:pt x="335090" y="360426"/>
                    <a:pt x="344329" y="360426"/>
                    <a:pt x="353568" y="360426"/>
                  </a:cubicBezTo>
                  <a:cubicBezTo>
                    <a:pt x="357378" y="360426"/>
                    <a:pt x="360140" y="358140"/>
                    <a:pt x="360331" y="354616"/>
                  </a:cubicBezTo>
                  <a:cubicBezTo>
                    <a:pt x="360617" y="349663"/>
                    <a:pt x="360331" y="344710"/>
                    <a:pt x="360331" y="339566"/>
                  </a:cubicBezTo>
                  <a:lnTo>
                    <a:pt x="335947" y="339566"/>
                  </a:lnTo>
                  <a:cubicBezTo>
                    <a:pt x="332518" y="346805"/>
                    <a:pt x="329279" y="353568"/>
                    <a:pt x="326041" y="360426"/>
                  </a:cubicBezTo>
                  <a:close/>
                  <a:moveTo>
                    <a:pt x="318516" y="14859"/>
                  </a:moveTo>
                  <a:lnTo>
                    <a:pt x="291084" y="14859"/>
                  </a:lnTo>
                  <a:lnTo>
                    <a:pt x="291084" y="34957"/>
                  </a:lnTo>
                  <a:lnTo>
                    <a:pt x="318516" y="34957"/>
                  </a:lnTo>
                  <a:lnTo>
                    <a:pt x="318516" y="14859"/>
                  </a:lnTo>
                  <a:close/>
                  <a:moveTo>
                    <a:pt x="176403" y="181927"/>
                  </a:moveTo>
                  <a:cubicBezTo>
                    <a:pt x="176403" y="178498"/>
                    <a:pt x="176689" y="175165"/>
                    <a:pt x="176403" y="172021"/>
                  </a:cubicBezTo>
                  <a:cubicBezTo>
                    <a:pt x="175927" y="167735"/>
                    <a:pt x="172403" y="164782"/>
                    <a:pt x="168212" y="164687"/>
                  </a:cubicBezTo>
                  <a:cubicBezTo>
                    <a:pt x="163925" y="164497"/>
                    <a:pt x="160020" y="167069"/>
                    <a:pt x="159449" y="171259"/>
                  </a:cubicBezTo>
                  <a:cubicBezTo>
                    <a:pt x="158877" y="174784"/>
                    <a:pt x="159353" y="178403"/>
                    <a:pt x="159353" y="182023"/>
                  </a:cubicBezTo>
                  <a:lnTo>
                    <a:pt x="176498" y="182023"/>
                  </a:lnTo>
                  <a:close/>
                </a:path>
              </a:pathLst>
            </a:custGeom>
            <a:solidFill>
              <a:srgbClr val="BBE3FB"/>
            </a:solidFill>
            <a:ln w="3175" cap="flat">
              <a:solidFill>
                <a:srgbClr val="BBE3F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solidFill>
                  <a:srgbClr val="9DD6FA"/>
                </a:solidFill>
              </a:endParaRPr>
            </a:p>
          </p:txBody>
        </p:sp>
      </p:grpSp>
      <p:sp>
        <p:nvSpPr>
          <p:cNvPr id="159" name="Oval 158">
            <a:extLst>
              <a:ext uri="{FF2B5EF4-FFF2-40B4-BE49-F238E27FC236}">
                <a16:creationId xmlns:a16="http://schemas.microsoft.com/office/drawing/2014/main" id="{BEF89D14-19BD-C96C-B8F9-3FF481A36B37}"/>
              </a:ext>
            </a:extLst>
          </p:cNvPr>
          <p:cNvSpPr/>
          <p:nvPr/>
        </p:nvSpPr>
        <p:spPr>
          <a:xfrm>
            <a:off x="1017397" y="2506566"/>
            <a:ext cx="561600" cy="561600"/>
          </a:xfrm>
          <a:prstGeom prst="ellipse">
            <a:avLst/>
          </a:prstGeom>
          <a:noFill/>
          <a:ln w="3175">
            <a:solidFill>
              <a:srgbClr val="BBE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B1A36EE-3AD8-23D3-E007-C60D79D216DC}"/>
              </a:ext>
            </a:extLst>
          </p:cNvPr>
          <p:cNvGrpSpPr/>
          <p:nvPr/>
        </p:nvGrpSpPr>
        <p:grpSpPr>
          <a:xfrm>
            <a:off x="1146947" y="2601913"/>
            <a:ext cx="302500" cy="302582"/>
            <a:chOff x="6397370" y="2981323"/>
            <a:chExt cx="452537" cy="452661"/>
          </a:xfrm>
          <a:solidFill>
            <a:srgbClr val="BBE3FB"/>
          </a:solidFill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C5FF40B-8C9C-7D63-5594-794B63246060}"/>
                </a:ext>
              </a:extLst>
            </p:cNvPr>
            <p:cNvSpPr/>
            <p:nvPr/>
          </p:nvSpPr>
          <p:spPr>
            <a:xfrm>
              <a:off x="6397370" y="3095330"/>
              <a:ext cx="452537" cy="338654"/>
            </a:xfrm>
            <a:custGeom>
              <a:avLst/>
              <a:gdLst>
                <a:gd name="connsiteX0" fmla="*/ 28099 w 452537"/>
                <a:gd name="connsiteY0" fmla="*/ 256708 h 338654"/>
                <a:gd name="connsiteX1" fmla="*/ 185261 w 452537"/>
                <a:gd name="connsiteY1" fmla="*/ 61160 h 338654"/>
                <a:gd name="connsiteX2" fmla="*/ 185261 w 452537"/>
                <a:gd name="connsiteY2" fmla="*/ 40490 h 338654"/>
                <a:gd name="connsiteX3" fmla="*/ 227362 w 452537"/>
                <a:gd name="connsiteY3" fmla="*/ 9 h 338654"/>
                <a:gd name="connsiteX4" fmla="*/ 267176 w 452537"/>
                <a:gd name="connsiteY4" fmla="*/ 39157 h 338654"/>
                <a:gd name="connsiteX5" fmla="*/ 267176 w 452537"/>
                <a:gd name="connsiteY5" fmla="*/ 60207 h 338654"/>
                <a:gd name="connsiteX6" fmla="*/ 425196 w 452537"/>
                <a:gd name="connsiteY6" fmla="*/ 256613 h 338654"/>
                <a:gd name="connsiteX7" fmla="*/ 438436 w 452537"/>
                <a:gd name="connsiteY7" fmla="*/ 256613 h 338654"/>
                <a:gd name="connsiteX8" fmla="*/ 452533 w 452537"/>
                <a:gd name="connsiteY8" fmla="*/ 270995 h 338654"/>
                <a:gd name="connsiteX9" fmla="*/ 384810 w 452537"/>
                <a:gd name="connsiteY9" fmla="*/ 338528 h 338654"/>
                <a:gd name="connsiteX10" fmla="*/ 302800 w 452537"/>
                <a:gd name="connsiteY10" fmla="*/ 338528 h 338654"/>
                <a:gd name="connsiteX11" fmla="*/ 69818 w 452537"/>
                <a:gd name="connsiteY11" fmla="*/ 338528 h 338654"/>
                <a:gd name="connsiteX12" fmla="*/ 1238 w 452537"/>
                <a:gd name="connsiteY12" fmla="*/ 282425 h 338654"/>
                <a:gd name="connsiteX13" fmla="*/ 0 w 452537"/>
                <a:gd name="connsiteY13" fmla="*/ 269186 h 338654"/>
                <a:gd name="connsiteX14" fmla="*/ 12287 w 452537"/>
                <a:gd name="connsiteY14" fmla="*/ 256613 h 338654"/>
                <a:gd name="connsiteX15" fmla="*/ 28099 w 452537"/>
                <a:gd name="connsiteY15" fmla="*/ 256613 h 338654"/>
                <a:gd name="connsiteX16" fmla="*/ 399574 w 452537"/>
                <a:gd name="connsiteY16" fmla="*/ 256518 h 338654"/>
                <a:gd name="connsiteX17" fmla="*/ 309563 w 452537"/>
                <a:gd name="connsiteY17" fmla="*/ 103927 h 338654"/>
                <a:gd name="connsiteX18" fmla="*/ 123444 w 452537"/>
                <a:gd name="connsiteY18" fmla="*/ 116309 h 338654"/>
                <a:gd name="connsiteX19" fmla="*/ 53150 w 452537"/>
                <a:gd name="connsiteY19" fmla="*/ 256518 h 338654"/>
                <a:gd name="connsiteX20" fmla="*/ 399574 w 452537"/>
                <a:gd name="connsiteY20" fmla="*/ 256518 h 338654"/>
                <a:gd name="connsiteX21" fmla="*/ 26765 w 452537"/>
                <a:gd name="connsiteY21" fmla="*/ 281759 h 338654"/>
                <a:gd name="connsiteX22" fmla="*/ 28480 w 452537"/>
                <a:gd name="connsiteY22" fmla="*/ 286521 h 338654"/>
                <a:gd name="connsiteX23" fmla="*/ 70390 w 452537"/>
                <a:gd name="connsiteY23" fmla="*/ 313668 h 338654"/>
                <a:gd name="connsiteX24" fmla="*/ 382238 w 452537"/>
                <a:gd name="connsiteY24" fmla="*/ 313668 h 338654"/>
                <a:gd name="connsiteX25" fmla="*/ 395859 w 452537"/>
                <a:gd name="connsiteY25" fmla="*/ 311763 h 338654"/>
                <a:gd name="connsiteX26" fmla="*/ 425863 w 452537"/>
                <a:gd name="connsiteY26" fmla="*/ 281854 h 338654"/>
                <a:gd name="connsiteX27" fmla="*/ 26765 w 452537"/>
                <a:gd name="connsiteY27" fmla="*/ 281854 h 338654"/>
                <a:gd name="connsiteX28" fmla="*/ 242125 w 452537"/>
                <a:gd name="connsiteY28" fmla="*/ 57350 h 338654"/>
                <a:gd name="connsiteX29" fmla="*/ 242030 w 452537"/>
                <a:gd name="connsiteY29" fmla="*/ 38395 h 338654"/>
                <a:gd name="connsiteX30" fmla="*/ 227076 w 452537"/>
                <a:gd name="connsiteY30" fmla="*/ 25060 h 338654"/>
                <a:gd name="connsiteX31" fmla="*/ 210979 w 452537"/>
                <a:gd name="connsiteY31" fmla="*/ 37442 h 338654"/>
                <a:gd name="connsiteX32" fmla="*/ 210788 w 452537"/>
                <a:gd name="connsiteY32" fmla="*/ 57445 h 338654"/>
                <a:gd name="connsiteX33" fmla="*/ 242221 w 452537"/>
                <a:gd name="connsiteY33" fmla="*/ 57445 h 338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52537" h="338654">
                  <a:moveTo>
                    <a:pt x="28099" y="256708"/>
                  </a:moveTo>
                  <a:cubicBezTo>
                    <a:pt x="27623" y="161172"/>
                    <a:pt x="95821" y="80019"/>
                    <a:pt x="185261" y="61160"/>
                  </a:cubicBezTo>
                  <a:cubicBezTo>
                    <a:pt x="185261" y="54302"/>
                    <a:pt x="185166" y="47444"/>
                    <a:pt x="185261" y="40490"/>
                  </a:cubicBezTo>
                  <a:cubicBezTo>
                    <a:pt x="185642" y="17535"/>
                    <a:pt x="204407" y="-467"/>
                    <a:pt x="227362" y="9"/>
                  </a:cubicBezTo>
                  <a:cubicBezTo>
                    <a:pt x="248603" y="485"/>
                    <a:pt x="266414" y="17916"/>
                    <a:pt x="267176" y="39157"/>
                  </a:cubicBezTo>
                  <a:cubicBezTo>
                    <a:pt x="267462" y="46396"/>
                    <a:pt x="267176" y="53730"/>
                    <a:pt x="267176" y="60207"/>
                  </a:cubicBezTo>
                  <a:cubicBezTo>
                    <a:pt x="365855" y="88973"/>
                    <a:pt x="418147" y="154028"/>
                    <a:pt x="425196" y="256613"/>
                  </a:cubicBezTo>
                  <a:cubicBezTo>
                    <a:pt x="429101" y="256613"/>
                    <a:pt x="433768" y="256613"/>
                    <a:pt x="438436" y="256613"/>
                  </a:cubicBezTo>
                  <a:cubicBezTo>
                    <a:pt x="447770" y="256613"/>
                    <a:pt x="452723" y="261756"/>
                    <a:pt x="452533" y="270995"/>
                  </a:cubicBezTo>
                  <a:cubicBezTo>
                    <a:pt x="452057" y="307286"/>
                    <a:pt x="421291" y="338051"/>
                    <a:pt x="384810" y="338528"/>
                  </a:cubicBezTo>
                  <a:cubicBezTo>
                    <a:pt x="357473" y="338814"/>
                    <a:pt x="330137" y="338528"/>
                    <a:pt x="302800" y="338528"/>
                  </a:cubicBezTo>
                  <a:cubicBezTo>
                    <a:pt x="225171" y="338528"/>
                    <a:pt x="147447" y="338528"/>
                    <a:pt x="69818" y="338528"/>
                  </a:cubicBezTo>
                  <a:cubicBezTo>
                    <a:pt x="36004" y="338528"/>
                    <a:pt x="8001" y="315572"/>
                    <a:pt x="1238" y="282425"/>
                  </a:cubicBezTo>
                  <a:cubicBezTo>
                    <a:pt x="381" y="278139"/>
                    <a:pt x="0" y="273567"/>
                    <a:pt x="0" y="269186"/>
                  </a:cubicBezTo>
                  <a:cubicBezTo>
                    <a:pt x="0" y="262042"/>
                    <a:pt x="5144" y="256898"/>
                    <a:pt x="12287" y="256613"/>
                  </a:cubicBezTo>
                  <a:cubicBezTo>
                    <a:pt x="17431" y="256422"/>
                    <a:pt x="22669" y="256613"/>
                    <a:pt x="28099" y="256613"/>
                  </a:cubicBezTo>
                  <a:close/>
                  <a:moveTo>
                    <a:pt x="399574" y="256518"/>
                  </a:moveTo>
                  <a:cubicBezTo>
                    <a:pt x="397097" y="188890"/>
                    <a:pt x="368903" y="136121"/>
                    <a:pt x="309563" y="103927"/>
                  </a:cubicBezTo>
                  <a:cubicBezTo>
                    <a:pt x="245936" y="69351"/>
                    <a:pt x="182213" y="73923"/>
                    <a:pt x="123444" y="116309"/>
                  </a:cubicBezTo>
                  <a:cubicBezTo>
                    <a:pt x="76391" y="150314"/>
                    <a:pt x="54292" y="198415"/>
                    <a:pt x="53150" y="256518"/>
                  </a:cubicBezTo>
                  <a:lnTo>
                    <a:pt x="399574" y="256518"/>
                  </a:lnTo>
                  <a:close/>
                  <a:moveTo>
                    <a:pt x="26765" y="281759"/>
                  </a:moveTo>
                  <a:cubicBezTo>
                    <a:pt x="27432" y="283569"/>
                    <a:pt x="27813" y="285093"/>
                    <a:pt x="28480" y="286521"/>
                  </a:cubicBezTo>
                  <a:cubicBezTo>
                    <a:pt x="36767" y="304238"/>
                    <a:pt x="50864" y="313572"/>
                    <a:pt x="70390" y="313668"/>
                  </a:cubicBezTo>
                  <a:cubicBezTo>
                    <a:pt x="174308" y="313763"/>
                    <a:pt x="278321" y="313668"/>
                    <a:pt x="382238" y="313668"/>
                  </a:cubicBezTo>
                  <a:cubicBezTo>
                    <a:pt x="386810" y="313668"/>
                    <a:pt x="391478" y="313096"/>
                    <a:pt x="395859" y="311763"/>
                  </a:cubicBezTo>
                  <a:cubicBezTo>
                    <a:pt x="410909" y="307191"/>
                    <a:pt x="420815" y="297094"/>
                    <a:pt x="425863" y="281854"/>
                  </a:cubicBezTo>
                  <a:lnTo>
                    <a:pt x="26765" y="281854"/>
                  </a:lnTo>
                  <a:close/>
                  <a:moveTo>
                    <a:pt x="242125" y="57350"/>
                  </a:moveTo>
                  <a:cubicBezTo>
                    <a:pt x="242125" y="51063"/>
                    <a:pt x="242602" y="44586"/>
                    <a:pt x="242030" y="38395"/>
                  </a:cubicBezTo>
                  <a:cubicBezTo>
                    <a:pt x="241268" y="30870"/>
                    <a:pt x="234505" y="25346"/>
                    <a:pt x="227076" y="25060"/>
                  </a:cubicBezTo>
                  <a:cubicBezTo>
                    <a:pt x="219361" y="24774"/>
                    <a:pt x="212026" y="29727"/>
                    <a:pt x="210979" y="37442"/>
                  </a:cubicBezTo>
                  <a:cubicBezTo>
                    <a:pt x="210026" y="44015"/>
                    <a:pt x="210788" y="50873"/>
                    <a:pt x="210788" y="57445"/>
                  </a:cubicBezTo>
                  <a:lnTo>
                    <a:pt x="242221" y="5744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2C82A88-7F09-74AE-46C0-0CDA7E8BB3F2}"/>
                </a:ext>
              </a:extLst>
            </p:cNvPr>
            <p:cNvSpPr/>
            <p:nvPr/>
          </p:nvSpPr>
          <p:spPr>
            <a:xfrm>
              <a:off x="6611112" y="2981323"/>
              <a:ext cx="24955" cy="81917"/>
            </a:xfrm>
            <a:custGeom>
              <a:avLst/>
              <a:gdLst>
                <a:gd name="connsiteX0" fmla="*/ 0 w 24955"/>
                <a:gd name="connsiteY0" fmla="*/ 40863 h 81917"/>
                <a:gd name="connsiteX1" fmla="*/ 0 w 24955"/>
                <a:gd name="connsiteY1" fmla="*/ 13717 h 81917"/>
                <a:gd name="connsiteX2" fmla="*/ 12573 w 24955"/>
                <a:gd name="connsiteY2" fmla="*/ 1 h 81917"/>
                <a:gd name="connsiteX3" fmla="*/ 24955 w 24955"/>
                <a:gd name="connsiteY3" fmla="*/ 13908 h 81917"/>
                <a:gd name="connsiteX4" fmla="*/ 24955 w 24955"/>
                <a:gd name="connsiteY4" fmla="*/ 68200 h 81917"/>
                <a:gd name="connsiteX5" fmla="*/ 12383 w 24955"/>
                <a:gd name="connsiteY5" fmla="*/ 81916 h 81917"/>
                <a:gd name="connsiteX6" fmla="*/ 0 w 24955"/>
                <a:gd name="connsiteY6" fmla="*/ 68010 h 81917"/>
                <a:gd name="connsiteX7" fmla="*/ 0 w 24955"/>
                <a:gd name="connsiteY7" fmla="*/ 40863 h 81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55" h="81917">
                  <a:moveTo>
                    <a:pt x="0" y="40863"/>
                  </a:moveTo>
                  <a:cubicBezTo>
                    <a:pt x="0" y="31815"/>
                    <a:pt x="0" y="22766"/>
                    <a:pt x="0" y="13717"/>
                  </a:cubicBezTo>
                  <a:cubicBezTo>
                    <a:pt x="0" y="5526"/>
                    <a:pt x="5239" y="-94"/>
                    <a:pt x="12573" y="1"/>
                  </a:cubicBezTo>
                  <a:cubicBezTo>
                    <a:pt x="19812" y="1"/>
                    <a:pt x="24955" y="5716"/>
                    <a:pt x="24955" y="13908"/>
                  </a:cubicBezTo>
                  <a:cubicBezTo>
                    <a:pt x="24955" y="32005"/>
                    <a:pt x="24955" y="50103"/>
                    <a:pt x="24955" y="68200"/>
                  </a:cubicBezTo>
                  <a:cubicBezTo>
                    <a:pt x="24955" y="76392"/>
                    <a:pt x="19717" y="82011"/>
                    <a:pt x="12383" y="81916"/>
                  </a:cubicBezTo>
                  <a:cubicBezTo>
                    <a:pt x="5143" y="81916"/>
                    <a:pt x="0" y="76201"/>
                    <a:pt x="0" y="68010"/>
                  </a:cubicBezTo>
                  <a:cubicBezTo>
                    <a:pt x="0" y="58961"/>
                    <a:pt x="0" y="49912"/>
                    <a:pt x="0" y="4086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4077CA-8605-221C-AA97-F9FD297011B8}"/>
                </a:ext>
              </a:extLst>
            </p:cNvPr>
            <p:cNvSpPr/>
            <p:nvPr/>
          </p:nvSpPr>
          <p:spPr>
            <a:xfrm>
              <a:off x="6546913" y="3016948"/>
              <a:ext cx="24955" cy="67627"/>
            </a:xfrm>
            <a:custGeom>
              <a:avLst/>
              <a:gdLst>
                <a:gd name="connsiteX0" fmla="*/ 24956 w 24955"/>
                <a:gd name="connsiteY0" fmla="*/ 33814 h 67627"/>
                <a:gd name="connsiteX1" fmla="*/ 24956 w 24955"/>
                <a:gd name="connsiteY1" fmla="*/ 54292 h 67627"/>
                <a:gd name="connsiteX2" fmla="*/ 12478 w 24955"/>
                <a:gd name="connsiteY2" fmla="*/ 67628 h 67627"/>
                <a:gd name="connsiteX3" fmla="*/ 0 w 24955"/>
                <a:gd name="connsiteY3" fmla="*/ 54292 h 67627"/>
                <a:gd name="connsiteX4" fmla="*/ 0 w 24955"/>
                <a:gd name="connsiteY4" fmla="*/ 13335 h 67627"/>
                <a:gd name="connsiteX5" fmla="*/ 12478 w 24955"/>
                <a:gd name="connsiteY5" fmla="*/ 0 h 67627"/>
                <a:gd name="connsiteX6" fmla="*/ 24956 w 24955"/>
                <a:gd name="connsiteY6" fmla="*/ 13335 h 67627"/>
                <a:gd name="connsiteX7" fmla="*/ 24956 w 24955"/>
                <a:gd name="connsiteY7" fmla="*/ 33814 h 6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55" h="67627">
                  <a:moveTo>
                    <a:pt x="24956" y="33814"/>
                  </a:moveTo>
                  <a:cubicBezTo>
                    <a:pt x="24956" y="40672"/>
                    <a:pt x="24956" y="47435"/>
                    <a:pt x="24956" y="54292"/>
                  </a:cubicBezTo>
                  <a:cubicBezTo>
                    <a:pt x="24860" y="62103"/>
                    <a:pt x="19621" y="67628"/>
                    <a:pt x="12478" y="67628"/>
                  </a:cubicBezTo>
                  <a:cubicBezTo>
                    <a:pt x="5334" y="67628"/>
                    <a:pt x="95" y="62103"/>
                    <a:pt x="0" y="54292"/>
                  </a:cubicBezTo>
                  <a:cubicBezTo>
                    <a:pt x="0" y="40672"/>
                    <a:pt x="0" y="27051"/>
                    <a:pt x="0" y="13335"/>
                  </a:cubicBezTo>
                  <a:cubicBezTo>
                    <a:pt x="0" y="5525"/>
                    <a:pt x="5334" y="0"/>
                    <a:pt x="12478" y="0"/>
                  </a:cubicBezTo>
                  <a:cubicBezTo>
                    <a:pt x="19621" y="0"/>
                    <a:pt x="24860" y="5525"/>
                    <a:pt x="24956" y="13335"/>
                  </a:cubicBezTo>
                  <a:cubicBezTo>
                    <a:pt x="24956" y="20193"/>
                    <a:pt x="24956" y="26956"/>
                    <a:pt x="24956" y="3381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27E470E-A539-85BF-B121-30BD29F1F5CD}"/>
                </a:ext>
              </a:extLst>
            </p:cNvPr>
            <p:cNvSpPr/>
            <p:nvPr/>
          </p:nvSpPr>
          <p:spPr>
            <a:xfrm>
              <a:off x="6675215" y="3016948"/>
              <a:ext cx="24955" cy="67627"/>
            </a:xfrm>
            <a:custGeom>
              <a:avLst/>
              <a:gdLst>
                <a:gd name="connsiteX0" fmla="*/ 24955 w 24955"/>
                <a:gd name="connsiteY0" fmla="*/ 33814 h 67627"/>
                <a:gd name="connsiteX1" fmla="*/ 24955 w 24955"/>
                <a:gd name="connsiteY1" fmla="*/ 54292 h 67627"/>
                <a:gd name="connsiteX2" fmla="*/ 12478 w 24955"/>
                <a:gd name="connsiteY2" fmla="*/ 67628 h 67627"/>
                <a:gd name="connsiteX3" fmla="*/ 0 w 24955"/>
                <a:gd name="connsiteY3" fmla="*/ 54292 h 67627"/>
                <a:gd name="connsiteX4" fmla="*/ 0 w 24955"/>
                <a:gd name="connsiteY4" fmla="*/ 13335 h 67627"/>
                <a:gd name="connsiteX5" fmla="*/ 12478 w 24955"/>
                <a:gd name="connsiteY5" fmla="*/ 0 h 67627"/>
                <a:gd name="connsiteX6" fmla="*/ 24955 w 24955"/>
                <a:gd name="connsiteY6" fmla="*/ 13335 h 67627"/>
                <a:gd name="connsiteX7" fmla="*/ 24955 w 24955"/>
                <a:gd name="connsiteY7" fmla="*/ 33814 h 6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55" h="67627">
                  <a:moveTo>
                    <a:pt x="24955" y="33814"/>
                  </a:moveTo>
                  <a:cubicBezTo>
                    <a:pt x="24955" y="40672"/>
                    <a:pt x="24955" y="47435"/>
                    <a:pt x="24955" y="54292"/>
                  </a:cubicBezTo>
                  <a:cubicBezTo>
                    <a:pt x="24860" y="62103"/>
                    <a:pt x="19621" y="67628"/>
                    <a:pt x="12478" y="67628"/>
                  </a:cubicBezTo>
                  <a:cubicBezTo>
                    <a:pt x="5334" y="67628"/>
                    <a:pt x="95" y="62008"/>
                    <a:pt x="0" y="54292"/>
                  </a:cubicBezTo>
                  <a:cubicBezTo>
                    <a:pt x="0" y="40672"/>
                    <a:pt x="0" y="27051"/>
                    <a:pt x="0" y="13335"/>
                  </a:cubicBezTo>
                  <a:cubicBezTo>
                    <a:pt x="0" y="5525"/>
                    <a:pt x="5334" y="0"/>
                    <a:pt x="12478" y="0"/>
                  </a:cubicBezTo>
                  <a:cubicBezTo>
                    <a:pt x="19621" y="0"/>
                    <a:pt x="24860" y="5525"/>
                    <a:pt x="24955" y="13335"/>
                  </a:cubicBezTo>
                  <a:cubicBezTo>
                    <a:pt x="24955" y="20193"/>
                    <a:pt x="24955" y="26956"/>
                    <a:pt x="24955" y="3381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D4241F9A-79E0-0AEF-165A-39D708C1D1F4}"/>
              </a:ext>
            </a:extLst>
          </p:cNvPr>
          <p:cNvSpPr/>
          <p:nvPr/>
        </p:nvSpPr>
        <p:spPr>
          <a:xfrm>
            <a:off x="1017397" y="1805829"/>
            <a:ext cx="561600" cy="561600"/>
          </a:xfrm>
          <a:prstGeom prst="ellipse">
            <a:avLst/>
          </a:prstGeom>
          <a:noFill/>
          <a:ln w="3175">
            <a:solidFill>
              <a:srgbClr val="BBE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94A258-B013-A174-94DB-667E377AE9D6}"/>
              </a:ext>
            </a:extLst>
          </p:cNvPr>
          <p:cNvSpPr/>
          <p:nvPr/>
        </p:nvSpPr>
        <p:spPr>
          <a:xfrm>
            <a:off x="1017397" y="3212525"/>
            <a:ext cx="561600" cy="561600"/>
          </a:xfrm>
          <a:prstGeom prst="ellipse">
            <a:avLst/>
          </a:prstGeom>
          <a:noFill/>
          <a:ln w="3175">
            <a:solidFill>
              <a:srgbClr val="BBE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C133303-75EE-4D5E-DB6B-A2CED35C388F}"/>
              </a:ext>
            </a:extLst>
          </p:cNvPr>
          <p:cNvSpPr/>
          <p:nvPr/>
        </p:nvSpPr>
        <p:spPr>
          <a:xfrm>
            <a:off x="1017397" y="4619185"/>
            <a:ext cx="561600" cy="561600"/>
          </a:xfrm>
          <a:prstGeom prst="ellipse">
            <a:avLst/>
          </a:prstGeom>
          <a:noFill/>
          <a:ln w="3175">
            <a:solidFill>
              <a:srgbClr val="BBE3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0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ireframe city with blue sky&#10;&#10;AI-generated content may be incorrect.">
            <a:extLst>
              <a:ext uri="{FF2B5EF4-FFF2-40B4-BE49-F238E27FC236}">
                <a16:creationId xmlns:a16="http://schemas.microsoft.com/office/drawing/2014/main" id="{9F638F20-F3D8-39D6-8821-D821CC1657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BE260A4-CD0F-92CA-DA4A-AAD684861F34}"/>
              </a:ext>
            </a:extLst>
          </p:cNvPr>
          <p:cNvGrpSpPr/>
          <p:nvPr/>
        </p:nvGrpSpPr>
        <p:grpSpPr>
          <a:xfrm>
            <a:off x="462454" y="484832"/>
            <a:ext cx="11267092" cy="5888337"/>
            <a:chOff x="462454" y="484832"/>
            <a:chExt cx="11267092" cy="5888337"/>
          </a:xfrm>
        </p:grpSpPr>
        <p:pic>
          <p:nvPicPr>
            <p:cNvPr id="11" name="Picture 10" descr="A wireframe city with blue sky&#10;&#10;AI-generated content may be incorrect.">
              <a:extLst>
                <a:ext uri="{FF2B5EF4-FFF2-40B4-BE49-F238E27FC236}">
                  <a16:creationId xmlns:a16="http://schemas.microsoft.com/office/drawing/2014/main" id="{19E388C1-9AED-9967-9368-3BC9FAA83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100000"/>
                      </a14:imgEffect>
                      <a14:imgEffect>
                        <a14:brightnessContrast bright="-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62454" y="484832"/>
              <a:ext cx="11267092" cy="5888336"/>
            </a:xfrm>
            <a:prstGeom prst="roundRect">
              <a:avLst>
                <a:gd name="adj" fmla="val 2157"/>
              </a:avLst>
            </a:prstGeom>
            <a:effectLst>
              <a:outerShdw blurRad="63500" sx="102000" sy="102000" algn="ctr" rotWithShape="0">
                <a:srgbClr val="002060">
                  <a:alpha val="6000"/>
                </a:srgbClr>
              </a:outerShdw>
            </a:effectLst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33B0890-1816-361A-130B-63FFC8B77373}"/>
                </a:ext>
              </a:extLst>
            </p:cNvPr>
            <p:cNvSpPr/>
            <p:nvPr/>
          </p:nvSpPr>
          <p:spPr>
            <a:xfrm>
              <a:off x="462454" y="484832"/>
              <a:ext cx="11267092" cy="5888337"/>
            </a:xfrm>
            <a:prstGeom prst="roundRect">
              <a:avLst>
                <a:gd name="adj" fmla="val 2157"/>
              </a:avLst>
            </a:prstGeom>
            <a:gradFill flip="none" rotWithShape="1">
              <a:gsLst>
                <a:gs pos="0">
                  <a:schemeClr val="bg1">
                    <a:alpha val="73000"/>
                  </a:schemeClr>
                </a:gs>
                <a:gs pos="98000">
                  <a:schemeClr val="bg1">
                    <a:alpha val="52000"/>
                  </a:schemeClr>
                </a:gs>
              </a:gsLst>
              <a:lin ang="27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F8FCFC-53B0-909D-1725-3811EEFF17CF}"/>
              </a:ext>
            </a:extLst>
          </p:cNvPr>
          <p:cNvCxnSpPr>
            <a:cxnSpLocks/>
          </p:cNvCxnSpPr>
          <p:nvPr/>
        </p:nvCxnSpPr>
        <p:spPr bwMode="auto">
          <a:xfrm>
            <a:off x="1190069" y="1101749"/>
            <a:ext cx="0" cy="4922696"/>
          </a:xfrm>
          <a:prstGeom prst="line">
            <a:avLst/>
          </a:prstGeom>
          <a:noFill/>
          <a:ln w="9525" cap="flat" cmpd="sng" algn="ctr">
            <a:solidFill>
              <a:srgbClr val="CBD9D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69ABAF2-5FB5-CC82-36F7-F601363627DB}"/>
              </a:ext>
            </a:extLst>
          </p:cNvPr>
          <p:cNvSpPr/>
          <p:nvPr/>
        </p:nvSpPr>
        <p:spPr bwMode="auto">
          <a:xfrm>
            <a:off x="1643038" y="1534150"/>
            <a:ext cx="443890" cy="443890"/>
          </a:xfrm>
          <a:prstGeom prst="ellipse">
            <a:avLst/>
          </a:prstGeom>
          <a:solidFill>
            <a:srgbClr val="113386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CAC7AE-D9AE-8A83-1617-FF9EF978D154}"/>
              </a:ext>
            </a:extLst>
          </p:cNvPr>
          <p:cNvGrpSpPr/>
          <p:nvPr/>
        </p:nvGrpSpPr>
        <p:grpSpPr>
          <a:xfrm>
            <a:off x="1115540" y="1681566"/>
            <a:ext cx="149058" cy="149058"/>
            <a:chOff x="566900" y="1277957"/>
            <a:chExt cx="149058" cy="149058"/>
          </a:xfrm>
          <a:solidFill>
            <a:srgbClr val="7030A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71A2AC6-D81B-3BA1-D058-CFDBC0826A0B}"/>
                </a:ext>
              </a:extLst>
            </p:cNvPr>
            <p:cNvSpPr/>
            <p:nvPr/>
          </p:nvSpPr>
          <p:spPr bwMode="auto">
            <a:xfrm>
              <a:off x="566900" y="1277957"/>
              <a:ext cx="149058" cy="149058"/>
            </a:xfrm>
            <a:prstGeom prst="ellipse">
              <a:avLst/>
            </a:prstGeom>
            <a:grpFill/>
            <a:ln w="6350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254000" dist="38100" dir="5400000" rotWithShape="0">
                      <a:srgbClr val="A2ABB0">
                        <a:alpha val="3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004AFF-FE9B-6AEE-D2F6-FC5D6DCE4E91}"/>
                </a:ext>
              </a:extLst>
            </p:cNvPr>
            <p:cNvSpPr/>
            <p:nvPr/>
          </p:nvSpPr>
          <p:spPr bwMode="auto">
            <a:xfrm>
              <a:off x="614847" y="1325904"/>
              <a:ext cx="53164" cy="531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 cmpd="sng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66737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BD3AA9-4D4E-04ED-4322-6212CCA6E82A}"/>
              </a:ext>
            </a:extLst>
          </p:cNvPr>
          <p:cNvCxnSpPr>
            <a:cxnSpLocks/>
          </p:cNvCxnSpPr>
          <p:nvPr/>
        </p:nvCxnSpPr>
        <p:spPr bwMode="auto">
          <a:xfrm>
            <a:off x="1264598" y="1753429"/>
            <a:ext cx="327205" cy="0"/>
          </a:xfrm>
          <a:prstGeom prst="line">
            <a:avLst/>
          </a:prstGeom>
          <a:noFill/>
          <a:ln w="9525" cap="rnd" cmpd="sng" algn="ctr">
            <a:gradFill flip="none" rotWithShape="1">
              <a:gsLst>
                <a:gs pos="20000">
                  <a:srgbClr val="644BE3"/>
                </a:gs>
                <a:gs pos="84000">
                  <a:srgbClr val="4FB7F6">
                    <a:alpha val="0"/>
                  </a:srgbClr>
                </a:gs>
              </a:gsLst>
              <a:lin ang="0" scaled="1"/>
              <a:tileRect/>
            </a:gradFill>
            <a:prstDash val="sysDot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68BF4BD5-4F06-0A16-C011-5E4BCAF34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42951" y="1613852"/>
            <a:ext cx="263114" cy="300834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372CF64-90DB-7460-C93B-21002A853886}"/>
              </a:ext>
            </a:extLst>
          </p:cNvPr>
          <p:cNvGrpSpPr/>
          <p:nvPr/>
        </p:nvGrpSpPr>
        <p:grpSpPr>
          <a:xfrm>
            <a:off x="950051" y="475066"/>
            <a:ext cx="3090316" cy="658503"/>
            <a:chOff x="950051" y="481418"/>
            <a:chExt cx="3090316" cy="658503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99A0FB17-EF77-2A1F-07DB-83787E57F6EC}"/>
                </a:ext>
              </a:extLst>
            </p:cNvPr>
            <p:cNvSpPr/>
            <p:nvPr/>
          </p:nvSpPr>
          <p:spPr bwMode="auto">
            <a:xfrm>
              <a:off x="1039777" y="481418"/>
              <a:ext cx="2910864" cy="658503"/>
            </a:xfrm>
            <a:prstGeom prst="round2SameRect">
              <a:avLst>
                <a:gd name="adj1" fmla="val 0"/>
                <a:gd name="adj2" fmla="val 10705"/>
              </a:avLst>
            </a:prstGeom>
            <a:solidFill>
              <a:srgbClr val="113386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chemeClr val="accent3">
                  <a:lumMod val="20000"/>
                  <a:lumOff val="80000"/>
                  <a:alpha val="20000"/>
                </a:schemeClr>
              </a:outerShdw>
            </a:effectLst>
          </p:spPr>
          <p:txBody>
            <a:bodyPr vert="horz" wrap="square"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CONTENTS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3A1B76-65BC-3565-6032-285A381B9F5C}"/>
                </a:ext>
              </a:extLst>
            </p:cNvPr>
            <p:cNvSpPr/>
            <p:nvPr/>
          </p:nvSpPr>
          <p:spPr bwMode="auto">
            <a:xfrm>
              <a:off x="950051" y="481418"/>
              <a:ext cx="89726" cy="89726"/>
            </a:xfrm>
            <a:custGeom>
              <a:avLst/>
              <a:gdLst>
                <a:gd name="connsiteX0" fmla="*/ 404772 w 404774"/>
                <a:gd name="connsiteY0" fmla="*/ 404753 h 404773"/>
                <a:gd name="connsiteX1" fmla="*/ 404774 w 404774"/>
                <a:gd name="connsiteY1" fmla="*/ 404773 h 404773"/>
                <a:gd name="connsiteX2" fmla="*/ 0 w 404774"/>
                <a:gd name="connsiteY2" fmla="*/ 404773 h 404773"/>
                <a:gd name="connsiteX3" fmla="*/ 0 w 404774"/>
                <a:gd name="connsiteY3" fmla="*/ 404772 h 404773"/>
                <a:gd name="connsiteX4" fmla="*/ 404772 w 404774"/>
                <a:gd name="connsiteY4" fmla="*/ 404772 h 404773"/>
                <a:gd name="connsiteX5" fmla="*/ 0 w 404774"/>
                <a:gd name="connsiteY5" fmla="*/ 0 h 404773"/>
                <a:gd name="connsiteX6" fmla="*/ 404772 w 404774"/>
                <a:gd name="connsiteY6" fmla="*/ 0 h 404773"/>
                <a:gd name="connsiteX7" fmla="*/ 404772 w 404774"/>
                <a:gd name="connsiteY7" fmla="*/ 404753 h 404773"/>
                <a:gd name="connsiteX8" fmla="*/ 400264 w 404774"/>
                <a:gd name="connsiteY8" fmla="*/ 360043 h 404773"/>
                <a:gd name="connsiteX9" fmla="*/ 44731 w 404774"/>
                <a:gd name="connsiteY9" fmla="*/ 4510 h 404773"/>
                <a:gd name="connsiteX10" fmla="*/ 0 w 404774"/>
                <a:gd name="connsiteY10" fmla="*/ 1 h 40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4774" h="404773">
                  <a:moveTo>
                    <a:pt x="404772" y="404753"/>
                  </a:moveTo>
                  <a:lnTo>
                    <a:pt x="404774" y="404773"/>
                  </a:lnTo>
                  <a:lnTo>
                    <a:pt x="0" y="404773"/>
                  </a:lnTo>
                  <a:lnTo>
                    <a:pt x="0" y="404772"/>
                  </a:lnTo>
                  <a:lnTo>
                    <a:pt x="404772" y="404772"/>
                  </a:lnTo>
                  <a:close/>
                  <a:moveTo>
                    <a:pt x="0" y="0"/>
                  </a:moveTo>
                  <a:lnTo>
                    <a:pt x="404772" y="0"/>
                  </a:lnTo>
                  <a:lnTo>
                    <a:pt x="404772" y="404753"/>
                  </a:lnTo>
                  <a:lnTo>
                    <a:pt x="400264" y="360043"/>
                  </a:lnTo>
                  <a:cubicBezTo>
                    <a:pt x="363747" y="181586"/>
                    <a:pt x="223189" y="41027"/>
                    <a:pt x="44731" y="451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13386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2AAC077-81A4-7589-91F1-663C2EF73D89}"/>
                </a:ext>
              </a:extLst>
            </p:cNvPr>
            <p:cNvSpPr/>
            <p:nvPr/>
          </p:nvSpPr>
          <p:spPr bwMode="auto">
            <a:xfrm flipH="1">
              <a:off x="3950641" y="481418"/>
              <a:ext cx="89726" cy="89726"/>
            </a:xfrm>
            <a:custGeom>
              <a:avLst/>
              <a:gdLst>
                <a:gd name="connsiteX0" fmla="*/ 404772 w 404774"/>
                <a:gd name="connsiteY0" fmla="*/ 404753 h 404773"/>
                <a:gd name="connsiteX1" fmla="*/ 404774 w 404774"/>
                <a:gd name="connsiteY1" fmla="*/ 404773 h 404773"/>
                <a:gd name="connsiteX2" fmla="*/ 0 w 404774"/>
                <a:gd name="connsiteY2" fmla="*/ 404773 h 404773"/>
                <a:gd name="connsiteX3" fmla="*/ 0 w 404774"/>
                <a:gd name="connsiteY3" fmla="*/ 404772 h 404773"/>
                <a:gd name="connsiteX4" fmla="*/ 404772 w 404774"/>
                <a:gd name="connsiteY4" fmla="*/ 404772 h 404773"/>
                <a:gd name="connsiteX5" fmla="*/ 0 w 404774"/>
                <a:gd name="connsiteY5" fmla="*/ 0 h 404773"/>
                <a:gd name="connsiteX6" fmla="*/ 404772 w 404774"/>
                <a:gd name="connsiteY6" fmla="*/ 0 h 404773"/>
                <a:gd name="connsiteX7" fmla="*/ 404772 w 404774"/>
                <a:gd name="connsiteY7" fmla="*/ 404753 h 404773"/>
                <a:gd name="connsiteX8" fmla="*/ 400264 w 404774"/>
                <a:gd name="connsiteY8" fmla="*/ 360043 h 404773"/>
                <a:gd name="connsiteX9" fmla="*/ 44731 w 404774"/>
                <a:gd name="connsiteY9" fmla="*/ 4510 h 404773"/>
                <a:gd name="connsiteX10" fmla="*/ 0 w 404774"/>
                <a:gd name="connsiteY10" fmla="*/ 1 h 40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4774" h="404773">
                  <a:moveTo>
                    <a:pt x="404772" y="404753"/>
                  </a:moveTo>
                  <a:lnTo>
                    <a:pt x="404774" y="404773"/>
                  </a:lnTo>
                  <a:lnTo>
                    <a:pt x="0" y="404773"/>
                  </a:lnTo>
                  <a:lnTo>
                    <a:pt x="0" y="404772"/>
                  </a:lnTo>
                  <a:lnTo>
                    <a:pt x="404772" y="404772"/>
                  </a:lnTo>
                  <a:close/>
                  <a:moveTo>
                    <a:pt x="0" y="0"/>
                  </a:moveTo>
                  <a:lnTo>
                    <a:pt x="404772" y="0"/>
                  </a:lnTo>
                  <a:lnTo>
                    <a:pt x="404772" y="404753"/>
                  </a:lnTo>
                  <a:lnTo>
                    <a:pt x="400264" y="360043"/>
                  </a:lnTo>
                  <a:cubicBezTo>
                    <a:pt x="363747" y="181586"/>
                    <a:pt x="223189" y="41027"/>
                    <a:pt x="44731" y="451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13386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1A36914-9F24-DBE0-F71C-F030718EF3D0}"/>
              </a:ext>
            </a:extLst>
          </p:cNvPr>
          <p:cNvSpPr txBox="1">
            <a:spLocks/>
          </p:cNvSpPr>
          <p:nvPr/>
        </p:nvSpPr>
        <p:spPr>
          <a:xfrm>
            <a:off x="2199412" y="1369514"/>
            <a:ext cx="4153701" cy="4010585"/>
          </a:xfrm>
          <a:prstGeom prst="rect">
            <a:avLst/>
          </a:prstGeom>
        </p:spPr>
        <p:txBody>
          <a:bodyPr wrap="none">
            <a:spAutoFit/>
          </a:bodyPr>
          <a:lstStyle>
            <a:lvl1pPr marL="225425" indent="-225425" algn="l" rtl="0" eaLnBrk="1" fontAlgn="base" hangingPunct="1">
              <a:lnSpc>
                <a:spcPct val="105000"/>
              </a:lnSpc>
              <a:spcBef>
                <a:spcPct val="20000"/>
              </a:spcBef>
              <a:spcAft>
                <a:spcPct val="30000"/>
              </a:spcAft>
              <a:buClr>
                <a:schemeClr val="tx1">
                  <a:lumMod val="75000"/>
                  <a:lumOff val="25000"/>
                </a:schemeClr>
              </a:buClr>
              <a:buSzPct val="120000"/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68325" indent="-228600" algn="l" rtl="0" eaLnBrk="1" fontAlgn="base" hangingPunct="1">
              <a:lnSpc>
                <a:spcPct val="105000"/>
              </a:lnSpc>
              <a:spcBef>
                <a:spcPct val="20000"/>
              </a:spcBef>
              <a:spcAft>
                <a:spcPct val="30000"/>
              </a:spcAft>
              <a:buClr>
                <a:schemeClr val="tx1">
                  <a:lumMod val="75000"/>
                  <a:lumOff val="25000"/>
                </a:schemeClr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defRPr>
            </a:lvl2pPr>
            <a:lvl3pPr marL="1082675" indent="-168275" algn="l" rtl="0" eaLnBrk="1" fontAlgn="base" hangingPunct="1">
              <a:lnSpc>
                <a:spcPct val="105000"/>
              </a:lnSpc>
              <a:spcBef>
                <a:spcPct val="20000"/>
              </a:spcBef>
              <a:spcAft>
                <a:spcPct val="30000"/>
              </a:spcAft>
              <a:buClr>
                <a:schemeClr val="tx1">
                  <a:lumMod val="75000"/>
                  <a:lumOff val="25000"/>
                </a:schemeClr>
              </a:buClr>
              <a:buSzPct val="120000"/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defRPr>
            </a:lvl3pPr>
            <a:lvl4pPr marL="1487488" indent="-234950" algn="l" rtl="0" eaLnBrk="1" fontAlgn="base" hangingPunct="1">
              <a:lnSpc>
                <a:spcPct val="105000"/>
              </a:lnSpc>
              <a:spcBef>
                <a:spcPct val="20000"/>
              </a:spcBef>
              <a:spcAft>
                <a:spcPct val="30000"/>
              </a:spcAft>
              <a:buClr>
                <a:schemeClr val="tx1">
                  <a:lumMod val="75000"/>
                  <a:lumOff val="25000"/>
                </a:schemeClr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Calibri" pitchFamily="34" charset="0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Calibri" pitchFamily="34" charset="0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Calibri" pitchFamily="34" charset="0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Calibri" pitchFamily="34" charset="0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kern="0" dirty="0"/>
              <a:t>GEP Introduction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kern="0" dirty="0">
                <a:solidFill>
                  <a:schemeClr val="tx1"/>
                </a:solidFill>
              </a:rPr>
              <a:t>GEP’s S2P and Life Sciences expertise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kern="0" dirty="0">
                <a:solidFill>
                  <a:schemeClr val="tx1"/>
                </a:solidFill>
              </a:rPr>
              <a:t>Art of the Possible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kern="0" dirty="0">
                <a:solidFill>
                  <a:schemeClr val="tx1"/>
                </a:solidFill>
              </a:rPr>
              <a:t>Transition and Transformation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kern="0" dirty="0">
                <a:solidFill>
                  <a:schemeClr val="tx1"/>
                </a:solidFill>
              </a:rPr>
              <a:t>Why GEP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C634EBA-F2D5-9897-D77A-F519EBBC1695}"/>
              </a:ext>
            </a:extLst>
          </p:cNvPr>
          <p:cNvGrpSpPr/>
          <p:nvPr/>
        </p:nvGrpSpPr>
        <p:grpSpPr>
          <a:xfrm>
            <a:off x="1115540" y="3202522"/>
            <a:ext cx="971388" cy="443890"/>
            <a:chOff x="1115540" y="2444487"/>
            <a:chExt cx="971388" cy="44389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0E4C6CF-F08F-D206-574A-D7FA072DF562}"/>
                </a:ext>
              </a:extLst>
            </p:cNvPr>
            <p:cNvSpPr/>
            <p:nvPr/>
          </p:nvSpPr>
          <p:spPr bwMode="auto">
            <a:xfrm>
              <a:off x="1643038" y="2444487"/>
              <a:ext cx="443890" cy="443890"/>
            </a:xfrm>
            <a:prstGeom prst="ellipse">
              <a:avLst/>
            </a:prstGeom>
            <a:solidFill>
              <a:schemeClr val="bg1"/>
            </a:solidFill>
            <a:ln w="6350" cmpd="sng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6546A9A-A93F-F0CC-A187-1AC1BF4321CB}"/>
                </a:ext>
              </a:extLst>
            </p:cNvPr>
            <p:cNvGrpSpPr/>
            <p:nvPr/>
          </p:nvGrpSpPr>
          <p:grpSpPr>
            <a:xfrm>
              <a:off x="1115540" y="2591903"/>
              <a:ext cx="149058" cy="149058"/>
              <a:chOff x="566900" y="1277957"/>
              <a:chExt cx="149058" cy="149058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A8B64E6-454B-846C-4DB6-00C739F8EA35}"/>
                  </a:ext>
                </a:extLst>
              </p:cNvPr>
              <p:cNvSpPr/>
              <p:nvPr/>
            </p:nvSpPr>
            <p:spPr bwMode="auto">
              <a:xfrm>
                <a:off x="566900" y="1277957"/>
                <a:ext cx="149058" cy="149058"/>
              </a:xfrm>
              <a:prstGeom prst="ellipse">
                <a:avLst/>
              </a:prstGeom>
              <a:solidFill>
                <a:srgbClr val="BD9EEF"/>
              </a:solidFill>
              <a:ln w="6350" cmpd="sng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3E7159D-1F1C-AC79-19B3-D093CE396805}"/>
                  </a:ext>
                </a:extLst>
              </p:cNvPr>
              <p:cNvSpPr/>
              <p:nvPr/>
            </p:nvSpPr>
            <p:spPr bwMode="auto">
              <a:xfrm>
                <a:off x="614847" y="1325904"/>
                <a:ext cx="53164" cy="53164"/>
              </a:xfrm>
              <a:prstGeom prst="ellipse">
                <a:avLst/>
              </a:prstGeom>
              <a:solidFill>
                <a:srgbClr val="644BE3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76930A6-C8BD-289E-8817-1DDBEE9F9F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64598" y="2666432"/>
              <a:ext cx="327205" cy="0"/>
            </a:xfrm>
            <a:prstGeom prst="line">
              <a:avLst/>
            </a:prstGeom>
            <a:noFill/>
            <a:ln w="9525" cap="rnd" cmpd="sng" algn="ctr">
              <a:gradFill flip="none" rotWithShape="1">
                <a:gsLst>
                  <a:gs pos="20000">
                    <a:srgbClr val="644BE3"/>
                  </a:gs>
                  <a:gs pos="84000">
                    <a:srgbClr val="4FB7F6">
                      <a:alpha val="0"/>
                    </a:srgbClr>
                  </a:gs>
                </a:gsLst>
                <a:lin ang="0" scaled="1"/>
                <a:tileRect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585694A5-23AA-2AEB-8899-DD8FE9FA2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1776" y="2505333"/>
              <a:ext cx="326414" cy="334504"/>
            </a:xfrm>
            <a:custGeom>
              <a:avLst/>
              <a:gdLst>
                <a:gd name="T0" fmla="*/ 502 w 1188"/>
                <a:gd name="T1" fmla="*/ 70 h 1218"/>
                <a:gd name="T2" fmla="*/ 687 w 1188"/>
                <a:gd name="T3" fmla="*/ 70 h 1218"/>
                <a:gd name="T4" fmla="*/ 1029 w 1188"/>
                <a:gd name="T5" fmla="*/ 269 h 1218"/>
                <a:gd name="T6" fmla="*/ 1188 w 1188"/>
                <a:gd name="T7" fmla="*/ 594 h 1218"/>
                <a:gd name="T8" fmla="*/ 1029 w 1188"/>
                <a:gd name="T9" fmla="*/ 918 h 1218"/>
                <a:gd name="T10" fmla="*/ 685 w 1188"/>
                <a:gd name="T11" fmla="*/ 1119 h 1218"/>
                <a:gd name="T12" fmla="*/ 503 w 1188"/>
                <a:gd name="T13" fmla="*/ 1119 h 1218"/>
                <a:gd name="T14" fmla="*/ 160 w 1188"/>
                <a:gd name="T15" fmla="*/ 917 h 1218"/>
                <a:gd name="T16" fmla="*/ 0 w 1188"/>
                <a:gd name="T17" fmla="*/ 594 h 1218"/>
                <a:gd name="T18" fmla="*/ 159 w 1188"/>
                <a:gd name="T19" fmla="*/ 269 h 1218"/>
                <a:gd name="T20" fmla="*/ 109 w 1188"/>
                <a:gd name="T21" fmla="*/ 672 h 1218"/>
                <a:gd name="T22" fmla="*/ 311 w 1188"/>
                <a:gd name="T23" fmla="*/ 991 h 1218"/>
                <a:gd name="T24" fmla="*/ 593 w 1188"/>
                <a:gd name="T25" fmla="*/ 1025 h 1218"/>
                <a:gd name="T26" fmla="*/ 882 w 1188"/>
                <a:gd name="T27" fmla="*/ 992 h 1218"/>
                <a:gd name="T28" fmla="*/ 1020 w 1188"/>
                <a:gd name="T29" fmla="*/ 839 h 1218"/>
                <a:gd name="T30" fmla="*/ 881 w 1188"/>
                <a:gd name="T31" fmla="*/ 196 h 1218"/>
                <a:gd name="T32" fmla="*/ 509 w 1188"/>
                <a:gd name="T33" fmla="*/ 111 h 1218"/>
                <a:gd name="T34" fmla="*/ 109 w 1188"/>
                <a:gd name="T35" fmla="*/ 517 h 1218"/>
                <a:gd name="T36" fmla="*/ 635 w 1188"/>
                <a:gd name="T37" fmla="*/ 82 h 1218"/>
                <a:gd name="T38" fmla="*/ 232 w 1188"/>
                <a:gd name="T39" fmla="*/ 191 h 1218"/>
                <a:gd name="T40" fmla="*/ 123 w 1188"/>
                <a:gd name="T41" fmla="*/ 593 h 1218"/>
                <a:gd name="T42" fmla="*/ 1147 w 1188"/>
                <a:gd name="T43" fmla="*/ 595 h 1218"/>
                <a:gd name="T44" fmla="*/ 1147 w 1188"/>
                <a:gd name="T45" fmla="*/ 595 h 1218"/>
                <a:gd name="T46" fmla="*/ 915 w 1188"/>
                <a:gd name="T47" fmla="*/ 231 h 1218"/>
                <a:gd name="T48" fmla="*/ 553 w 1188"/>
                <a:gd name="T49" fmla="*/ 1106 h 1218"/>
                <a:gd name="T50" fmla="*/ 191 w 1188"/>
                <a:gd name="T51" fmla="*/ 957 h 1218"/>
                <a:gd name="T52" fmla="*/ 956 w 1188"/>
                <a:gd name="T53" fmla="*/ 997 h 1218"/>
                <a:gd name="T54" fmla="*/ 956 w 1188"/>
                <a:gd name="T55" fmla="*/ 997 h 1218"/>
                <a:gd name="T56" fmla="*/ 1065 w 1188"/>
                <a:gd name="T57" fmla="*/ 1130 h 1218"/>
                <a:gd name="T58" fmla="*/ 1039 w 1188"/>
                <a:gd name="T59" fmla="*/ 1156 h 1218"/>
                <a:gd name="T60" fmla="*/ 1064 w 1188"/>
                <a:gd name="T61" fmla="*/ 1183 h 1218"/>
                <a:gd name="T62" fmla="*/ 1090 w 1188"/>
                <a:gd name="T63" fmla="*/ 1157 h 1218"/>
                <a:gd name="T64" fmla="*/ 175 w 1188"/>
                <a:gd name="T65" fmla="*/ 116 h 1218"/>
                <a:gd name="T66" fmla="*/ 593 w 1188"/>
                <a:gd name="T67" fmla="*/ 185 h 1218"/>
                <a:gd name="T68" fmla="*/ 595 w 1188"/>
                <a:gd name="T69" fmla="*/ 226 h 1218"/>
                <a:gd name="T70" fmla="*/ 595 w 1188"/>
                <a:gd name="T71" fmla="*/ 226 h 1218"/>
                <a:gd name="T72" fmla="*/ 328 w 1188"/>
                <a:gd name="T73" fmla="*/ 594 h 1218"/>
                <a:gd name="T74" fmla="*/ 670 w 1188"/>
                <a:gd name="T75" fmla="*/ 795 h 1218"/>
                <a:gd name="T76" fmla="*/ 616 w 1188"/>
                <a:gd name="T77" fmla="*/ 819 h 1218"/>
                <a:gd name="T78" fmla="*/ 523 w 1188"/>
                <a:gd name="T79" fmla="*/ 804 h 1218"/>
                <a:gd name="T80" fmla="*/ 662 w 1188"/>
                <a:gd name="T81" fmla="*/ 386 h 1218"/>
                <a:gd name="T82" fmla="*/ 701 w 1188"/>
                <a:gd name="T83" fmla="*/ 573 h 1218"/>
                <a:gd name="T84" fmla="*/ 552 w 1188"/>
                <a:gd name="T85" fmla="*/ 373 h 1218"/>
                <a:gd name="T86" fmla="*/ 443 w 1188"/>
                <a:gd name="T87" fmla="*/ 573 h 1218"/>
                <a:gd name="T88" fmla="*/ 818 w 1188"/>
                <a:gd name="T89" fmla="*/ 574 h 1218"/>
                <a:gd name="T90" fmla="*/ 818 w 1188"/>
                <a:gd name="T91" fmla="*/ 574 h 1218"/>
                <a:gd name="T92" fmla="*/ 467 w 1188"/>
                <a:gd name="T93" fmla="*/ 780 h 1218"/>
                <a:gd name="T94" fmla="*/ 747 w 1188"/>
                <a:gd name="T95" fmla="*/ 615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88" h="1218">
                  <a:moveTo>
                    <a:pt x="232" y="149"/>
                  </a:moveTo>
                  <a:cubicBezTo>
                    <a:pt x="245" y="153"/>
                    <a:pt x="257" y="156"/>
                    <a:pt x="269" y="160"/>
                  </a:cubicBezTo>
                  <a:cubicBezTo>
                    <a:pt x="276" y="163"/>
                    <a:pt x="281" y="164"/>
                    <a:pt x="288" y="159"/>
                  </a:cubicBezTo>
                  <a:cubicBezTo>
                    <a:pt x="352" y="114"/>
                    <a:pt x="424" y="84"/>
                    <a:pt x="502" y="70"/>
                  </a:cubicBezTo>
                  <a:cubicBezTo>
                    <a:pt x="510" y="69"/>
                    <a:pt x="514" y="65"/>
                    <a:pt x="517" y="57"/>
                  </a:cubicBezTo>
                  <a:cubicBezTo>
                    <a:pt x="528" y="23"/>
                    <a:pt x="558" y="1"/>
                    <a:pt x="593" y="0"/>
                  </a:cubicBezTo>
                  <a:cubicBezTo>
                    <a:pt x="629" y="0"/>
                    <a:pt x="660" y="22"/>
                    <a:pt x="671" y="57"/>
                  </a:cubicBezTo>
                  <a:cubicBezTo>
                    <a:pt x="674" y="66"/>
                    <a:pt x="679" y="69"/>
                    <a:pt x="687" y="70"/>
                  </a:cubicBezTo>
                  <a:cubicBezTo>
                    <a:pt x="764" y="83"/>
                    <a:pt x="834" y="113"/>
                    <a:pt x="898" y="158"/>
                  </a:cubicBezTo>
                  <a:cubicBezTo>
                    <a:pt x="905" y="163"/>
                    <a:pt x="911" y="164"/>
                    <a:pt x="919" y="160"/>
                  </a:cubicBezTo>
                  <a:cubicBezTo>
                    <a:pt x="951" y="143"/>
                    <a:pt x="989" y="149"/>
                    <a:pt x="1014" y="175"/>
                  </a:cubicBezTo>
                  <a:cubicBezTo>
                    <a:pt x="1039" y="200"/>
                    <a:pt x="1045" y="237"/>
                    <a:pt x="1029" y="269"/>
                  </a:cubicBezTo>
                  <a:cubicBezTo>
                    <a:pt x="1025" y="277"/>
                    <a:pt x="1024" y="282"/>
                    <a:pt x="1030" y="289"/>
                  </a:cubicBezTo>
                  <a:cubicBezTo>
                    <a:pt x="1075" y="353"/>
                    <a:pt x="1104" y="424"/>
                    <a:pt x="1118" y="501"/>
                  </a:cubicBezTo>
                  <a:cubicBezTo>
                    <a:pt x="1120" y="510"/>
                    <a:pt x="1122" y="514"/>
                    <a:pt x="1131" y="517"/>
                  </a:cubicBezTo>
                  <a:cubicBezTo>
                    <a:pt x="1166" y="528"/>
                    <a:pt x="1188" y="559"/>
                    <a:pt x="1188" y="594"/>
                  </a:cubicBezTo>
                  <a:cubicBezTo>
                    <a:pt x="1188" y="630"/>
                    <a:pt x="1166" y="659"/>
                    <a:pt x="1131" y="672"/>
                  </a:cubicBezTo>
                  <a:cubicBezTo>
                    <a:pt x="1126" y="674"/>
                    <a:pt x="1120" y="680"/>
                    <a:pt x="1119" y="684"/>
                  </a:cubicBezTo>
                  <a:cubicBezTo>
                    <a:pt x="1105" y="763"/>
                    <a:pt x="1075" y="836"/>
                    <a:pt x="1029" y="901"/>
                  </a:cubicBezTo>
                  <a:cubicBezTo>
                    <a:pt x="1026" y="905"/>
                    <a:pt x="1026" y="913"/>
                    <a:pt x="1029" y="918"/>
                  </a:cubicBezTo>
                  <a:cubicBezTo>
                    <a:pt x="1045" y="951"/>
                    <a:pt x="1040" y="988"/>
                    <a:pt x="1014" y="1014"/>
                  </a:cubicBezTo>
                  <a:cubicBezTo>
                    <a:pt x="989" y="1039"/>
                    <a:pt x="952" y="1045"/>
                    <a:pt x="918" y="1029"/>
                  </a:cubicBezTo>
                  <a:cubicBezTo>
                    <a:pt x="913" y="1027"/>
                    <a:pt x="905" y="1027"/>
                    <a:pt x="901" y="1030"/>
                  </a:cubicBezTo>
                  <a:cubicBezTo>
                    <a:pt x="835" y="1075"/>
                    <a:pt x="764" y="1105"/>
                    <a:pt x="685" y="1119"/>
                  </a:cubicBezTo>
                  <a:cubicBezTo>
                    <a:pt x="680" y="1120"/>
                    <a:pt x="674" y="1125"/>
                    <a:pt x="672" y="1130"/>
                  </a:cubicBezTo>
                  <a:cubicBezTo>
                    <a:pt x="659" y="1167"/>
                    <a:pt x="630" y="1188"/>
                    <a:pt x="593" y="1188"/>
                  </a:cubicBezTo>
                  <a:cubicBezTo>
                    <a:pt x="557" y="1188"/>
                    <a:pt x="529" y="1166"/>
                    <a:pt x="516" y="1130"/>
                  </a:cubicBezTo>
                  <a:cubicBezTo>
                    <a:pt x="514" y="1125"/>
                    <a:pt x="508" y="1120"/>
                    <a:pt x="503" y="1119"/>
                  </a:cubicBezTo>
                  <a:cubicBezTo>
                    <a:pt x="424" y="1105"/>
                    <a:pt x="353" y="1075"/>
                    <a:pt x="287" y="1030"/>
                  </a:cubicBezTo>
                  <a:cubicBezTo>
                    <a:pt x="283" y="1027"/>
                    <a:pt x="275" y="1027"/>
                    <a:pt x="270" y="1029"/>
                  </a:cubicBezTo>
                  <a:cubicBezTo>
                    <a:pt x="236" y="1045"/>
                    <a:pt x="199" y="1039"/>
                    <a:pt x="174" y="1014"/>
                  </a:cubicBezTo>
                  <a:cubicBezTo>
                    <a:pt x="148" y="988"/>
                    <a:pt x="143" y="952"/>
                    <a:pt x="160" y="917"/>
                  </a:cubicBezTo>
                  <a:cubicBezTo>
                    <a:pt x="162" y="913"/>
                    <a:pt x="162" y="905"/>
                    <a:pt x="159" y="901"/>
                  </a:cubicBezTo>
                  <a:cubicBezTo>
                    <a:pt x="113" y="836"/>
                    <a:pt x="83" y="763"/>
                    <a:pt x="69" y="685"/>
                  </a:cubicBezTo>
                  <a:cubicBezTo>
                    <a:pt x="68" y="680"/>
                    <a:pt x="63" y="675"/>
                    <a:pt x="59" y="673"/>
                  </a:cubicBezTo>
                  <a:cubicBezTo>
                    <a:pt x="22" y="659"/>
                    <a:pt x="0" y="630"/>
                    <a:pt x="0" y="594"/>
                  </a:cubicBezTo>
                  <a:cubicBezTo>
                    <a:pt x="0" y="558"/>
                    <a:pt x="22" y="529"/>
                    <a:pt x="59" y="516"/>
                  </a:cubicBezTo>
                  <a:cubicBezTo>
                    <a:pt x="63" y="514"/>
                    <a:pt x="68" y="509"/>
                    <a:pt x="69" y="504"/>
                  </a:cubicBezTo>
                  <a:cubicBezTo>
                    <a:pt x="83" y="425"/>
                    <a:pt x="113" y="353"/>
                    <a:pt x="159" y="288"/>
                  </a:cubicBezTo>
                  <a:cubicBezTo>
                    <a:pt x="165" y="280"/>
                    <a:pt x="162" y="276"/>
                    <a:pt x="159" y="269"/>
                  </a:cubicBezTo>
                  <a:cubicBezTo>
                    <a:pt x="132" y="214"/>
                    <a:pt x="170" y="152"/>
                    <a:pt x="232" y="149"/>
                  </a:cubicBezTo>
                  <a:close/>
                  <a:moveTo>
                    <a:pt x="109" y="517"/>
                  </a:moveTo>
                  <a:cubicBezTo>
                    <a:pt x="144" y="533"/>
                    <a:pt x="164" y="558"/>
                    <a:pt x="164" y="595"/>
                  </a:cubicBezTo>
                  <a:cubicBezTo>
                    <a:pt x="163" y="633"/>
                    <a:pt x="142" y="657"/>
                    <a:pt x="109" y="672"/>
                  </a:cubicBezTo>
                  <a:cubicBezTo>
                    <a:pt x="121" y="746"/>
                    <a:pt x="148" y="812"/>
                    <a:pt x="189" y="873"/>
                  </a:cubicBezTo>
                  <a:cubicBezTo>
                    <a:pt x="195" y="881"/>
                    <a:pt x="199" y="881"/>
                    <a:pt x="208" y="879"/>
                  </a:cubicBezTo>
                  <a:cubicBezTo>
                    <a:pt x="253" y="865"/>
                    <a:pt x="300" y="889"/>
                    <a:pt x="310" y="934"/>
                  </a:cubicBezTo>
                  <a:cubicBezTo>
                    <a:pt x="314" y="952"/>
                    <a:pt x="311" y="972"/>
                    <a:pt x="311" y="991"/>
                  </a:cubicBezTo>
                  <a:cubicBezTo>
                    <a:pt x="307" y="992"/>
                    <a:pt x="308" y="993"/>
                    <a:pt x="308" y="994"/>
                  </a:cubicBezTo>
                  <a:cubicBezTo>
                    <a:pt x="369" y="1037"/>
                    <a:pt x="435" y="1065"/>
                    <a:pt x="508" y="1078"/>
                  </a:cubicBezTo>
                  <a:cubicBezTo>
                    <a:pt x="512" y="1078"/>
                    <a:pt x="519" y="1074"/>
                    <a:pt x="521" y="1070"/>
                  </a:cubicBezTo>
                  <a:cubicBezTo>
                    <a:pt x="537" y="1041"/>
                    <a:pt x="560" y="1025"/>
                    <a:pt x="593" y="1025"/>
                  </a:cubicBezTo>
                  <a:cubicBezTo>
                    <a:pt x="627" y="1025"/>
                    <a:pt x="652" y="1041"/>
                    <a:pt x="667" y="1070"/>
                  </a:cubicBezTo>
                  <a:cubicBezTo>
                    <a:pt x="670" y="1077"/>
                    <a:pt x="674" y="1080"/>
                    <a:pt x="682" y="1078"/>
                  </a:cubicBezTo>
                  <a:cubicBezTo>
                    <a:pt x="715" y="1068"/>
                    <a:pt x="749" y="1060"/>
                    <a:pt x="782" y="1048"/>
                  </a:cubicBezTo>
                  <a:cubicBezTo>
                    <a:pt x="818" y="1034"/>
                    <a:pt x="851" y="1015"/>
                    <a:pt x="882" y="992"/>
                  </a:cubicBezTo>
                  <a:cubicBezTo>
                    <a:pt x="869" y="958"/>
                    <a:pt x="872" y="927"/>
                    <a:pt x="897" y="901"/>
                  </a:cubicBezTo>
                  <a:cubicBezTo>
                    <a:pt x="921" y="875"/>
                    <a:pt x="951" y="869"/>
                    <a:pt x="985" y="880"/>
                  </a:cubicBezTo>
                  <a:cubicBezTo>
                    <a:pt x="988" y="881"/>
                    <a:pt x="994" y="878"/>
                    <a:pt x="996" y="875"/>
                  </a:cubicBezTo>
                  <a:cubicBezTo>
                    <a:pt x="1005" y="864"/>
                    <a:pt x="1013" y="851"/>
                    <a:pt x="1020" y="839"/>
                  </a:cubicBezTo>
                  <a:cubicBezTo>
                    <a:pt x="1050" y="787"/>
                    <a:pt x="1070" y="731"/>
                    <a:pt x="1079" y="673"/>
                  </a:cubicBezTo>
                  <a:cubicBezTo>
                    <a:pt x="1005" y="629"/>
                    <a:pt x="1005" y="563"/>
                    <a:pt x="1079" y="515"/>
                  </a:cubicBezTo>
                  <a:cubicBezTo>
                    <a:pt x="1066" y="439"/>
                    <a:pt x="1038" y="370"/>
                    <a:pt x="992" y="307"/>
                  </a:cubicBezTo>
                  <a:cubicBezTo>
                    <a:pt x="922" y="336"/>
                    <a:pt x="852" y="273"/>
                    <a:pt x="881" y="196"/>
                  </a:cubicBezTo>
                  <a:cubicBezTo>
                    <a:pt x="821" y="152"/>
                    <a:pt x="753" y="124"/>
                    <a:pt x="680" y="111"/>
                  </a:cubicBezTo>
                  <a:cubicBezTo>
                    <a:pt x="676" y="110"/>
                    <a:pt x="670" y="113"/>
                    <a:pt x="668" y="117"/>
                  </a:cubicBezTo>
                  <a:cubicBezTo>
                    <a:pt x="638" y="180"/>
                    <a:pt x="550" y="180"/>
                    <a:pt x="520" y="117"/>
                  </a:cubicBezTo>
                  <a:cubicBezTo>
                    <a:pt x="518" y="114"/>
                    <a:pt x="512" y="110"/>
                    <a:pt x="509" y="111"/>
                  </a:cubicBezTo>
                  <a:cubicBezTo>
                    <a:pt x="435" y="124"/>
                    <a:pt x="367" y="152"/>
                    <a:pt x="306" y="197"/>
                  </a:cubicBezTo>
                  <a:cubicBezTo>
                    <a:pt x="319" y="231"/>
                    <a:pt x="316" y="263"/>
                    <a:pt x="290" y="290"/>
                  </a:cubicBezTo>
                  <a:cubicBezTo>
                    <a:pt x="263" y="317"/>
                    <a:pt x="231" y="320"/>
                    <a:pt x="196" y="306"/>
                  </a:cubicBezTo>
                  <a:cubicBezTo>
                    <a:pt x="150" y="370"/>
                    <a:pt x="121" y="440"/>
                    <a:pt x="109" y="517"/>
                  </a:cubicBezTo>
                  <a:close/>
                  <a:moveTo>
                    <a:pt x="594" y="41"/>
                  </a:moveTo>
                  <a:cubicBezTo>
                    <a:pt x="571" y="42"/>
                    <a:pt x="553" y="61"/>
                    <a:pt x="553" y="83"/>
                  </a:cubicBezTo>
                  <a:cubicBezTo>
                    <a:pt x="554" y="106"/>
                    <a:pt x="572" y="123"/>
                    <a:pt x="595" y="123"/>
                  </a:cubicBezTo>
                  <a:cubicBezTo>
                    <a:pt x="617" y="122"/>
                    <a:pt x="635" y="104"/>
                    <a:pt x="635" y="82"/>
                  </a:cubicBezTo>
                  <a:cubicBezTo>
                    <a:pt x="635" y="60"/>
                    <a:pt x="616" y="41"/>
                    <a:pt x="594" y="41"/>
                  </a:cubicBezTo>
                  <a:close/>
                  <a:moveTo>
                    <a:pt x="232" y="273"/>
                  </a:moveTo>
                  <a:cubicBezTo>
                    <a:pt x="255" y="273"/>
                    <a:pt x="273" y="254"/>
                    <a:pt x="273" y="231"/>
                  </a:cubicBezTo>
                  <a:cubicBezTo>
                    <a:pt x="272" y="210"/>
                    <a:pt x="254" y="191"/>
                    <a:pt x="232" y="191"/>
                  </a:cubicBezTo>
                  <a:cubicBezTo>
                    <a:pt x="210" y="191"/>
                    <a:pt x="191" y="210"/>
                    <a:pt x="191" y="232"/>
                  </a:cubicBezTo>
                  <a:cubicBezTo>
                    <a:pt x="191" y="255"/>
                    <a:pt x="209" y="273"/>
                    <a:pt x="232" y="273"/>
                  </a:cubicBezTo>
                  <a:close/>
                  <a:moveTo>
                    <a:pt x="83" y="635"/>
                  </a:moveTo>
                  <a:cubicBezTo>
                    <a:pt x="105" y="635"/>
                    <a:pt x="123" y="616"/>
                    <a:pt x="123" y="593"/>
                  </a:cubicBezTo>
                  <a:cubicBezTo>
                    <a:pt x="122" y="571"/>
                    <a:pt x="104" y="553"/>
                    <a:pt x="81" y="554"/>
                  </a:cubicBezTo>
                  <a:cubicBezTo>
                    <a:pt x="58" y="554"/>
                    <a:pt x="41" y="572"/>
                    <a:pt x="41" y="595"/>
                  </a:cubicBezTo>
                  <a:cubicBezTo>
                    <a:pt x="42" y="617"/>
                    <a:pt x="60" y="635"/>
                    <a:pt x="83" y="635"/>
                  </a:cubicBezTo>
                  <a:close/>
                  <a:moveTo>
                    <a:pt x="1147" y="595"/>
                  </a:moveTo>
                  <a:cubicBezTo>
                    <a:pt x="1147" y="572"/>
                    <a:pt x="1129" y="554"/>
                    <a:pt x="1106" y="554"/>
                  </a:cubicBezTo>
                  <a:cubicBezTo>
                    <a:pt x="1083" y="554"/>
                    <a:pt x="1065" y="572"/>
                    <a:pt x="1065" y="595"/>
                  </a:cubicBezTo>
                  <a:cubicBezTo>
                    <a:pt x="1065" y="616"/>
                    <a:pt x="1083" y="635"/>
                    <a:pt x="1105" y="635"/>
                  </a:cubicBezTo>
                  <a:cubicBezTo>
                    <a:pt x="1128" y="635"/>
                    <a:pt x="1146" y="618"/>
                    <a:pt x="1147" y="595"/>
                  </a:cubicBezTo>
                  <a:close/>
                  <a:moveTo>
                    <a:pt x="955" y="272"/>
                  </a:moveTo>
                  <a:cubicBezTo>
                    <a:pt x="979" y="273"/>
                    <a:pt x="997" y="255"/>
                    <a:pt x="997" y="232"/>
                  </a:cubicBezTo>
                  <a:cubicBezTo>
                    <a:pt x="997" y="210"/>
                    <a:pt x="978" y="191"/>
                    <a:pt x="956" y="191"/>
                  </a:cubicBezTo>
                  <a:cubicBezTo>
                    <a:pt x="934" y="191"/>
                    <a:pt x="916" y="210"/>
                    <a:pt x="915" y="231"/>
                  </a:cubicBezTo>
                  <a:cubicBezTo>
                    <a:pt x="915" y="254"/>
                    <a:pt x="932" y="272"/>
                    <a:pt x="955" y="272"/>
                  </a:cubicBezTo>
                  <a:close/>
                  <a:moveTo>
                    <a:pt x="635" y="1106"/>
                  </a:moveTo>
                  <a:cubicBezTo>
                    <a:pt x="634" y="1083"/>
                    <a:pt x="616" y="1065"/>
                    <a:pt x="593" y="1066"/>
                  </a:cubicBezTo>
                  <a:cubicBezTo>
                    <a:pt x="571" y="1066"/>
                    <a:pt x="553" y="1084"/>
                    <a:pt x="553" y="1106"/>
                  </a:cubicBezTo>
                  <a:cubicBezTo>
                    <a:pt x="553" y="1128"/>
                    <a:pt x="572" y="1147"/>
                    <a:pt x="594" y="1147"/>
                  </a:cubicBezTo>
                  <a:cubicBezTo>
                    <a:pt x="617" y="1147"/>
                    <a:pt x="635" y="1128"/>
                    <a:pt x="635" y="1106"/>
                  </a:cubicBezTo>
                  <a:close/>
                  <a:moveTo>
                    <a:pt x="231" y="916"/>
                  </a:moveTo>
                  <a:cubicBezTo>
                    <a:pt x="208" y="916"/>
                    <a:pt x="191" y="934"/>
                    <a:pt x="191" y="957"/>
                  </a:cubicBezTo>
                  <a:cubicBezTo>
                    <a:pt x="192" y="980"/>
                    <a:pt x="210" y="997"/>
                    <a:pt x="232" y="997"/>
                  </a:cubicBezTo>
                  <a:cubicBezTo>
                    <a:pt x="255" y="997"/>
                    <a:pt x="273" y="978"/>
                    <a:pt x="273" y="956"/>
                  </a:cubicBezTo>
                  <a:cubicBezTo>
                    <a:pt x="273" y="933"/>
                    <a:pt x="254" y="915"/>
                    <a:pt x="231" y="916"/>
                  </a:cubicBezTo>
                  <a:close/>
                  <a:moveTo>
                    <a:pt x="956" y="997"/>
                  </a:moveTo>
                  <a:cubicBezTo>
                    <a:pt x="979" y="997"/>
                    <a:pt x="997" y="979"/>
                    <a:pt x="997" y="956"/>
                  </a:cubicBezTo>
                  <a:cubicBezTo>
                    <a:pt x="996" y="934"/>
                    <a:pt x="979" y="916"/>
                    <a:pt x="957" y="916"/>
                  </a:cubicBezTo>
                  <a:cubicBezTo>
                    <a:pt x="934" y="915"/>
                    <a:pt x="915" y="933"/>
                    <a:pt x="915" y="956"/>
                  </a:cubicBezTo>
                  <a:cubicBezTo>
                    <a:pt x="915" y="979"/>
                    <a:pt x="933" y="997"/>
                    <a:pt x="956" y="997"/>
                  </a:cubicBezTo>
                  <a:close/>
                  <a:moveTo>
                    <a:pt x="1116" y="1135"/>
                  </a:moveTo>
                  <a:cubicBezTo>
                    <a:pt x="1125" y="1126"/>
                    <a:pt x="1125" y="1113"/>
                    <a:pt x="1116" y="1105"/>
                  </a:cubicBezTo>
                  <a:cubicBezTo>
                    <a:pt x="1106" y="1097"/>
                    <a:pt x="1096" y="1098"/>
                    <a:pt x="1087" y="1107"/>
                  </a:cubicBezTo>
                  <a:cubicBezTo>
                    <a:pt x="1080" y="1114"/>
                    <a:pt x="1073" y="1121"/>
                    <a:pt x="1065" y="1130"/>
                  </a:cubicBezTo>
                  <a:cubicBezTo>
                    <a:pt x="1056" y="1121"/>
                    <a:pt x="1050" y="1114"/>
                    <a:pt x="1043" y="1107"/>
                  </a:cubicBezTo>
                  <a:cubicBezTo>
                    <a:pt x="1034" y="1098"/>
                    <a:pt x="1024" y="1097"/>
                    <a:pt x="1014" y="1105"/>
                  </a:cubicBezTo>
                  <a:cubicBezTo>
                    <a:pt x="1005" y="1113"/>
                    <a:pt x="1005" y="1126"/>
                    <a:pt x="1014" y="1136"/>
                  </a:cubicBezTo>
                  <a:cubicBezTo>
                    <a:pt x="1021" y="1143"/>
                    <a:pt x="1030" y="1148"/>
                    <a:pt x="1039" y="1156"/>
                  </a:cubicBezTo>
                  <a:cubicBezTo>
                    <a:pt x="1029" y="1166"/>
                    <a:pt x="1021" y="1172"/>
                    <a:pt x="1014" y="1179"/>
                  </a:cubicBezTo>
                  <a:cubicBezTo>
                    <a:pt x="1005" y="1188"/>
                    <a:pt x="1004" y="1199"/>
                    <a:pt x="1013" y="1209"/>
                  </a:cubicBezTo>
                  <a:cubicBezTo>
                    <a:pt x="1021" y="1218"/>
                    <a:pt x="1033" y="1218"/>
                    <a:pt x="1043" y="1208"/>
                  </a:cubicBezTo>
                  <a:cubicBezTo>
                    <a:pt x="1050" y="1201"/>
                    <a:pt x="1056" y="1193"/>
                    <a:pt x="1064" y="1183"/>
                  </a:cubicBezTo>
                  <a:cubicBezTo>
                    <a:pt x="1074" y="1194"/>
                    <a:pt x="1080" y="1201"/>
                    <a:pt x="1087" y="1208"/>
                  </a:cubicBezTo>
                  <a:cubicBezTo>
                    <a:pt x="1096" y="1217"/>
                    <a:pt x="1106" y="1218"/>
                    <a:pt x="1116" y="1210"/>
                  </a:cubicBezTo>
                  <a:cubicBezTo>
                    <a:pt x="1125" y="1202"/>
                    <a:pt x="1125" y="1189"/>
                    <a:pt x="1116" y="1179"/>
                  </a:cubicBezTo>
                  <a:cubicBezTo>
                    <a:pt x="1109" y="1172"/>
                    <a:pt x="1101" y="1167"/>
                    <a:pt x="1090" y="1157"/>
                  </a:cubicBezTo>
                  <a:cubicBezTo>
                    <a:pt x="1100" y="1148"/>
                    <a:pt x="1109" y="1143"/>
                    <a:pt x="1116" y="1135"/>
                  </a:cubicBezTo>
                  <a:close/>
                  <a:moveTo>
                    <a:pt x="174" y="70"/>
                  </a:moveTo>
                  <a:cubicBezTo>
                    <a:pt x="162" y="69"/>
                    <a:pt x="151" y="80"/>
                    <a:pt x="151" y="92"/>
                  </a:cubicBezTo>
                  <a:cubicBezTo>
                    <a:pt x="151" y="105"/>
                    <a:pt x="162" y="116"/>
                    <a:pt x="175" y="116"/>
                  </a:cubicBezTo>
                  <a:cubicBezTo>
                    <a:pt x="187" y="115"/>
                    <a:pt x="197" y="105"/>
                    <a:pt x="197" y="92"/>
                  </a:cubicBezTo>
                  <a:cubicBezTo>
                    <a:pt x="197" y="80"/>
                    <a:pt x="187" y="70"/>
                    <a:pt x="174" y="70"/>
                  </a:cubicBezTo>
                  <a:close/>
                  <a:moveTo>
                    <a:pt x="184" y="595"/>
                  </a:moveTo>
                  <a:cubicBezTo>
                    <a:pt x="184" y="369"/>
                    <a:pt x="368" y="185"/>
                    <a:pt x="593" y="185"/>
                  </a:cubicBezTo>
                  <a:cubicBezTo>
                    <a:pt x="820" y="185"/>
                    <a:pt x="1004" y="369"/>
                    <a:pt x="1004" y="595"/>
                  </a:cubicBezTo>
                  <a:cubicBezTo>
                    <a:pt x="1003" y="820"/>
                    <a:pt x="820" y="1003"/>
                    <a:pt x="595" y="1004"/>
                  </a:cubicBezTo>
                  <a:cubicBezTo>
                    <a:pt x="369" y="1004"/>
                    <a:pt x="185" y="821"/>
                    <a:pt x="184" y="595"/>
                  </a:cubicBezTo>
                  <a:close/>
                  <a:moveTo>
                    <a:pt x="595" y="226"/>
                  </a:moveTo>
                  <a:cubicBezTo>
                    <a:pt x="392" y="225"/>
                    <a:pt x="226" y="390"/>
                    <a:pt x="225" y="593"/>
                  </a:cubicBezTo>
                  <a:cubicBezTo>
                    <a:pt x="224" y="796"/>
                    <a:pt x="390" y="962"/>
                    <a:pt x="593" y="963"/>
                  </a:cubicBezTo>
                  <a:cubicBezTo>
                    <a:pt x="796" y="963"/>
                    <a:pt x="962" y="799"/>
                    <a:pt x="963" y="596"/>
                  </a:cubicBezTo>
                  <a:cubicBezTo>
                    <a:pt x="964" y="392"/>
                    <a:pt x="799" y="227"/>
                    <a:pt x="595" y="226"/>
                  </a:cubicBezTo>
                  <a:close/>
                  <a:moveTo>
                    <a:pt x="594" y="328"/>
                  </a:moveTo>
                  <a:cubicBezTo>
                    <a:pt x="741" y="328"/>
                    <a:pt x="860" y="448"/>
                    <a:pt x="860" y="594"/>
                  </a:cubicBezTo>
                  <a:cubicBezTo>
                    <a:pt x="860" y="741"/>
                    <a:pt x="741" y="860"/>
                    <a:pt x="594" y="860"/>
                  </a:cubicBezTo>
                  <a:cubicBezTo>
                    <a:pt x="447" y="860"/>
                    <a:pt x="328" y="741"/>
                    <a:pt x="328" y="594"/>
                  </a:cubicBezTo>
                  <a:cubicBezTo>
                    <a:pt x="327" y="448"/>
                    <a:pt x="447" y="328"/>
                    <a:pt x="594" y="328"/>
                  </a:cubicBezTo>
                  <a:close/>
                  <a:moveTo>
                    <a:pt x="616" y="819"/>
                  </a:moveTo>
                  <a:cubicBezTo>
                    <a:pt x="628" y="817"/>
                    <a:pt x="639" y="814"/>
                    <a:pt x="651" y="812"/>
                  </a:cubicBezTo>
                  <a:cubicBezTo>
                    <a:pt x="661" y="810"/>
                    <a:pt x="667" y="806"/>
                    <a:pt x="670" y="795"/>
                  </a:cubicBezTo>
                  <a:cubicBezTo>
                    <a:pt x="679" y="755"/>
                    <a:pt x="690" y="715"/>
                    <a:pt x="698" y="674"/>
                  </a:cubicBezTo>
                  <a:cubicBezTo>
                    <a:pt x="702" y="655"/>
                    <a:pt x="701" y="635"/>
                    <a:pt x="703" y="615"/>
                  </a:cubicBezTo>
                  <a:cubicBezTo>
                    <a:pt x="672" y="615"/>
                    <a:pt x="644" y="615"/>
                    <a:pt x="616" y="615"/>
                  </a:cubicBezTo>
                  <a:cubicBezTo>
                    <a:pt x="616" y="683"/>
                    <a:pt x="616" y="750"/>
                    <a:pt x="616" y="819"/>
                  </a:cubicBezTo>
                  <a:close/>
                  <a:moveTo>
                    <a:pt x="573" y="819"/>
                  </a:moveTo>
                  <a:cubicBezTo>
                    <a:pt x="573" y="750"/>
                    <a:pt x="573" y="683"/>
                    <a:pt x="573" y="616"/>
                  </a:cubicBezTo>
                  <a:cubicBezTo>
                    <a:pt x="543" y="616"/>
                    <a:pt x="516" y="616"/>
                    <a:pt x="487" y="616"/>
                  </a:cubicBezTo>
                  <a:cubicBezTo>
                    <a:pt x="488" y="681"/>
                    <a:pt x="500" y="744"/>
                    <a:pt x="523" y="804"/>
                  </a:cubicBezTo>
                  <a:cubicBezTo>
                    <a:pt x="524" y="807"/>
                    <a:pt x="528" y="809"/>
                    <a:pt x="532" y="810"/>
                  </a:cubicBezTo>
                  <a:cubicBezTo>
                    <a:pt x="545" y="814"/>
                    <a:pt x="558" y="816"/>
                    <a:pt x="573" y="819"/>
                  </a:cubicBezTo>
                  <a:close/>
                  <a:moveTo>
                    <a:pt x="701" y="573"/>
                  </a:moveTo>
                  <a:cubicBezTo>
                    <a:pt x="697" y="507"/>
                    <a:pt x="683" y="446"/>
                    <a:pt x="662" y="386"/>
                  </a:cubicBezTo>
                  <a:cubicBezTo>
                    <a:pt x="661" y="383"/>
                    <a:pt x="658" y="379"/>
                    <a:pt x="655" y="378"/>
                  </a:cubicBezTo>
                  <a:cubicBezTo>
                    <a:pt x="642" y="375"/>
                    <a:pt x="629" y="372"/>
                    <a:pt x="616" y="370"/>
                  </a:cubicBezTo>
                  <a:cubicBezTo>
                    <a:pt x="616" y="439"/>
                    <a:pt x="616" y="506"/>
                    <a:pt x="616" y="573"/>
                  </a:cubicBezTo>
                  <a:cubicBezTo>
                    <a:pt x="644" y="573"/>
                    <a:pt x="672" y="573"/>
                    <a:pt x="701" y="573"/>
                  </a:cubicBezTo>
                  <a:close/>
                  <a:moveTo>
                    <a:pt x="485" y="573"/>
                  </a:moveTo>
                  <a:cubicBezTo>
                    <a:pt x="518" y="573"/>
                    <a:pt x="545" y="573"/>
                    <a:pt x="573" y="573"/>
                  </a:cubicBezTo>
                  <a:cubicBezTo>
                    <a:pt x="573" y="505"/>
                    <a:pt x="573" y="438"/>
                    <a:pt x="573" y="370"/>
                  </a:cubicBezTo>
                  <a:cubicBezTo>
                    <a:pt x="565" y="371"/>
                    <a:pt x="559" y="373"/>
                    <a:pt x="552" y="373"/>
                  </a:cubicBezTo>
                  <a:cubicBezTo>
                    <a:pt x="535" y="373"/>
                    <a:pt x="526" y="383"/>
                    <a:pt x="522" y="399"/>
                  </a:cubicBezTo>
                  <a:cubicBezTo>
                    <a:pt x="518" y="416"/>
                    <a:pt x="511" y="432"/>
                    <a:pt x="508" y="448"/>
                  </a:cubicBezTo>
                  <a:cubicBezTo>
                    <a:pt x="500" y="489"/>
                    <a:pt x="493" y="530"/>
                    <a:pt x="485" y="573"/>
                  </a:cubicBezTo>
                  <a:close/>
                  <a:moveTo>
                    <a:pt x="443" y="573"/>
                  </a:moveTo>
                  <a:cubicBezTo>
                    <a:pt x="454" y="516"/>
                    <a:pt x="464" y="460"/>
                    <a:pt x="475" y="403"/>
                  </a:cubicBezTo>
                  <a:cubicBezTo>
                    <a:pt x="414" y="444"/>
                    <a:pt x="378" y="499"/>
                    <a:pt x="370" y="573"/>
                  </a:cubicBezTo>
                  <a:cubicBezTo>
                    <a:pt x="396" y="573"/>
                    <a:pt x="421" y="573"/>
                    <a:pt x="443" y="573"/>
                  </a:cubicBezTo>
                  <a:close/>
                  <a:moveTo>
                    <a:pt x="818" y="574"/>
                  </a:moveTo>
                  <a:cubicBezTo>
                    <a:pt x="809" y="500"/>
                    <a:pt x="774" y="444"/>
                    <a:pt x="717" y="406"/>
                  </a:cubicBezTo>
                  <a:cubicBezTo>
                    <a:pt x="725" y="459"/>
                    <a:pt x="733" y="513"/>
                    <a:pt x="742" y="567"/>
                  </a:cubicBezTo>
                  <a:cubicBezTo>
                    <a:pt x="743" y="569"/>
                    <a:pt x="747" y="574"/>
                    <a:pt x="750" y="574"/>
                  </a:cubicBezTo>
                  <a:cubicBezTo>
                    <a:pt x="772" y="574"/>
                    <a:pt x="794" y="574"/>
                    <a:pt x="818" y="574"/>
                  </a:cubicBezTo>
                  <a:close/>
                  <a:moveTo>
                    <a:pt x="467" y="780"/>
                  </a:moveTo>
                  <a:cubicBezTo>
                    <a:pt x="459" y="726"/>
                    <a:pt x="450" y="671"/>
                    <a:pt x="442" y="615"/>
                  </a:cubicBezTo>
                  <a:cubicBezTo>
                    <a:pt x="420" y="615"/>
                    <a:pt x="396" y="615"/>
                    <a:pt x="370" y="615"/>
                  </a:cubicBezTo>
                  <a:cubicBezTo>
                    <a:pt x="378" y="687"/>
                    <a:pt x="412" y="741"/>
                    <a:pt x="467" y="780"/>
                  </a:cubicBezTo>
                  <a:close/>
                  <a:moveTo>
                    <a:pt x="747" y="615"/>
                  </a:moveTo>
                  <a:cubicBezTo>
                    <a:pt x="739" y="671"/>
                    <a:pt x="731" y="725"/>
                    <a:pt x="722" y="779"/>
                  </a:cubicBezTo>
                  <a:cubicBezTo>
                    <a:pt x="778" y="739"/>
                    <a:pt x="810" y="685"/>
                    <a:pt x="818" y="615"/>
                  </a:cubicBezTo>
                  <a:cubicBezTo>
                    <a:pt x="793" y="615"/>
                    <a:pt x="769" y="615"/>
                    <a:pt x="747" y="615"/>
                  </a:cubicBezTo>
                  <a:close/>
                </a:path>
              </a:pathLst>
            </a:custGeom>
            <a:solidFill>
              <a:srgbClr val="BD9EE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1D819CA-D3F2-0228-D137-92CAEB8FDF9D}"/>
              </a:ext>
            </a:extLst>
          </p:cNvPr>
          <p:cNvGrpSpPr/>
          <p:nvPr/>
        </p:nvGrpSpPr>
        <p:grpSpPr>
          <a:xfrm>
            <a:off x="1115540" y="4036707"/>
            <a:ext cx="971388" cy="443890"/>
            <a:chOff x="1115540" y="5259378"/>
            <a:chExt cx="971388" cy="44389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D863B75-BA46-8736-CE19-EC4150429517}"/>
                </a:ext>
              </a:extLst>
            </p:cNvPr>
            <p:cNvSpPr/>
            <p:nvPr/>
          </p:nvSpPr>
          <p:spPr bwMode="auto">
            <a:xfrm>
              <a:off x="1643038" y="5259378"/>
              <a:ext cx="443890" cy="443890"/>
            </a:xfrm>
            <a:prstGeom prst="ellipse">
              <a:avLst/>
            </a:prstGeom>
            <a:solidFill>
              <a:schemeClr val="bg1"/>
            </a:solidFill>
            <a:ln w="6350" cmpd="sng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E61B02E-F49E-F9BE-50F6-C627F5A31410}"/>
                </a:ext>
              </a:extLst>
            </p:cNvPr>
            <p:cNvGrpSpPr/>
            <p:nvPr/>
          </p:nvGrpSpPr>
          <p:grpSpPr>
            <a:xfrm>
              <a:off x="1115540" y="5418923"/>
              <a:ext cx="149058" cy="149058"/>
              <a:chOff x="566900" y="1277957"/>
              <a:chExt cx="149058" cy="149058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317CC8C-736D-FA7B-715C-CB8A3EE6DE89}"/>
                  </a:ext>
                </a:extLst>
              </p:cNvPr>
              <p:cNvSpPr/>
              <p:nvPr/>
            </p:nvSpPr>
            <p:spPr bwMode="auto">
              <a:xfrm>
                <a:off x="566900" y="1277957"/>
                <a:ext cx="149058" cy="149058"/>
              </a:xfrm>
              <a:prstGeom prst="ellipse">
                <a:avLst/>
              </a:prstGeom>
              <a:solidFill>
                <a:srgbClr val="BD9EEF"/>
              </a:solidFill>
              <a:ln w="6350" cmpd="sng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7011581-3AD0-89BA-854F-EBA581A89278}"/>
                  </a:ext>
                </a:extLst>
              </p:cNvPr>
              <p:cNvSpPr/>
              <p:nvPr/>
            </p:nvSpPr>
            <p:spPr bwMode="auto">
              <a:xfrm>
                <a:off x="614847" y="1325904"/>
                <a:ext cx="53164" cy="53164"/>
              </a:xfrm>
              <a:prstGeom prst="ellipse">
                <a:avLst/>
              </a:prstGeom>
              <a:solidFill>
                <a:srgbClr val="644BE3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142CCA9-B709-7392-154B-9B6331D1B5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64598" y="5493452"/>
              <a:ext cx="327205" cy="0"/>
            </a:xfrm>
            <a:prstGeom prst="line">
              <a:avLst/>
            </a:prstGeom>
            <a:noFill/>
            <a:ln w="9525" cap="rnd" cmpd="sng" algn="ctr">
              <a:gradFill flip="none" rotWithShape="1">
                <a:gsLst>
                  <a:gs pos="20000">
                    <a:srgbClr val="644BE3"/>
                  </a:gs>
                  <a:gs pos="84000">
                    <a:srgbClr val="4FB7F6">
                      <a:alpha val="0"/>
                    </a:srgbClr>
                  </a:gs>
                </a:gsLst>
                <a:lin ang="0" scaled="1"/>
                <a:tileRect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8" name="Group 479">
              <a:extLst>
                <a:ext uri="{FF2B5EF4-FFF2-40B4-BE49-F238E27FC236}">
                  <a16:creationId xmlns:a16="http://schemas.microsoft.com/office/drawing/2014/main" id="{937C2A52-654E-6BB3-F08B-E9CD98B166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53967" y="5272041"/>
              <a:ext cx="216276" cy="418564"/>
              <a:chOff x="3806" y="835"/>
              <a:chExt cx="1531" cy="2963"/>
            </a:xfrm>
            <a:solidFill>
              <a:srgbClr val="BD9EEF"/>
            </a:solidFill>
          </p:grpSpPr>
          <p:sp>
            <p:nvSpPr>
              <p:cNvPr id="39" name="Freeform 481">
                <a:extLst>
                  <a:ext uri="{FF2B5EF4-FFF2-40B4-BE49-F238E27FC236}">
                    <a16:creationId xmlns:a16="http://schemas.microsoft.com/office/drawing/2014/main" id="{2B751764-F4DA-5EFC-F0F6-449A0BA2FF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0" y="1295"/>
                <a:ext cx="403" cy="403"/>
              </a:xfrm>
              <a:custGeom>
                <a:avLst/>
                <a:gdLst>
                  <a:gd name="T0" fmla="*/ 355 w 806"/>
                  <a:gd name="T1" fmla="*/ 198 h 806"/>
                  <a:gd name="T2" fmla="*/ 270 w 806"/>
                  <a:gd name="T3" fmla="*/ 240 h 806"/>
                  <a:gd name="T4" fmla="*/ 212 w 806"/>
                  <a:gd name="T5" fmla="*/ 310 h 806"/>
                  <a:gd name="T6" fmla="*/ 191 w 806"/>
                  <a:gd name="T7" fmla="*/ 404 h 806"/>
                  <a:gd name="T8" fmla="*/ 212 w 806"/>
                  <a:gd name="T9" fmla="*/ 496 h 806"/>
                  <a:gd name="T10" fmla="*/ 270 w 806"/>
                  <a:gd name="T11" fmla="*/ 568 h 806"/>
                  <a:gd name="T12" fmla="*/ 355 w 806"/>
                  <a:gd name="T13" fmla="*/ 609 h 806"/>
                  <a:gd name="T14" fmla="*/ 451 w 806"/>
                  <a:gd name="T15" fmla="*/ 609 h 806"/>
                  <a:gd name="T16" fmla="*/ 535 w 806"/>
                  <a:gd name="T17" fmla="*/ 568 h 806"/>
                  <a:gd name="T18" fmla="*/ 593 w 806"/>
                  <a:gd name="T19" fmla="*/ 496 h 806"/>
                  <a:gd name="T20" fmla="*/ 615 w 806"/>
                  <a:gd name="T21" fmla="*/ 404 h 806"/>
                  <a:gd name="T22" fmla="*/ 593 w 806"/>
                  <a:gd name="T23" fmla="*/ 310 h 806"/>
                  <a:gd name="T24" fmla="*/ 535 w 806"/>
                  <a:gd name="T25" fmla="*/ 240 h 806"/>
                  <a:gd name="T26" fmla="*/ 451 w 806"/>
                  <a:gd name="T27" fmla="*/ 198 h 806"/>
                  <a:gd name="T28" fmla="*/ 402 w 806"/>
                  <a:gd name="T29" fmla="*/ 0 h 806"/>
                  <a:gd name="T30" fmla="*/ 530 w 806"/>
                  <a:gd name="T31" fmla="*/ 21 h 806"/>
                  <a:gd name="T32" fmla="*/ 640 w 806"/>
                  <a:gd name="T33" fmla="*/ 77 h 806"/>
                  <a:gd name="T34" fmla="*/ 728 w 806"/>
                  <a:gd name="T35" fmla="*/ 166 h 806"/>
                  <a:gd name="T36" fmla="*/ 786 w 806"/>
                  <a:gd name="T37" fmla="*/ 276 h 806"/>
                  <a:gd name="T38" fmla="*/ 806 w 806"/>
                  <a:gd name="T39" fmla="*/ 404 h 806"/>
                  <a:gd name="T40" fmla="*/ 786 w 806"/>
                  <a:gd name="T41" fmla="*/ 530 h 806"/>
                  <a:gd name="T42" fmla="*/ 728 w 806"/>
                  <a:gd name="T43" fmla="*/ 642 h 806"/>
                  <a:gd name="T44" fmla="*/ 640 w 806"/>
                  <a:gd name="T45" fmla="*/ 728 h 806"/>
                  <a:gd name="T46" fmla="*/ 530 w 806"/>
                  <a:gd name="T47" fmla="*/ 786 h 806"/>
                  <a:gd name="T48" fmla="*/ 402 w 806"/>
                  <a:gd name="T49" fmla="*/ 806 h 806"/>
                  <a:gd name="T50" fmla="*/ 276 w 806"/>
                  <a:gd name="T51" fmla="*/ 786 h 806"/>
                  <a:gd name="T52" fmla="*/ 166 w 806"/>
                  <a:gd name="T53" fmla="*/ 728 h 806"/>
                  <a:gd name="T54" fmla="*/ 77 w 806"/>
                  <a:gd name="T55" fmla="*/ 642 h 806"/>
                  <a:gd name="T56" fmla="*/ 19 w 806"/>
                  <a:gd name="T57" fmla="*/ 530 h 806"/>
                  <a:gd name="T58" fmla="*/ 0 w 806"/>
                  <a:gd name="T59" fmla="*/ 404 h 806"/>
                  <a:gd name="T60" fmla="*/ 19 w 806"/>
                  <a:gd name="T61" fmla="*/ 276 h 806"/>
                  <a:gd name="T62" fmla="*/ 77 w 806"/>
                  <a:gd name="T63" fmla="*/ 166 h 806"/>
                  <a:gd name="T64" fmla="*/ 166 w 806"/>
                  <a:gd name="T65" fmla="*/ 77 h 806"/>
                  <a:gd name="T66" fmla="*/ 276 w 806"/>
                  <a:gd name="T67" fmla="*/ 21 h 806"/>
                  <a:gd name="T68" fmla="*/ 402 w 806"/>
                  <a:gd name="T69" fmla="*/ 0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06" h="806">
                    <a:moveTo>
                      <a:pt x="402" y="193"/>
                    </a:moveTo>
                    <a:lnTo>
                      <a:pt x="355" y="198"/>
                    </a:lnTo>
                    <a:lnTo>
                      <a:pt x="310" y="214"/>
                    </a:lnTo>
                    <a:lnTo>
                      <a:pt x="270" y="240"/>
                    </a:lnTo>
                    <a:lnTo>
                      <a:pt x="238" y="272"/>
                    </a:lnTo>
                    <a:lnTo>
                      <a:pt x="212" y="310"/>
                    </a:lnTo>
                    <a:lnTo>
                      <a:pt x="196" y="355"/>
                    </a:lnTo>
                    <a:lnTo>
                      <a:pt x="191" y="404"/>
                    </a:lnTo>
                    <a:lnTo>
                      <a:pt x="196" y="452"/>
                    </a:lnTo>
                    <a:lnTo>
                      <a:pt x="212" y="496"/>
                    </a:lnTo>
                    <a:lnTo>
                      <a:pt x="238" y="535"/>
                    </a:lnTo>
                    <a:lnTo>
                      <a:pt x="270" y="568"/>
                    </a:lnTo>
                    <a:lnTo>
                      <a:pt x="310" y="593"/>
                    </a:lnTo>
                    <a:lnTo>
                      <a:pt x="355" y="609"/>
                    </a:lnTo>
                    <a:lnTo>
                      <a:pt x="402" y="615"/>
                    </a:lnTo>
                    <a:lnTo>
                      <a:pt x="451" y="609"/>
                    </a:lnTo>
                    <a:lnTo>
                      <a:pt x="496" y="593"/>
                    </a:lnTo>
                    <a:lnTo>
                      <a:pt x="535" y="568"/>
                    </a:lnTo>
                    <a:lnTo>
                      <a:pt x="568" y="535"/>
                    </a:lnTo>
                    <a:lnTo>
                      <a:pt x="593" y="496"/>
                    </a:lnTo>
                    <a:lnTo>
                      <a:pt x="608" y="452"/>
                    </a:lnTo>
                    <a:lnTo>
                      <a:pt x="615" y="404"/>
                    </a:lnTo>
                    <a:lnTo>
                      <a:pt x="608" y="355"/>
                    </a:lnTo>
                    <a:lnTo>
                      <a:pt x="593" y="310"/>
                    </a:lnTo>
                    <a:lnTo>
                      <a:pt x="568" y="272"/>
                    </a:lnTo>
                    <a:lnTo>
                      <a:pt x="535" y="240"/>
                    </a:lnTo>
                    <a:lnTo>
                      <a:pt x="496" y="214"/>
                    </a:lnTo>
                    <a:lnTo>
                      <a:pt x="451" y="198"/>
                    </a:lnTo>
                    <a:lnTo>
                      <a:pt x="402" y="193"/>
                    </a:lnTo>
                    <a:close/>
                    <a:moveTo>
                      <a:pt x="402" y="0"/>
                    </a:moveTo>
                    <a:lnTo>
                      <a:pt x="469" y="5"/>
                    </a:lnTo>
                    <a:lnTo>
                      <a:pt x="530" y="21"/>
                    </a:lnTo>
                    <a:lnTo>
                      <a:pt x="588" y="45"/>
                    </a:lnTo>
                    <a:lnTo>
                      <a:pt x="640" y="77"/>
                    </a:lnTo>
                    <a:lnTo>
                      <a:pt x="687" y="119"/>
                    </a:lnTo>
                    <a:lnTo>
                      <a:pt x="728" y="166"/>
                    </a:lnTo>
                    <a:lnTo>
                      <a:pt x="761" y="218"/>
                    </a:lnTo>
                    <a:lnTo>
                      <a:pt x="786" y="276"/>
                    </a:lnTo>
                    <a:lnTo>
                      <a:pt x="801" y="339"/>
                    </a:lnTo>
                    <a:lnTo>
                      <a:pt x="806" y="404"/>
                    </a:lnTo>
                    <a:lnTo>
                      <a:pt x="801" y="469"/>
                    </a:lnTo>
                    <a:lnTo>
                      <a:pt x="786" y="530"/>
                    </a:lnTo>
                    <a:lnTo>
                      <a:pt x="761" y="588"/>
                    </a:lnTo>
                    <a:lnTo>
                      <a:pt x="728" y="642"/>
                    </a:lnTo>
                    <a:lnTo>
                      <a:pt x="687" y="689"/>
                    </a:lnTo>
                    <a:lnTo>
                      <a:pt x="640" y="728"/>
                    </a:lnTo>
                    <a:lnTo>
                      <a:pt x="588" y="761"/>
                    </a:lnTo>
                    <a:lnTo>
                      <a:pt x="530" y="786"/>
                    </a:lnTo>
                    <a:lnTo>
                      <a:pt x="469" y="800"/>
                    </a:lnTo>
                    <a:lnTo>
                      <a:pt x="402" y="806"/>
                    </a:lnTo>
                    <a:lnTo>
                      <a:pt x="337" y="800"/>
                    </a:lnTo>
                    <a:lnTo>
                      <a:pt x="276" y="786"/>
                    </a:lnTo>
                    <a:lnTo>
                      <a:pt x="218" y="761"/>
                    </a:lnTo>
                    <a:lnTo>
                      <a:pt x="166" y="728"/>
                    </a:lnTo>
                    <a:lnTo>
                      <a:pt x="117" y="689"/>
                    </a:lnTo>
                    <a:lnTo>
                      <a:pt x="77" y="642"/>
                    </a:lnTo>
                    <a:lnTo>
                      <a:pt x="45" y="588"/>
                    </a:lnTo>
                    <a:lnTo>
                      <a:pt x="19" y="530"/>
                    </a:lnTo>
                    <a:lnTo>
                      <a:pt x="5" y="469"/>
                    </a:lnTo>
                    <a:lnTo>
                      <a:pt x="0" y="404"/>
                    </a:lnTo>
                    <a:lnTo>
                      <a:pt x="5" y="339"/>
                    </a:lnTo>
                    <a:lnTo>
                      <a:pt x="19" y="276"/>
                    </a:lnTo>
                    <a:lnTo>
                      <a:pt x="45" y="218"/>
                    </a:lnTo>
                    <a:lnTo>
                      <a:pt x="77" y="166"/>
                    </a:lnTo>
                    <a:lnTo>
                      <a:pt x="117" y="119"/>
                    </a:lnTo>
                    <a:lnTo>
                      <a:pt x="166" y="77"/>
                    </a:lnTo>
                    <a:lnTo>
                      <a:pt x="218" y="45"/>
                    </a:lnTo>
                    <a:lnTo>
                      <a:pt x="276" y="21"/>
                    </a:lnTo>
                    <a:lnTo>
                      <a:pt x="337" y="5"/>
                    </a:lnTo>
                    <a:lnTo>
                      <a:pt x="40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" name="Freeform 482">
                <a:extLst>
                  <a:ext uri="{FF2B5EF4-FFF2-40B4-BE49-F238E27FC236}">
                    <a16:creationId xmlns:a16="http://schemas.microsoft.com/office/drawing/2014/main" id="{E293DE14-8CC1-4D46-6B11-E439147E68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06" y="835"/>
                <a:ext cx="1531" cy="2963"/>
              </a:xfrm>
              <a:custGeom>
                <a:avLst/>
                <a:gdLst>
                  <a:gd name="T0" fmla="*/ 1335 w 3061"/>
                  <a:gd name="T1" fmla="*/ 4733 h 5927"/>
                  <a:gd name="T2" fmla="*/ 1396 w 3061"/>
                  <a:gd name="T3" fmla="*/ 5151 h 5927"/>
                  <a:gd name="T4" fmla="*/ 1530 w 3061"/>
                  <a:gd name="T5" fmla="*/ 5606 h 5927"/>
                  <a:gd name="T6" fmla="*/ 1665 w 3061"/>
                  <a:gd name="T7" fmla="*/ 5151 h 5927"/>
                  <a:gd name="T8" fmla="*/ 1727 w 3061"/>
                  <a:gd name="T9" fmla="*/ 4733 h 5927"/>
                  <a:gd name="T10" fmla="*/ 1321 w 3061"/>
                  <a:gd name="T11" fmla="*/ 4493 h 5927"/>
                  <a:gd name="T12" fmla="*/ 1220 w 3061"/>
                  <a:gd name="T13" fmla="*/ 4300 h 5927"/>
                  <a:gd name="T14" fmla="*/ 1844 w 3061"/>
                  <a:gd name="T15" fmla="*/ 4298 h 5927"/>
                  <a:gd name="T16" fmla="*/ 2241 w 3061"/>
                  <a:gd name="T17" fmla="*/ 2806 h 5927"/>
                  <a:gd name="T18" fmla="*/ 2865 w 3061"/>
                  <a:gd name="T19" fmla="*/ 3712 h 5927"/>
                  <a:gd name="T20" fmla="*/ 2773 w 3061"/>
                  <a:gd name="T21" fmla="*/ 3429 h 5927"/>
                  <a:gd name="T22" fmla="*/ 821 w 3061"/>
                  <a:gd name="T23" fmla="*/ 2806 h 5927"/>
                  <a:gd name="T24" fmla="*/ 255 w 3061"/>
                  <a:gd name="T25" fmla="*/ 3495 h 5927"/>
                  <a:gd name="T26" fmla="*/ 193 w 3061"/>
                  <a:gd name="T27" fmla="*/ 3788 h 5927"/>
                  <a:gd name="T28" fmla="*/ 1012 w 3061"/>
                  <a:gd name="T29" fmla="*/ 2036 h 5927"/>
                  <a:gd name="T30" fmla="*/ 1057 w 3061"/>
                  <a:gd name="T31" fmla="*/ 3871 h 5927"/>
                  <a:gd name="T32" fmla="*/ 1975 w 3061"/>
                  <a:gd name="T33" fmla="*/ 3887 h 5927"/>
                  <a:gd name="T34" fmla="*/ 2049 w 3061"/>
                  <a:gd name="T35" fmla="*/ 3782 h 5927"/>
                  <a:gd name="T36" fmla="*/ 1528 w 3061"/>
                  <a:gd name="T37" fmla="*/ 193 h 5927"/>
                  <a:gd name="T38" fmla="*/ 1032 w 3061"/>
                  <a:gd name="T39" fmla="*/ 1050 h 5927"/>
                  <a:gd name="T40" fmla="*/ 2049 w 3061"/>
                  <a:gd name="T41" fmla="*/ 1843 h 5927"/>
                  <a:gd name="T42" fmla="*/ 2006 w 3061"/>
                  <a:gd name="T43" fmla="*/ 985 h 5927"/>
                  <a:gd name="T44" fmla="*/ 1530 w 3061"/>
                  <a:gd name="T45" fmla="*/ 193 h 5927"/>
                  <a:gd name="T46" fmla="*/ 1642 w 3061"/>
                  <a:gd name="T47" fmla="*/ 34 h 5927"/>
                  <a:gd name="T48" fmla="*/ 2140 w 3061"/>
                  <a:gd name="T49" fmla="*/ 822 h 5927"/>
                  <a:gd name="T50" fmla="*/ 2237 w 3061"/>
                  <a:gd name="T51" fmla="*/ 1113 h 5927"/>
                  <a:gd name="T52" fmla="*/ 2888 w 3061"/>
                  <a:gd name="T53" fmla="*/ 3254 h 5927"/>
                  <a:gd name="T54" fmla="*/ 3042 w 3061"/>
                  <a:gd name="T55" fmla="*/ 3598 h 5927"/>
                  <a:gd name="T56" fmla="*/ 3056 w 3061"/>
                  <a:gd name="T57" fmla="*/ 5144 h 5927"/>
                  <a:gd name="T58" fmla="*/ 2964 w 3061"/>
                  <a:gd name="T59" fmla="*/ 5211 h 5927"/>
                  <a:gd name="T60" fmla="*/ 2874 w 3061"/>
                  <a:gd name="T61" fmla="*/ 5144 h 5927"/>
                  <a:gd name="T62" fmla="*/ 2150 w 3061"/>
                  <a:gd name="T63" fmla="*/ 3999 h 5927"/>
                  <a:gd name="T64" fmla="*/ 2037 w 3061"/>
                  <a:gd name="T65" fmla="*/ 4294 h 5927"/>
                  <a:gd name="T66" fmla="*/ 1968 w 3061"/>
                  <a:gd name="T67" fmla="*/ 4446 h 5927"/>
                  <a:gd name="T68" fmla="*/ 1923 w 3061"/>
                  <a:gd name="T69" fmla="*/ 4689 h 5927"/>
                  <a:gd name="T70" fmla="*/ 1873 w 3061"/>
                  <a:gd name="T71" fmla="*/ 5090 h 5927"/>
                  <a:gd name="T72" fmla="*/ 1759 w 3061"/>
                  <a:gd name="T73" fmla="*/ 5544 h 5927"/>
                  <a:gd name="T74" fmla="*/ 1600 w 3061"/>
                  <a:gd name="T75" fmla="*/ 5898 h 5927"/>
                  <a:gd name="T76" fmla="*/ 1505 w 3061"/>
                  <a:gd name="T77" fmla="*/ 5923 h 5927"/>
                  <a:gd name="T78" fmla="*/ 1393 w 3061"/>
                  <a:gd name="T79" fmla="*/ 5770 h 5927"/>
                  <a:gd name="T80" fmla="*/ 1236 w 3061"/>
                  <a:gd name="T81" fmla="*/ 5315 h 5927"/>
                  <a:gd name="T82" fmla="*/ 1158 w 3061"/>
                  <a:gd name="T83" fmla="*/ 4879 h 5927"/>
                  <a:gd name="T84" fmla="*/ 1129 w 3061"/>
                  <a:gd name="T85" fmla="*/ 4533 h 5927"/>
                  <a:gd name="T86" fmla="*/ 1043 w 3061"/>
                  <a:gd name="T87" fmla="*/ 4379 h 5927"/>
                  <a:gd name="T88" fmla="*/ 983 w 3061"/>
                  <a:gd name="T89" fmla="*/ 4051 h 5927"/>
                  <a:gd name="T90" fmla="*/ 193 w 3061"/>
                  <a:gd name="T91" fmla="*/ 4742 h 5927"/>
                  <a:gd name="T92" fmla="*/ 154 w 3061"/>
                  <a:gd name="T93" fmla="*/ 5191 h 5927"/>
                  <a:gd name="T94" fmla="*/ 40 w 3061"/>
                  <a:gd name="T95" fmla="*/ 5191 h 5927"/>
                  <a:gd name="T96" fmla="*/ 0 w 3061"/>
                  <a:gd name="T97" fmla="*/ 3788 h 5927"/>
                  <a:gd name="T98" fmla="*/ 78 w 3061"/>
                  <a:gd name="T99" fmla="*/ 3418 h 5927"/>
                  <a:gd name="T100" fmla="*/ 821 w 3061"/>
                  <a:gd name="T101" fmla="*/ 2518 h 5927"/>
                  <a:gd name="T102" fmla="*/ 857 w 3061"/>
                  <a:gd name="T103" fmla="*/ 961 h 5927"/>
                  <a:gd name="T104" fmla="*/ 1366 w 3061"/>
                  <a:gd name="T105" fmla="*/ 88 h 5927"/>
                  <a:gd name="T106" fmla="*/ 1492 w 3061"/>
                  <a:gd name="T107" fmla="*/ 4 h 5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061" h="5927">
                    <a:moveTo>
                      <a:pt x="1321" y="4493"/>
                    </a:moveTo>
                    <a:lnTo>
                      <a:pt x="1324" y="4563"/>
                    </a:lnTo>
                    <a:lnTo>
                      <a:pt x="1328" y="4643"/>
                    </a:lnTo>
                    <a:lnTo>
                      <a:pt x="1335" y="4733"/>
                    </a:lnTo>
                    <a:lnTo>
                      <a:pt x="1344" y="4828"/>
                    </a:lnTo>
                    <a:lnTo>
                      <a:pt x="1359" y="4931"/>
                    </a:lnTo>
                    <a:lnTo>
                      <a:pt x="1375" y="5039"/>
                    </a:lnTo>
                    <a:lnTo>
                      <a:pt x="1396" y="5151"/>
                    </a:lnTo>
                    <a:lnTo>
                      <a:pt x="1422" y="5265"/>
                    </a:lnTo>
                    <a:lnTo>
                      <a:pt x="1452" y="5380"/>
                    </a:lnTo>
                    <a:lnTo>
                      <a:pt x="1488" y="5494"/>
                    </a:lnTo>
                    <a:lnTo>
                      <a:pt x="1530" y="5606"/>
                    </a:lnTo>
                    <a:lnTo>
                      <a:pt x="1573" y="5494"/>
                    </a:lnTo>
                    <a:lnTo>
                      <a:pt x="1609" y="5380"/>
                    </a:lnTo>
                    <a:lnTo>
                      <a:pt x="1640" y="5265"/>
                    </a:lnTo>
                    <a:lnTo>
                      <a:pt x="1665" y="5151"/>
                    </a:lnTo>
                    <a:lnTo>
                      <a:pt x="1687" y="5039"/>
                    </a:lnTo>
                    <a:lnTo>
                      <a:pt x="1703" y="4931"/>
                    </a:lnTo>
                    <a:lnTo>
                      <a:pt x="1716" y="4828"/>
                    </a:lnTo>
                    <a:lnTo>
                      <a:pt x="1727" y="4733"/>
                    </a:lnTo>
                    <a:lnTo>
                      <a:pt x="1734" y="4643"/>
                    </a:lnTo>
                    <a:lnTo>
                      <a:pt x="1737" y="4563"/>
                    </a:lnTo>
                    <a:lnTo>
                      <a:pt x="1741" y="4493"/>
                    </a:lnTo>
                    <a:lnTo>
                      <a:pt x="1321" y="4493"/>
                    </a:lnTo>
                    <a:close/>
                    <a:moveTo>
                      <a:pt x="1218" y="4083"/>
                    </a:moveTo>
                    <a:lnTo>
                      <a:pt x="1218" y="4294"/>
                    </a:lnTo>
                    <a:lnTo>
                      <a:pt x="1218" y="4298"/>
                    </a:lnTo>
                    <a:lnTo>
                      <a:pt x="1220" y="4300"/>
                    </a:lnTo>
                    <a:lnTo>
                      <a:pt x="1223" y="4302"/>
                    </a:lnTo>
                    <a:lnTo>
                      <a:pt x="1838" y="4302"/>
                    </a:lnTo>
                    <a:lnTo>
                      <a:pt x="1842" y="4300"/>
                    </a:lnTo>
                    <a:lnTo>
                      <a:pt x="1844" y="4298"/>
                    </a:lnTo>
                    <a:lnTo>
                      <a:pt x="1844" y="4294"/>
                    </a:lnTo>
                    <a:lnTo>
                      <a:pt x="1844" y="4083"/>
                    </a:lnTo>
                    <a:lnTo>
                      <a:pt x="1218" y="4083"/>
                    </a:lnTo>
                    <a:close/>
                    <a:moveTo>
                      <a:pt x="2241" y="2806"/>
                    </a:moveTo>
                    <a:lnTo>
                      <a:pt x="2241" y="3746"/>
                    </a:lnTo>
                    <a:lnTo>
                      <a:pt x="2868" y="4451"/>
                    </a:lnTo>
                    <a:lnTo>
                      <a:pt x="2868" y="3788"/>
                    </a:lnTo>
                    <a:lnTo>
                      <a:pt x="2865" y="3712"/>
                    </a:lnTo>
                    <a:lnTo>
                      <a:pt x="2852" y="3638"/>
                    </a:lnTo>
                    <a:lnTo>
                      <a:pt x="2834" y="3566"/>
                    </a:lnTo>
                    <a:lnTo>
                      <a:pt x="2807" y="3495"/>
                    </a:lnTo>
                    <a:lnTo>
                      <a:pt x="2773" y="3429"/>
                    </a:lnTo>
                    <a:lnTo>
                      <a:pt x="2733" y="3366"/>
                    </a:lnTo>
                    <a:lnTo>
                      <a:pt x="2686" y="3306"/>
                    </a:lnTo>
                    <a:lnTo>
                      <a:pt x="2241" y="2806"/>
                    </a:lnTo>
                    <a:close/>
                    <a:moveTo>
                      <a:pt x="821" y="2806"/>
                    </a:moveTo>
                    <a:lnTo>
                      <a:pt x="375" y="3306"/>
                    </a:lnTo>
                    <a:lnTo>
                      <a:pt x="329" y="3366"/>
                    </a:lnTo>
                    <a:lnTo>
                      <a:pt x="287" y="3429"/>
                    </a:lnTo>
                    <a:lnTo>
                      <a:pt x="255" y="3495"/>
                    </a:lnTo>
                    <a:lnTo>
                      <a:pt x="227" y="3566"/>
                    </a:lnTo>
                    <a:lnTo>
                      <a:pt x="208" y="3638"/>
                    </a:lnTo>
                    <a:lnTo>
                      <a:pt x="197" y="3712"/>
                    </a:lnTo>
                    <a:lnTo>
                      <a:pt x="193" y="3788"/>
                    </a:lnTo>
                    <a:lnTo>
                      <a:pt x="193" y="4451"/>
                    </a:lnTo>
                    <a:lnTo>
                      <a:pt x="821" y="3746"/>
                    </a:lnTo>
                    <a:lnTo>
                      <a:pt x="821" y="2806"/>
                    </a:lnTo>
                    <a:close/>
                    <a:moveTo>
                      <a:pt x="1012" y="2036"/>
                    </a:moveTo>
                    <a:lnTo>
                      <a:pt x="1012" y="3782"/>
                    </a:lnTo>
                    <a:lnTo>
                      <a:pt x="1018" y="3817"/>
                    </a:lnTo>
                    <a:lnTo>
                      <a:pt x="1034" y="3847"/>
                    </a:lnTo>
                    <a:lnTo>
                      <a:pt x="1057" y="3871"/>
                    </a:lnTo>
                    <a:lnTo>
                      <a:pt x="1086" y="3887"/>
                    </a:lnTo>
                    <a:lnTo>
                      <a:pt x="1120" y="3892"/>
                    </a:lnTo>
                    <a:lnTo>
                      <a:pt x="1941" y="3892"/>
                    </a:lnTo>
                    <a:lnTo>
                      <a:pt x="1975" y="3887"/>
                    </a:lnTo>
                    <a:lnTo>
                      <a:pt x="2004" y="3871"/>
                    </a:lnTo>
                    <a:lnTo>
                      <a:pt x="2028" y="3847"/>
                    </a:lnTo>
                    <a:lnTo>
                      <a:pt x="2044" y="3817"/>
                    </a:lnTo>
                    <a:lnTo>
                      <a:pt x="2049" y="3782"/>
                    </a:lnTo>
                    <a:lnTo>
                      <a:pt x="2049" y="2036"/>
                    </a:lnTo>
                    <a:lnTo>
                      <a:pt x="1012" y="2036"/>
                    </a:lnTo>
                    <a:close/>
                    <a:moveTo>
                      <a:pt x="1530" y="193"/>
                    </a:moveTo>
                    <a:lnTo>
                      <a:pt x="1528" y="193"/>
                    </a:lnTo>
                    <a:lnTo>
                      <a:pt x="1526" y="195"/>
                    </a:lnTo>
                    <a:lnTo>
                      <a:pt x="1086" y="922"/>
                    </a:lnTo>
                    <a:lnTo>
                      <a:pt x="1055" y="985"/>
                    </a:lnTo>
                    <a:lnTo>
                      <a:pt x="1032" y="1050"/>
                    </a:lnTo>
                    <a:lnTo>
                      <a:pt x="1018" y="1118"/>
                    </a:lnTo>
                    <a:lnTo>
                      <a:pt x="1012" y="1189"/>
                    </a:lnTo>
                    <a:lnTo>
                      <a:pt x="1012" y="1843"/>
                    </a:lnTo>
                    <a:lnTo>
                      <a:pt x="2049" y="1843"/>
                    </a:lnTo>
                    <a:lnTo>
                      <a:pt x="2049" y="1189"/>
                    </a:lnTo>
                    <a:lnTo>
                      <a:pt x="2044" y="1118"/>
                    </a:lnTo>
                    <a:lnTo>
                      <a:pt x="2030" y="1050"/>
                    </a:lnTo>
                    <a:lnTo>
                      <a:pt x="2006" y="985"/>
                    </a:lnTo>
                    <a:lnTo>
                      <a:pt x="1974" y="922"/>
                    </a:lnTo>
                    <a:lnTo>
                      <a:pt x="1535" y="195"/>
                    </a:lnTo>
                    <a:lnTo>
                      <a:pt x="1533" y="193"/>
                    </a:lnTo>
                    <a:lnTo>
                      <a:pt x="1530" y="193"/>
                    </a:lnTo>
                    <a:close/>
                    <a:moveTo>
                      <a:pt x="1530" y="0"/>
                    </a:moveTo>
                    <a:lnTo>
                      <a:pt x="1570" y="4"/>
                    </a:lnTo>
                    <a:lnTo>
                      <a:pt x="1607" y="16"/>
                    </a:lnTo>
                    <a:lnTo>
                      <a:pt x="1642" y="34"/>
                    </a:lnTo>
                    <a:lnTo>
                      <a:pt x="1671" y="58"/>
                    </a:lnTo>
                    <a:lnTo>
                      <a:pt x="1696" y="88"/>
                    </a:lnTo>
                    <a:lnTo>
                      <a:pt x="1698" y="92"/>
                    </a:lnTo>
                    <a:lnTo>
                      <a:pt x="2140" y="822"/>
                    </a:lnTo>
                    <a:lnTo>
                      <a:pt x="2176" y="891"/>
                    </a:lnTo>
                    <a:lnTo>
                      <a:pt x="2205" y="961"/>
                    </a:lnTo>
                    <a:lnTo>
                      <a:pt x="2224" y="1035"/>
                    </a:lnTo>
                    <a:lnTo>
                      <a:pt x="2237" y="1113"/>
                    </a:lnTo>
                    <a:lnTo>
                      <a:pt x="2241" y="1189"/>
                    </a:lnTo>
                    <a:lnTo>
                      <a:pt x="2241" y="2518"/>
                    </a:lnTo>
                    <a:lnTo>
                      <a:pt x="2829" y="3180"/>
                    </a:lnTo>
                    <a:lnTo>
                      <a:pt x="2888" y="3254"/>
                    </a:lnTo>
                    <a:lnTo>
                      <a:pt x="2941" y="3333"/>
                    </a:lnTo>
                    <a:lnTo>
                      <a:pt x="2982" y="3418"/>
                    </a:lnTo>
                    <a:lnTo>
                      <a:pt x="3016" y="3506"/>
                    </a:lnTo>
                    <a:lnTo>
                      <a:pt x="3042" y="3598"/>
                    </a:lnTo>
                    <a:lnTo>
                      <a:pt x="3056" y="3692"/>
                    </a:lnTo>
                    <a:lnTo>
                      <a:pt x="3061" y="3788"/>
                    </a:lnTo>
                    <a:lnTo>
                      <a:pt x="3061" y="5115"/>
                    </a:lnTo>
                    <a:lnTo>
                      <a:pt x="3056" y="5144"/>
                    </a:lnTo>
                    <a:lnTo>
                      <a:pt x="3042" y="5171"/>
                    </a:lnTo>
                    <a:lnTo>
                      <a:pt x="3022" y="5191"/>
                    </a:lnTo>
                    <a:lnTo>
                      <a:pt x="2995" y="5205"/>
                    </a:lnTo>
                    <a:lnTo>
                      <a:pt x="2964" y="5211"/>
                    </a:lnTo>
                    <a:lnTo>
                      <a:pt x="2933" y="5205"/>
                    </a:lnTo>
                    <a:lnTo>
                      <a:pt x="2908" y="5191"/>
                    </a:lnTo>
                    <a:lnTo>
                      <a:pt x="2886" y="5171"/>
                    </a:lnTo>
                    <a:lnTo>
                      <a:pt x="2874" y="5144"/>
                    </a:lnTo>
                    <a:lnTo>
                      <a:pt x="2868" y="5115"/>
                    </a:lnTo>
                    <a:lnTo>
                      <a:pt x="2868" y="4742"/>
                    </a:lnTo>
                    <a:lnTo>
                      <a:pt x="2179" y="3966"/>
                    </a:lnTo>
                    <a:lnTo>
                      <a:pt x="2150" y="3999"/>
                    </a:lnTo>
                    <a:lnTo>
                      <a:pt x="2116" y="4028"/>
                    </a:lnTo>
                    <a:lnTo>
                      <a:pt x="2078" y="4051"/>
                    </a:lnTo>
                    <a:lnTo>
                      <a:pt x="2037" y="4067"/>
                    </a:lnTo>
                    <a:lnTo>
                      <a:pt x="2037" y="4294"/>
                    </a:lnTo>
                    <a:lnTo>
                      <a:pt x="2031" y="4338"/>
                    </a:lnTo>
                    <a:lnTo>
                      <a:pt x="2017" y="4379"/>
                    </a:lnTo>
                    <a:lnTo>
                      <a:pt x="1995" y="4415"/>
                    </a:lnTo>
                    <a:lnTo>
                      <a:pt x="1968" y="4446"/>
                    </a:lnTo>
                    <a:lnTo>
                      <a:pt x="1934" y="4469"/>
                    </a:lnTo>
                    <a:lnTo>
                      <a:pt x="1930" y="4533"/>
                    </a:lnTo>
                    <a:lnTo>
                      <a:pt x="1929" y="4607"/>
                    </a:lnTo>
                    <a:lnTo>
                      <a:pt x="1923" y="4689"/>
                    </a:lnTo>
                    <a:lnTo>
                      <a:pt x="1914" y="4781"/>
                    </a:lnTo>
                    <a:lnTo>
                      <a:pt x="1903" y="4879"/>
                    </a:lnTo>
                    <a:lnTo>
                      <a:pt x="1891" y="4982"/>
                    </a:lnTo>
                    <a:lnTo>
                      <a:pt x="1873" y="5090"/>
                    </a:lnTo>
                    <a:lnTo>
                      <a:pt x="1851" y="5202"/>
                    </a:lnTo>
                    <a:lnTo>
                      <a:pt x="1826" y="5315"/>
                    </a:lnTo>
                    <a:lnTo>
                      <a:pt x="1795" y="5429"/>
                    </a:lnTo>
                    <a:lnTo>
                      <a:pt x="1759" y="5544"/>
                    </a:lnTo>
                    <a:lnTo>
                      <a:pt x="1717" y="5658"/>
                    </a:lnTo>
                    <a:lnTo>
                      <a:pt x="1669" y="5770"/>
                    </a:lnTo>
                    <a:lnTo>
                      <a:pt x="1615" y="5876"/>
                    </a:lnTo>
                    <a:lnTo>
                      <a:pt x="1600" y="5898"/>
                    </a:lnTo>
                    <a:lnTo>
                      <a:pt x="1580" y="5914"/>
                    </a:lnTo>
                    <a:lnTo>
                      <a:pt x="1557" y="5923"/>
                    </a:lnTo>
                    <a:lnTo>
                      <a:pt x="1530" y="5927"/>
                    </a:lnTo>
                    <a:lnTo>
                      <a:pt x="1505" y="5923"/>
                    </a:lnTo>
                    <a:lnTo>
                      <a:pt x="1481" y="5914"/>
                    </a:lnTo>
                    <a:lnTo>
                      <a:pt x="1461" y="5898"/>
                    </a:lnTo>
                    <a:lnTo>
                      <a:pt x="1447" y="5876"/>
                    </a:lnTo>
                    <a:lnTo>
                      <a:pt x="1393" y="5770"/>
                    </a:lnTo>
                    <a:lnTo>
                      <a:pt x="1344" y="5658"/>
                    </a:lnTo>
                    <a:lnTo>
                      <a:pt x="1303" y="5544"/>
                    </a:lnTo>
                    <a:lnTo>
                      <a:pt x="1267" y="5429"/>
                    </a:lnTo>
                    <a:lnTo>
                      <a:pt x="1236" y="5315"/>
                    </a:lnTo>
                    <a:lnTo>
                      <a:pt x="1211" y="5202"/>
                    </a:lnTo>
                    <a:lnTo>
                      <a:pt x="1189" y="5090"/>
                    </a:lnTo>
                    <a:lnTo>
                      <a:pt x="1171" y="4982"/>
                    </a:lnTo>
                    <a:lnTo>
                      <a:pt x="1158" y="4879"/>
                    </a:lnTo>
                    <a:lnTo>
                      <a:pt x="1147" y="4781"/>
                    </a:lnTo>
                    <a:lnTo>
                      <a:pt x="1138" y="4689"/>
                    </a:lnTo>
                    <a:lnTo>
                      <a:pt x="1133" y="4607"/>
                    </a:lnTo>
                    <a:lnTo>
                      <a:pt x="1129" y="4533"/>
                    </a:lnTo>
                    <a:lnTo>
                      <a:pt x="1128" y="4469"/>
                    </a:lnTo>
                    <a:lnTo>
                      <a:pt x="1093" y="4446"/>
                    </a:lnTo>
                    <a:lnTo>
                      <a:pt x="1064" y="4415"/>
                    </a:lnTo>
                    <a:lnTo>
                      <a:pt x="1043" y="4379"/>
                    </a:lnTo>
                    <a:lnTo>
                      <a:pt x="1030" y="4338"/>
                    </a:lnTo>
                    <a:lnTo>
                      <a:pt x="1025" y="4294"/>
                    </a:lnTo>
                    <a:lnTo>
                      <a:pt x="1025" y="4067"/>
                    </a:lnTo>
                    <a:lnTo>
                      <a:pt x="983" y="4051"/>
                    </a:lnTo>
                    <a:lnTo>
                      <a:pt x="945" y="4028"/>
                    </a:lnTo>
                    <a:lnTo>
                      <a:pt x="911" y="3999"/>
                    </a:lnTo>
                    <a:lnTo>
                      <a:pt x="882" y="3966"/>
                    </a:lnTo>
                    <a:lnTo>
                      <a:pt x="193" y="4742"/>
                    </a:lnTo>
                    <a:lnTo>
                      <a:pt x="193" y="5115"/>
                    </a:lnTo>
                    <a:lnTo>
                      <a:pt x="188" y="5144"/>
                    </a:lnTo>
                    <a:lnTo>
                      <a:pt x="175" y="5171"/>
                    </a:lnTo>
                    <a:lnTo>
                      <a:pt x="154" y="5191"/>
                    </a:lnTo>
                    <a:lnTo>
                      <a:pt x="126" y="5205"/>
                    </a:lnTo>
                    <a:lnTo>
                      <a:pt x="98" y="5211"/>
                    </a:lnTo>
                    <a:lnTo>
                      <a:pt x="67" y="5205"/>
                    </a:lnTo>
                    <a:lnTo>
                      <a:pt x="40" y="5191"/>
                    </a:lnTo>
                    <a:lnTo>
                      <a:pt x="20" y="5171"/>
                    </a:lnTo>
                    <a:lnTo>
                      <a:pt x="6" y="5144"/>
                    </a:lnTo>
                    <a:lnTo>
                      <a:pt x="0" y="5115"/>
                    </a:lnTo>
                    <a:lnTo>
                      <a:pt x="0" y="3788"/>
                    </a:lnTo>
                    <a:lnTo>
                      <a:pt x="6" y="3692"/>
                    </a:lnTo>
                    <a:lnTo>
                      <a:pt x="20" y="3598"/>
                    </a:lnTo>
                    <a:lnTo>
                      <a:pt x="45" y="3506"/>
                    </a:lnTo>
                    <a:lnTo>
                      <a:pt x="78" y="3418"/>
                    </a:lnTo>
                    <a:lnTo>
                      <a:pt x="121" y="3333"/>
                    </a:lnTo>
                    <a:lnTo>
                      <a:pt x="172" y="3254"/>
                    </a:lnTo>
                    <a:lnTo>
                      <a:pt x="233" y="3180"/>
                    </a:lnTo>
                    <a:lnTo>
                      <a:pt x="821" y="2518"/>
                    </a:lnTo>
                    <a:lnTo>
                      <a:pt x="821" y="1189"/>
                    </a:lnTo>
                    <a:lnTo>
                      <a:pt x="825" y="1113"/>
                    </a:lnTo>
                    <a:lnTo>
                      <a:pt x="837" y="1035"/>
                    </a:lnTo>
                    <a:lnTo>
                      <a:pt x="857" y="961"/>
                    </a:lnTo>
                    <a:lnTo>
                      <a:pt x="886" y="891"/>
                    </a:lnTo>
                    <a:lnTo>
                      <a:pt x="922" y="822"/>
                    </a:lnTo>
                    <a:lnTo>
                      <a:pt x="1364" y="92"/>
                    </a:lnTo>
                    <a:lnTo>
                      <a:pt x="1366" y="88"/>
                    </a:lnTo>
                    <a:lnTo>
                      <a:pt x="1391" y="58"/>
                    </a:lnTo>
                    <a:lnTo>
                      <a:pt x="1420" y="34"/>
                    </a:lnTo>
                    <a:lnTo>
                      <a:pt x="1454" y="16"/>
                    </a:lnTo>
                    <a:lnTo>
                      <a:pt x="1492" y="4"/>
                    </a:lnTo>
                    <a:lnTo>
                      <a:pt x="15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1EF309-B65D-2EB0-23D4-84A89447404A}"/>
              </a:ext>
            </a:extLst>
          </p:cNvPr>
          <p:cNvGrpSpPr/>
          <p:nvPr/>
        </p:nvGrpSpPr>
        <p:grpSpPr>
          <a:xfrm>
            <a:off x="1115540" y="4870892"/>
            <a:ext cx="981218" cy="443890"/>
            <a:chOff x="1115540" y="5795012"/>
            <a:chExt cx="981218" cy="44389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B491C7D-3565-914F-9045-8ADEDD983648}"/>
                </a:ext>
              </a:extLst>
            </p:cNvPr>
            <p:cNvSpPr/>
            <p:nvPr/>
          </p:nvSpPr>
          <p:spPr bwMode="auto">
            <a:xfrm>
              <a:off x="1652258" y="5795012"/>
              <a:ext cx="444500" cy="443890"/>
            </a:xfrm>
            <a:prstGeom prst="ellipse">
              <a:avLst/>
            </a:prstGeom>
            <a:solidFill>
              <a:schemeClr val="bg1"/>
            </a:solidFill>
            <a:ln w="6350" cmpd="sng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5C5E9C4-4269-1B3E-428A-28DD56617B31}"/>
                </a:ext>
              </a:extLst>
            </p:cNvPr>
            <p:cNvGrpSpPr/>
            <p:nvPr/>
          </p:nvGrpSpPr>
          <p:grpSpPr>
            <a:xfrm>
              <a:off x="1115540" y="5962783"/>
              <a:ext cx="149058" cy="149058"/>
              <a:chOff x="566900" y="1277957"/>
              <a:chExt cx="149058" cy="14905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8B8678B-4C9A-CA1F-7B4A-530A58679C10}"/>
                  </a:ext>
                </a:extLst>
              </p:cNvPr>
              <p:cNvSpPr/>
              <p:nvPr/>
            </p:nvSpPr>
            <p:spPr bwMode="auto">
              <a:xfrm>
                <a:off x="566900" y="1277957"/>
                <a:ext cx="149058" cy="149058"/>
              </a:xfrm>
              <a:prstGeom prst="ellipse">
                <a:avLst/>
              </a:prstGeom>
              <a:solidFill>
                <a:srgbClr val="BD9EEF"/>
              </a:solidFill>
              <a:ln w="6350" cmpd="sng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254000" dist="38100" dir="5400000" rotWithShape="0">
                        <a:srgbClr val="A2ABB0">
                          <a:alpha val="3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4ADF9AE-2C0F-5EEB-3603-7D176503D79F}"/>
                  </a:ext>
                </a:extLst>
              </p:cNvPr>
              <p:cNvSpPr/>
              <p:nvPr/>
            </p:nvSpPr>
            <p:spPr bwMode="auto">
              <a:xfrm>
                <a:off x="614847" y="1325904"/>
                <a:ext cx="53164" cy="53164"/>
              </a:xfrm>
              <a:prstGeom prst="ellipse">
                <a:avLst/>
              </a:prstGeom>
              <a:solidFill>
                <a:srgbClr val="644BE3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33E081-6F2E-33E0-FFFB-BBBD3655370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64598" y="6037312"/>
              <a:ext cx="327205" cy="0"/>
            </a:xfrm>
            <a:prstGeom prst="line">
              <a:avLst/>
            </a:prstGeom>
            <a:noFill/>
            <a:ln w="9525" cap="rnd" cmpd="sng" algn="ctr">
              <a:gradFill flip="none" rotWithShape="1">
                <a:gsLst>
                  <a:gs pos="20000">
                    <a:srgbClr val="644BE3"/>
                  </a:gs>
                  <a:gs pos="84000">
                    <a:srgbClr val="4FB7F6">
                      <a:alpha val="0"/>
                    </a:srgbClr>
                  </a:gs>
                </a:gsLst>
                <a:lin ang="0" scaled="1"/>
                <a:tileRect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BB694C8-2D7B-6633-ACF8-4D69B5CE635B}"/>
                </a:ext>
              </a:extLst>
            </p:cNvPr>
            <p:cNvGrpSpPr/>
            <p:nvPr/>
          </p:nvGrpSpPr>
          <p:grpSpPr>
            <a:xfrm>
              <a:off x="1672939" y="5836287"/>
              <a:ext cx="409226" cy="369332"/>
              <a:chOff x="1124299" y="5631617"/>
              <a:chExt cx="409226" cy="36933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99BBFA5-3D18-E44F-8B36-49BCE730788F}"/>
                  </a:ext>
                </a:extLst>
              </p:cNvPr>
              <p:cNvGrpSpPr/>
              <p:nvPr/>
            </p:nvGrpSpPr>
            <p:grpSpPr>
              <a:xfrm>
                <a:off x="1124299" y="5667233"/>
                <a:ext cx="409226" cy="300348"/>
                <a:chOff x="1074964" y="5629741"/>
                <a:chExt cx="545996" cy="400731"/>
              </a:xfrm>
              <a:solidFill>
                <a:srgbClr val="BD9EEF"/>
              </a:solidFill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A2C2408-97F6-3B85-1D51-04570CF3A3CF}"/>
                    </a:ext>
                  </a:extLst>
                </p:cNvPr>
                <p:cNvSpPr/>
                <p:nvPr/>
              </p:nvSpPr>
              <p:spPr>
                <a:xfrm>
                  <a:off x="1147597" y="5629741"/>
                  <a:ext cx="400731" cy="400731"/>
                </a:xfrm>
                <a:custGeom>
                  <a:avLst/>
                  <a:gdLst>
                    <a:gd name="connsiteX0" fmla="*/ 200367 w 400731"/>
                    <a:gd name="connsiteY0" fmla="*/ 1 h 400731"/>
                    <a:gd name="connsiteX1" fmla="*/ 1 w 400731"/>
                    <a:gd name="connsiteY1" fmla="*/ 200367 h 400731"/>
                    <a:gd name="connsiteX2" fmla="*/ 200367 w 400731"/>
                    <a:gd name="connsiteY2" fmla="*/ 400733 h 400731"/>
                    <a:gd name="connsiteX3" fmla="*/ 400732 w 400731"/>
                    <a:gd name="connsiteY3" fmla="*/ 200368 h 400731"/>
                    <a:gd name="connsiteX4" fmla="*/ 200367 w 400731"/>
                    <a:gd name="connsiteY4" fmla="*/ 1 h 400731"/>
                    <a:gd name="connsiteX5" fmla="*/ 200367 w 400731"/>
                    <a:gd name="connsiteY5" fmla="*/ 382518 h 400731"/>
                    <a:gd name="connsiteX6" fmla="*/ 18215 w 400731"/>
                    <a:gd name="connsiteY6" fmla="*/ 200367 h 400731"/>
                    <a:gd name="connsiteX7" fmla="*/ 200367 w 400731"/>
                    <a:gd name="connsiteY7" fmla="*/ 18216 h 400731"/>
                    <a:gd name="connsiteX8" fmla="*/ 382518 w 400731"/>
                    <a:gd name="connsiteY8" fmla="*/ 200368 h 400731"/>
                    <a:gd name="connsiteX9" fmla="*/ 200367 w 400731"/>
                    <a:gd name="connsiteY9" fmla="*/ 382518 h 400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00731" h="400731">
                      <a:moveTo>
                        <a:pt x="200367" y="1"/>
                      </a:moveTo>
                      <a:cubicBezTo>
                        <a:pt x="90166" y="1"/>
                        <a:pt x="1" y="90166"/>
                        <a:pt x="1" y="200367"/>
                      </a:cubicBezTo>
                      <a:cubicBezTo>
                        <a:pt x="1" y="310568"/>
                        <a:pt x="90166" y="400733"/>
                        <a:pt x="200367" y="400733"/>
                      </a:cubicBezTo>
                      <a:cubicBezTo>
                        <a:pt x="310568" y="400733"/>
                        <a:pt x="400732" y="310569"/>
                        <a:pt x="400732" y="200368"/>
                      </a:cubicBezTo>
                      <a:cubicBezTo>
                        <a:pt x="400732" y="90167"/>
                        <a:pt x="310568" y="1"/>
                        <a:pt x="200367" y="1"/>
                      </a:cubicBezTo>
                      <a:close/>
                      <a:moveTo>
                        <a:pt x="200367" y="382518"/>
                      </a:moveTo>
                      <a:cubicBezTo>
                        <a:pt x="100183" y="382518"/>
                        <a:pt x="18215" y="300550"/>
                        <a:pt x="18215" y="200367"/>
                      </a:cubicBezTo>
                      <a:cubicBezTo>
                        <a:pt x="18215" y="100183"/>
                        <a:pt x="100183" y="18216"/>
                        <a:pt x="200367" y="18216"/>
                      </a:cubicBezTo>
                      <a:cubicBezTo>
                        <a:pt x="300550" y="18216"/>
                        <a:pt x="382518" y="100184"/>
                        <a:pt x="382518" y="200368"/>
                      </a:cubicBezTo>
                      <a:cubicBezTo>
                        <a:pt x="382518" y="300551"/>
                        <a:pt x="300549" y="382518"/>
                        <a:pt x="200367" y="382518"/>
                      </a:cubicBezTo>
                      <a:close/>
                    </a:path>
                  </a:pathLst>
                </a:custGeom>
                <a:grpFill/>
                <a:ln w="10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0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2A6813E3-7247-72FC-C089-89D621193157}"/>
                    </a:ext>
                  </a:extLst>
                </p:cNvPr>
                <p:cNvSpPr/>
                <p:nvPr/>
              </p:nvSpPr>
              <p:spPr>
                <a:xfrm>
                  <a:off x="1074964" y="5634295"/>
                  <a:ext cx="95401" cy="391624"/>
                </a:xfrm>
                <a:custGeom>
                  <a:avLst/>
                  <a:gdLst>
                    <a:gd name="connsiteX0" fmla="*/ 92671 w 95401"/>
                    <a:gd name="connsiteY0" fmla="*/ 15484 h 391624"/>
                    <a:gd name="connsiteX1" fmla="*/ 92671 w 95401"/>
                    <a:gd name="connsiteY1" fmla="*/ 2733 h 391624"/>
                    <a:gd name="connsiteX2" fmla="*/ 79920 w 95401"/>
                    <a:gd name="connsiteY2" fmla="*/ 2733 h 391624"/>
                    <a:gd name="connsiteX3" fmla="*/ 79920 w 95401"/>
                    <a:gd name="connsiteY3" fmla="*/ 388893 h 391624"/>
                    <a:gd name="connsiteX4" fmla="*/ 86295 w 95401"/>
                    <a:gd name="connsiteY4" fmla="*/ 391625 h 391624"/>
                    <a:gd name="connsiteX5" fmla="*/ 92670 w 95401"/>
                    <a:gd name="connsiteY5" fmla="*/ 388893 h 391624"/>
                    <a:gd name="connsiteX6" fmla="*/ 92670 w 95401"/>
                    <a:gd name="connsiteY6" fmla="*/ 376142 h 391624"/>
                    <a:gd name="connsiteX7" fmla="*/ 92671 w 95401"/>
                    <a:gd name="connsiteY7" fmla="*/ 15484 h 391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5401" h="391624">
                      <a:moveTo>
                        <a:pt x="92671" y="15484"/>
                      </a:moveTo>
                      <a:cubicBezTo>
                        <a:pt x="96313" y="11842"/>
                        <a:pt x="96313" y="6377"/>
                        <a:pt x="92671" y="2733"/>
                      </a:cubicBezTo>
                      <a:cubicBezTo>
                        <a:pt x="89028" y="-910"/>
                        <a:pt x="83563" y="-909"/>
                        <a:pt x="79920" y="2733"/>
                      </a:cubicBezTo>
                      <a:cubicBezTo>
                        <a:pt x="-26639" y="109292"/>
                        <a:pt x="-26639" y="282335"/>
                        <a:pt x="79920" y="388893"/>
                      </a:cubicBezTo>
                      <a:cubicBezTo>
                        <a:pt x="81742" y="390715"/>
                        <a:pt x="83562" y="391625"/>
                        <a:pt x="86295" y="391625"/>
                      </a:cubicBezTo>
                      <a:cubicBezTo>
                        <a:pt x="89027" y="391625"/>
                        <a:pt x="90849" y="390715"/>
                        <a:pt x="92670" y="388893"/>
                      </a:cubicBezTo>
                      <a:cubicBezTo>
                        <a:pt x="96312" y="385251"/>
                        <a:pt x="96312" y="379786"/>
                        <a:pt x="92670" y="376142"/>
                      </a:cubicBezTo>
                      <a:cubicBezTo>
                        <a:pt x="-6602" y="276870"/>
                        <a:pt x="-6602" y="114756"/>
                        <a:pt x="92671" y="15484"/>
                      </a:cubicBezTo>
                      <a:close/>
                    </a:path>
                  </a:pathLst>
                </a:custGeom>
                <a:grpFill/>
                <a:ln w="10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0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A2C5ADD3-6498-74DC-4ECD-35D208CFAD56}"/>
                    </a:ext>
                  </a:extLst>
                </p:cNvPr>
                <p:cNvSpPr/>
                <p:nvPr/>
              </p:nvSpPr>
              <p:spPr>
                <a:xfrm>
                  <a:off x="1525559" y="5634295"/>
                  <a:ext cx="95401" cy="391625"/>
                </a:xfrm>
                <a:custGeom>
                  <a:avLst/>
                  <a:gdLst>
                    <a:gd name="connsiteX0" fmla="*/ 15484 w 95401"/>
                    <a:gd name="connsiteY0" fmla="*/ 2733 h 391625"/>
                    <a:gd name="connsiteX1" fmla="*/ 2733 w 95401"/>
                    <a:gd name="connsiteY1" fmla="*/ 2733 h 391625"/>
                    <a:gd name="connsiteX2" fmla="*/ 2733 w 95401"/>
                    <a:gd name="connsiteY2" fmla="*/ 15484 h 391625"/>
                    <a:gd name="connsiteX3" fmla="*/ 2733 w 95401"/>
                    <a:gd name="connsiteY3" fmla="*/ 376143 h 391625"/>
                    <a:gd name="connsiteX4" fmla="*/ 2733 w 95401"/>
                    <a:gd name="connsiteY4" fmla="*/ 388894 h 391625"/>
                    <a:gd name="connsiteX5" fmla="*/ 9108 w 95401"/>
                    <a:gd name="connsiteY5" fmla="*/ 391626 h 391625"/>
                    <a:gd name="connsiteX6" fmla="*/ 15483 w 95401"/>
                    <a:gd name="connsiteY6" fmla="*/ 388894 h 391625"/>
                    <a:gd name="connsiteX7" fmla="*/ 15484 w 95401"/>
                    <a:gd name="connsiteY7" fmla="*/ 2733 h 391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5401" h="391625">
                      <a:moveTo>
                        <a:pt x="15484" y="2733"/>
                      </a:moveTo>
                      <a:cubicBezTo>
                        <a:pt x="11842" y="-910"/>
                        <a:pt x="6377" y="-910"/>
                        <a:pt x="2733" y="2733"/>
                      </a:cubicBezTo>
                      <a:cubicBezTo>
                        <a:pt x="-910" y="6376"/>
                        <a:pt x="-909" y="11840"/>
                        <a:pt x="2733" y="15484"/>
                      </a:cubicBezTo>
                      <a:cubicBezTo>
                        <a:pt x="102005" y="114756"/>
                        <a:pt x="102005" y="276871"/>
                        <a:pt x="2733" y="376143"/>
                      </a:cubicBezTo>
                      <a:cubicBezTo>
                        <a:pt x="-909" y="379786"/>
                        <a:pt x="-909" y="385250"/>
                        <a:pt x="2733" y="388894"/>
                      </a:cubicBezTo>
                      <a:cubicBezTo>
                        <a:pt x="4555" y="390716"/>
                        <a:pt x="6376" y="391626"/>
                        <a:pt x="9108" y="391626"/>
                      </a:cubicBezTo>
                      <a:cubicBezTo>
                        <a:pt x="11841" y="391626"/>
                        <a:pt x="13662" y="390716"/>
                        <a:pt x="15483" y="388894"/>
                      </a:cubicBezTo>
                      <a:cubicBezTo>
                        <a:pt x="122043" y="282334"/>
                        <a:pt x="122043" y="109291"/>
                        <a:pt x="15484" y="2733"/>
                      </a:cubicBezTo>
                      <a:close/>
                    </a:path>
                  </a:pathLst>
                </a:custGeom>
                <a:grpFill/>
                <a:ln w="10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000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942A21F-54CB-6FB6-026F-293F51697FE9}"/>
                  </a:ext>
                </a:extLst>
              </p:cNvPr>
              <p:cNvSpPr txBox="1"/>
              <p:nvPr/>
            </p:nvSpPr>
            <p:spPr>
              <a:xfrm>
                <a:off x="1168400" y="563161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BD9EEF"/>
                    </a:solidFill>
                  </a:rPr>
                  <a:t>?</a:t>
                </a:r>
                <a:endParaRPr lang="en-IN" dirty="0">
                  <a:solidFill>
                    <a:srgbClr val="BD9EEF"/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C41C02A-FFEA-7DB0-5199-798D975C916D}"/>
              </a:ext>
            </a:extLst>
          </p:cNvPr>
          <p:cNvGrpSpPr/>
          <p:nvPr/>
        </p:nvGrpSpPr>
        <p:grpSpPr>
          <a:xfrm>
            <a:off x="1115540" y="2368336"/>
            <a:ext cx="971890" cy="443890"/>
            <a:chOff x="1115540" y="1854022"/>
            <a:chExt cx="971890" cy="4438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4F9A3C4-44F9-9524-48F6-C82E07C23259}"/>
                </a:ext>
              </a:extLst>
            </p:cNvPr>
            <p:cNvSpPr/>
            <p:nvPr/>
          </p:nvSpPr>
          <p:spPr bwMode="auto">
            <a:xfrm>
              <a:off x="1642930" y="1854022"/>
              <a:ext cx="444500" cy="443890"/>
            </a:xfrm>
            <a:prstGeom prst="ellipse">
              <a:avLst/>
            </a:prstGeom>
            <a:solidFill>
              <a:schemeClr val="bg1"/>
            </a:solidFill>
            <a:ln w="6350" cmpd="sng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BD9EEF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5A8144A-1043-AB7F-C689-F1B7383EA72A}"/>
                </a:ext>
              </a:extLst>
            </p:cNvPr>
            <p:cNvGrpSpPr/>
            <p:nvPr/>
          </p:nvGrpSpPr>
          <p:grpSpPr>
            <a:xfrm>
              <a:off x="1115540" y="2011496"/>
              <a:ext cx="149058" cy="149058"/>
              <a:chOff x="566900" y="1806826"/>
              <a:chExt cx="149058" cy="14905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54052B8-C4F0-409B-DA6A-0B5E1851D9FF}"/>
                  </a:ext>
                </a:extLst>
              </p:cNvPr>
              <p:cNvSpPr/>
              <p:nvPr/>
            </p:nvSpPr>
            <p:spPr bwMode="auto">
              <a:xfrm>
                <a:off x="566900" y="1806826"/>
                <a:ext cx="149058" cy="149058"/>
              </a:xfrm>
              <a:prstGeom prst="ellipse">
                <a:avLst/>
              </a:prstGeom>
              <a:solidFill>
                <a:srgbClr val="BD9EEF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9BB1D34-E2CF-A265-2E61-2077506D1F68}"/>
                  </a:ext>
                </a:extLst>
              </p:cNvPr>
              <p:cNvSpPr/>
              <p:nvPr/>
            </p:nvSpPr>
            <p:spPr bwMode="auto">
              <a:xfrm>
                <a:off x="614847" y="1854773"/>
                <a:ext cx="53164" cy="53164"/>
              </a:xfrm>
              <a:prstGeom prst="ellipse">
                <a:avLst/>
              </a:prstGeom>
              <a:solidFill>
                <a:srgbClr val="644BE3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8EF7E05-916A-D03D-FBBE-8C072A67FC7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64598" y="2075967"/>
              <a:ext cx="327205" cy="0"/>
            </a:xfrm>
            <a:prstGeom prst="line">
              <a:avLst/>
            </a:prstGeom>
            <a:noFill/>
            <a:ln w="9525" cap="rnd" cmpd="sng" algn="ctr">
              <a:gradFill flip="none" rotWithShape="1">
                <a:gsLst>
                  <a:gs pos="20000">
                    <a:srgbClr val="644BE3"/>
                  </a:gs>
                  <a:gs pos="84000">
                    <a:srgbClr val="4FB7F6">
                      <a:alpha val="0"/>
                    </a:srgbClr>
                  </a:gs>
                </a:gsLst>
                <a:lin ang="0" scaled="1"/>
                <a:tileRect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Freeform 256">
              <a:extLst>
                <a:ext uri="{FF2B5EF4-FFF2-40B4-BE49-F238E27FC236}">
                  <a16:creationId xmlns:a16="http://schemas.microsoft.com/office/drawing/2014/main" id="{6E00A146-90E5-3A98-E24B-E10E71D21B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9164" y="1943935"/>
              <a:ext cx="329026" cy="296880"/>
            </a:xfrm>
            <a:custGeom>
              <a:avLst/>
              <a:gdLst>
                <a:gd name="T0" fmla="*/ 196 w 200"/>
                <a:gd name="T1" fmla="*/ 18 h 181"/>
                <a:gd name="T2" fmla="*/ 120 w 200"/>
                <a:gd name="T3" fmla="*/ 37 h 181"/>
                <a:gd name="T4" fmla="*/ 115 w 200"/>
                <a:gd name="T5" fmla="*/ 90 h 181"/>
                <a:gd name="T6" fmla="*/ 97 w 200"/>
                <a:gd name="T7" fmla="*/ 129 h 181"/>
                <a:gd name="T8" fmla="*/ 82 w 200"/>
                <a:gd name="T9" fmla="*/ 79 h 181"/>
                <a:gd name="T10" fmla="*/ 81 w 200"/>
                <a:gd name="T11" fmla="*/ 19 h 181"/>
                <a:gd name="T12" fmla="*/ 5 w 200"/>
                <a:gd name="T13" fmla="*/ 0 h 181"/>
                <a:gd name="T14" fmla="*/ 0 w 200"/>
                <a:gd name="T15" fmla="*/ 4 h 181"/>
                <a:gd name="T16" fmla="*/ 20 w 200"/>
                <a:gd name="T17" fmla="*/ 80 h 181"/>
                <a:gd name="T18" fmla="*/ 50 w 200"/>
                <a:gd name="T19" fmla="*/ 91 h 181"/>
                <a:gd name="T20" fmla="*/ 75 w 200"/>
                <a:gd name="T21" fmla="*/ 85 h 181"/>
                <a:gd name="T22" fmla="*/ 91 w 200"/>
                <a:gd name="T23" fmla="*/ 177 h 181"/>
                <a:gd name="T24" fmla="*/ 96 w 200"/>
                <a:gd name="T25" fmla="*/ 181 h 181"/>
                <a:gd name="T26" fmla="*/ 100 w 200"/>
                <a:gd name="T27" fmla="*/ 177 h 181"/>
                <a:gd name="T28" fmla="*/ 120 w 200"/>
                <a:gd name="T29" fmla="*/ 98 h 181"/>
                <a:gd name="T30" fmla="*/ 151 w 200"/>
                <a:gd name="T31" fmla="*/ 109 h 181"/>
                <a:gd name="T32" fmla="*/ 181 w 200"/>
                <a:gd name="T33" fmla="*/ 98 h 181"/>
                <a:gd name="T34" fmla="*/ 200 w 200"/>
                <a:gd name="T35" fmla="*/ 22 h 181"/>
                <a:gd name="T36" fmla="*/ 196 w 200"/>
                <a:gd name="T37" fmla="*/ 18 h 181"/>
                <a:gd name="T38" fmla="*/ 26 w 200"/>
                <a:gd name="T39" fmla="*/ 74 h 181"/>
                <a:gd name="T40" fmla="*/ 10 w 200"/>
                <a:gd name="T41" fmla="*/ 9 h 181"/>
                <a:gd name="T42" fmla="*/ 74 w 200"/>
                <a:gd name="T43" fmla="*/ 26 h 181"/>
                <a:gd name="T44" fmla="*/ 77 w 200"/>
                <a:gd name="T45" fmla="*/ 70 h 181"/>
                <a:gd name="T46" fmla="*/ 48 w 200"/>
                <a:gd name="T47" fmla="*/ 40 h 181"/>
                <a:gd name="T48" fmla="*/ 45 w 200"/>
                <a:gd name="T49" fmla="*/ 38 h 181"/>
                <a:gd name="T50" fmla="*/ 38 w 200"/>
                <a:gd name="T51" fmla="*/ 38 h 181"/>
                <a:gd name="T52" fmla="*/ 38 w 200"/>
                <a:gd name="T53" fmla="*/ 44 h 181"/>
                <a:gd name="T54" fmla="*/ 43 w 200"/>
                <a:gd name="T55" fmla="*/ 47 h 181"/>
                <a:gd name="T56" fmla="*/ 70 w 200"/>
                <a:gd name="T57" fmla="*/ 77 h 181"/>
                <a:gd name="T58" fmla="*/ 26 w 200"/>
                <a:gd name="T59" fmla="*/ 74 h 181"/>
                <a:gd name="T60" fmla="*/ 175 w 200"/>
                <a:gd name="T61" fmla="*/ 92 h 181"/>
                <a:gd name="T62" fmla="*/ 126 w 200"/>
                <a:gd name="T63" fmla="*/ 92 h 181"/>
                <a:gd name="T64" fmla="*/ 126 w 200"/>
                <a:gd name="T65" fmla="*/ 91 h 181"/>
                <a:gd name="T66" fmla="*/ 161 w 200"/>
                <a:gd name="T67" fmla="*/ 63 h 181"/>
                <a:gd name="T68" fmla="*/ 161 w 200"/>
                <a:gd name="T69" fmla="*/ 63 h 181"/>
                <a:gd name="T70" fmla="*/ 163 w 200"/>
                <a:gd name="T71" fmla="*/ 57 h 181"/>
                <a:gd name="T72" fmla="*/ 157 w 200"/>
                <a:gd name="T73" fmla="*/ 55 h 181"/>
                <a:gd name="T74" fmla="*/ 121 w 200"/>
                <a:gd name="T75" fmla="*/ 82 h 181"/>
                <a:gd name="T76" fmla="*/ 126 w 200"/>
                <a:gd name="T77" fmla="*/ 44 h 181"/>
                <a:gd name="T78" fmla="*/ 191 w 200"/>
                <a:gd name="T79" fmla="*/ 27 h 181"/>
                <a:gd name="T80" fmla="*/ 175 w 200"/>
                <a:gd name="T81" fmla="*/ 92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0" h="181">
                  <a:moveTo>
                    <a:pt x="196" y="18"/>
                  </a:moveTo>
                  <a:cubicBezTo>
                    <a:pt x="172" y="18"/>
                    <a:pt x="138" y="20"/>
                    <a:pt x="120" y="37"/>
                  </a:cubicBezTo>
                  <a:cubicBezTo>
                    <a:pt x="107" y="50"/>
                    <a:pt x="107" y="75"/>
                    <a:pt x="115" y="90"/>
                  </a:cubicBezTo>
                  <a:cubicBezTo>
                    <a:pt x="106" y="103"/>
                    <a:pt x="101" y="116"/>
                    <a:pt x="97" y="129"/>
                  </a:cubicBezTo>
                  <a:cubicBezTo>
                    <a:pt x="94" y="108"/>
                    <a:pt x="88" y="92"/>
                    <a:pt x="82" y="79"/>
                  </a:cubicBezTo>
                  <a:cubicBezTo>
                    <a:pt x="94" y="65"/>
                    <a:pt x="96" y="34"/>
                    <a:pt x="81" y="19"/>
                  </a:cubicBezTo>
                  <a:cubicBezTo>
                    <a:pt x="63" y="2"/>
                    <a:pt x="29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9"/>
                    <a:pt x="2" y="63"/>
                    <a:pt x="20" y="80"/>
                  </a:cubicBezTo>
                  <a:cubicBezTo>
                    <a:pt x="27" y="88"/>
                    <a:pt x="39" y="91"/>
                    <a:pt x="50" y="91"/>
                  </a:cubicBezTo>
                  <a:cubicBezTo>
                    <a:pt x="59" y="91"/>
                    <a:pt x="68" y="89"/>
                    <a:pt x="75" y="85"/>
                  </a:cubicBezTo>
                  <a:cubicBezTo>
                    <a:pt x="84" y="104"/>
                    <a:pt x="91" y="133"/>
                    <a:pt x="91" y="177"/>
                  </a:cubicBezTo>
                  <a:cubicBezTo>
                    <a:pt x="91" y="179"/>
                    <a:pt x="93" y="181"/>
                    <a:pt x="96" y="181"/>
                  </a:cubicBezTo>
                  <a:cubicBezTo>
                    <a:pt x="98" y="181"/>
                    <a:pt x="100" y="179"/>
                    <a:pt x="100" y="177"/>
                  </a:cubicBezTo>
                  <a:cubicBezTo>
                    <a:pt x="100" y="152"/>
                    <a:pt x="105" y="123"/>
                    <a:pt x="120" y="98"/>
                  </a:cubicBezTo>
                  <a:cubicBezTo>
                    <a:pt x="127" y="105"/>
                    <a:pt x="139" y="109"/>
                    <a:pt x="151" y="109"/>
                  </a:cubicBezTo>
                  <a:cubicBezTo>
                    <a:pt x="162" y="109"/>
                    <a:pt x="174" y="106"/>
                    <a:pt x="181" y="98"/>
                  </a:cubicBezTo>
                  <a:cubicBezTo>
                    <a:pt x="198" y="81"/>
                    <a:pt x="200" y="47"/>
                    <a:pt x="200" y="22"/>
                  </a:cubicBezTo>
                  <a:cubicBezTo>
                    <a:pt x="200" y="20"/>
                    <a:pt x="198" y="18"/>
                    <a:pt x="196" y="18"/>
                  </a:cubicBezTo>
                  <a:close/>
                  <a:moveTo>
                    <a:pt x="26" y="74"/>
                  </a:moveTo>
                  <a:cubicBezTo>
                    <a:pt x="12" y="60"/>
                    <a:pt x="10" y="31"/>
                    <a:pt x="10" y="9"/>
                  </a:cubicBezTo>
                  <a:cubicBezTo>
                    <a:pt x="32" y="9"/>
                    <a:pt x="60" y="12"/>
                    <a:pt x="74" y="26"/>
                  </a:cubicBezTo>
                  <a:cubicBezTo>
                    <a:pt x="85" y="36"/>
                    <a:pt x="84" y="59"/>
                    <a:pt x="77" y="70"/>
                  </a:cubicBezTo>
                  <a:cubicBezTo>
                    <a:pt x="66" y="53"/>
                    <a:pt x="54" y="44"/>
                    <a:pt x="48" y="40"/>
                  </a:cubicBezTo>
                  <a:cubicBezTo>
                    <a:pt x="46" y="39"/>
                    <a:pt x="45" y="38"/>
                    <a:pt x="45" y="38"/>
                  </a:cubicBezTo>
                  <a:cubicBezTo>
                    <a:pt x="43" y="36"/>
                    <a:pt x="40" y="36"/>
                    <a:pt x="38" y="38"/>
                  </a:cubicBezTo>
                  <a:cubicBezTo>
                    <a:pt x="36" y="39"/>
                    <a:pt x="36" y="42"/>
                    <a:pt x="38" y="44"/>
                  </a:cubicBezTo>
                  <a:cubicBezTo>
                    <a:pt x="39" y="45"/>
                    <a:pt x="41" y="46"/>
                    <a:pt x="43" y="47"/>
                  </a:cubicBezTo>
                  <a:cubicBezTo>
                    <a:pt x="49" y="52"/>
                    <a:pt x="60" y="59"/>
                    <a:pt x="70" y="77"/>
                  </a:cubicBezTo>
                  <a:cubicBezTo>
                    <a:pt x="59" y="84"/>
                    <a:pt x="36" y="84"/>
                    <a:pt x="26" y="74"/>
                  </a:cubicBezTo>
                  <a:close/>
                  <a:moveTo>
                    <a:pt x="175" y="92"/>
                  </a:moveTo>
                  <a:cubicBezTo>
                    <a:pt x="163" y="103"/>
                    <a:pt x="136" y="102"/>
                    <a:pt x="126" y="92"/>
                  </a:cubicBezTo>
                  <a:cubicBezTo>
                    <a:pt x="126" y="92"/>
                    <a:pt x="126" y="91"/>
                    <a:pt x="126" y="91"/>
                  </a:cubicBezTo>
                  <a:cubicBezTo>
                    <a:pt x="134" y="80"/>
                    <a:pt x="146" y="70"/>
                    <a:pt x="161" y="63"/>
                  </a:cubicBezTo>
                  <a:cubicBezTo>
                    <a:pt x="161" y="63"/>
                    <a:pt x="161" y="63"/>
                    <a:pt x="161" y="63"/>
                  </a:cubicBezTo>
                  <a:cubicBezTo>
                    <a:pt x="164" y="62"/>
                    <a:pt x="164" y="59"/>
                    <a:pt x="163" y="57"/>
                  </a:cubicBezTo>
                  <a:cubicBezTo>
                    <a:pt x="162" y="55"/>
                    <a:pt x="159" y="54"/>
                    <a:pt x="157" y="55"/>
                  </a:cubicBezTo>
                  <a:cubicBezTo>
                    <a:pt x="142" y="62"/>
                    <a:pt x="130" y="72"/>
                    <a:pt x="121" y="82"/>
                  </a:cubicBezTo>
                  <a:cubicBezTo>
                    <a:pt x="117" y="70"/>
                    <a:pt x="118" y="52"/>
                    <a:pt x="126" y="44"/>
                  </a:cubicBezTo>
                  <a:cubicBezTo>
                    <a:pt x="141" y="30"/>
                    <a:pt x="169" y="27"/>
                    <a:pt x="191" y="27"/>
                  </a:cubicBezTo>
                  <a:cubicBezTo>
                    <a:pt x="191" y="49"/>
                    <a:pt x="189" y="78"/>
                    <a:pt x="175" y="92"/>
                  </a:cubicBezTo>
                  <a:close/>
                </a:path>
              </a:pathLst>
            </a:custGeom>
            <a:solidFill>
              <a:srgbClr val="BD9EE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7713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F4DFF163-96B4-D28E-405A-0F138A2D0359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0EC87F-A911-800B-7B3A-C9BB8EFEE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alphaModFix amt="78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 contrast="2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12192000" cy="6858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701E8DC-E304-1CA7-AF21-50536ECD8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73824"/>
            <a:stretch>
              <a:fillRect/>
            </a:stretch>
          </p:blipFill>
          <p:spPr>
            <a:xfrm rot="5400000">
              <a:off x="10146002" y="2138567"/>
              <a:ext cx="3821279" cy="11172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DBAA1E1-194E-6A0B-24E4-A172B8FB0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44313" r="16197" b="63083"/>
            <a:stretch>
              <a:fillRect/>
            </a:stretch>
          </p:blipFill>
          <p:spPr>
            <a:xfrm rot="5400000">
              <a:off x="-675726" y="4049853"/>
              <a:ext cx="1509024" cy="157571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4989B15-81D1-2F67-D98B-54B6CFA54307}"/>
              </a:ext>
            </a:extLst>
          </p:cNvPr>
          <p:cNvGrpSpPr/>
          <p:nvPr/>
        </p:nvGrpSpPr>
        <p:grpSpPr>
          <a:xfrm>
            <a:off x="233281" y="280160"/>
            <a:ext cx="11725438" cy="6297678"/>
            <a:chOff x="233281" y="280160"/>
            <a:chExt cx="11725438" cy="6297678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788B5E-0A60-DB2D-AAEF-A9C13BB5E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alphaModFix amt="59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-20000" contrast="2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1913" t="4085" r="1913" b="4138"/>
            <a:stretch>
              <a:fillRect/>
            </a:stretch>
          </p:blipFill>
          <p:spPr>
            <a:xfrm>
              <a:off x="233281" y="280160"/>
              <a:ext cx="11725438" cy="6294048"/>
            </a:xfrm>
            <a:prstGeom prst="roundRect">
              <a:avLst>
                <a:gd name="adj" fmla="val 1614"/>
              </a:avLst>
            </a:prstGeom>
            <a:effectLst>
              <a:outerShdw blurRad="63500" sx="102000" sy="102000" algn="ctr" rotWithShape="0">
                <a:srgbClr val="7030A0">
                  <a:alpha val="12000"/>
                </a:srgbClr>
              </a:outerShdw>
            </a:effectLst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474F339-874E-4EF1-A897-548E5D220420}"/>
                </a:ext>
              </a:extLst>
            </p:cNvPr>
            <p:cNvSpPr/>
            <p:nvPr/>
          </p:nvSpPr>
          <p:spPr bwMode="auto">
            <a:xfrm>
              <a:off x="233281" y="280160"/>
              <a:ext cx="11725438" cy="6297678"/>
            </a:xfrm>
            <a:prstGeom prst="roundRect">
              <a:avLst>
                <a:gd name="adj" fmla="val 1613"/>
              </a:avLst>
            </a:prstGeom>
            <a:gradFill flip="none" rotWithShape="1">
              <a:gsLst>
                <a:gs pos="0">
                  <a:schemeClr val="bg1">
                    <a:alpha val="79000"/>
                  </a:schemeClr>
                </a:gs>
                <a:gs pos="100000">
                  <a:schemeClr val="bg1">
                    <a:alpha val="26000"/>
                  </a:schemeClr>
                </a:gs>
              </a:gsLst>
              <a:lin ang="27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3000">
                    <a:schemeClr val="accent1">
                      <a:lumMod val="45000"/>
                      <a:lumOff val="55000"/>
                      <a:alpha val="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F22A15C-3234-4B59-A39D-8316BE9FF241}"/>
              </a:ext>
            </a:extLst>
          </p:cNvPr>
          <p:cNvSpPr txBox="1"/>
          <p:nvPr/>
        </p:nvSpPr>
        <p:spPr>
          <a:xfrm>
            <a:off x="10262317" y="532757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2ABB0"/>
                </a:solidFill>
                <a:latin typeface="Arial" panose="020B0604020202020204" pitchFamily="34" charset="0"/>
              </a:rPr>
              <a:t>(25 mins)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E63792-4290-4304-9F37-2925255C69CF}"/>
              </a:ext>
            </a:extLst>
          </p:cNvPr>
          <p:cNvCxnSpPr>
            <a:cxnSpLocks/>
          </p:cNvCxnSpPr>
          <p:nvPr/>
        </p:nvCxnSpPr>
        <p:spPr bwMode="auto">
          <a:xfrm>
            <a:off x="1240809" y="897079"/>
            <a:ext cx="0" cy="568076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459FED">
                    <a:alpha val="0"/>
                  </a:srgbClr>
                </a:gs>
                <a:gs pos="100000">
                  <a:srgbClr val="459FED"/>
                </a:gs>
              </a:gsLst>
              <a:lin ang="162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86CC43-E82F-D0BE-B233-D3CA0C6EC742}"/>
              </a:ext>
            </a:extLst>
          </p:cNvPr>
          <p:cNvGrpSpPr/>
          <p:nvPr/>
        </p:nvGrpSpPr>
        <p:grpSpPr>
          <a:xfrm>
            <a:off x="1166280" y="2586360"/>
            <a:ext cx="3751034" cy="540000"/>
            <a:chOff x="1166280" y="2496607"/>
            <a:chExt cx="3751034" cy="54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B937489-4A6A-421C-81E6-7A154DD0AA6B}"/>
                </a:ext>
              </a:extLst>
            </p:cNvPr>
            <p:cNvSpPr/>
            <p:nvPr/>
          </p:nvSpPr>
          <p:spPr bwMode="auto">
            <a:xfrm>
              <a:off x="1645723" y="2496607"/>
              <a:ext cx="540000" cy="540000"/>
            </a:xfrm>
            <a:prstGeom prst="ellipse">
              <a:avLst/>
            </a:prstGeom>
            <a:noFill/>
            <a:ln w="6350" cmpd="sng">
              <a:solidFill>
                <a:srgbClr val="66737C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ECA250-3400-46B5-AAAC-312C96AA93A2}"/>
                </a:ext>
              </a:extLst>
            </p:cNvPr>
            <p:cNvSpPr txBox="1"/>
            <p:nvPr/>
          </p:nvSpPr>
          <p:spPr>
            <a:xfrm>
              <a:off x="2283260" y="2581941"/>
              <a:ext cx="2634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66737C"/>
                  </a:solidFill>
                  <a:latin typeface="Arial" panose="020B0604020202020204" pitchFamily="34" charset="0"/>
                </a:rPr>
                <a:t>Supplier Presentation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D97AA1B-8811-4039-9B12-F5F3A051195E}"/>
                </a:ext>
              </a:extLst>
            </p:cNvPr>
            <p:cNvGrpSpPr/>
            <p:nvPr/>
          </p:nvGrpSpPr>
          <p:grpSpPr>
            <a:xfrm>
              <a:off x="1166280" y="2692078"/>
              <a:ext cx="149058" cy="149058"/>
              <a:chOff x="485942" y="2692078"/>
              <a:chExt cx="149058" cy="149058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AFB525D-40EF-4F88-88EF-FDD8F712597E}"/>
                  </a:ext>
                </a:extLst>
              </p:cNvPr>
              <p:cNvSpPr/>
              <p:nvPr/>
            </p:nvSpPr>
            <p:spPr bwMode="auto">
              <a:xfrm>
                <a:off x="485942" y="2692078"/>
                <a:ext cx="149058" cy="149058"/>
              </a:xfrm>
              <a:prstGeom prst="ellipse">
                <a:avLst/>
              </a:prstGeom>
              <a:solidFill>
                <a:srgbClr val="DDDBE9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232BD7A-F9CB-44BC-B5BD-F760B3DA0822}"/>
                  </a:ext>
                </a:extLst>
              </p:cNvPr>
              <p:cNvSpPr/>
              <p:nvPr/>
            </p:nvSpPr>
            <p:spPr bwMode="auto">
              <a:xfrm>
                <a:off x="533889" y="2740025"/>
                <a:ext cx="53164" cy="53164"/>
              </a:xfrm>
              <a:prstGeom prst="ellipse">
                <a:avLst/>
              </a:prstGeom>
              <a:solidFill>
                <a:srgbClr val="66737C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1891052-09EF-4FBE-9DDB-4C178C0F3277}"/>
                </a:ext>
              </a:extLst>
            </p:cNvPr>
            <p:cNvCxnSpPr/>
            <p:nvPr/>
          </p:nvCxnSpPr>
          <p:spPr bwMode="auto">
            <a:xfrm>
              <a:off x="1315338" y="2766607"/>
              <a:ext cx="330385" cy="0"/>
            </a:xfrm>
            <a:prstGeom prst="line">
              <a:avLst/>
            </a:prstGeom>
            <a:noFill/>
            <a:ln w="9525" cap="rnd" cmpd="sng" algn="ctr">
              <a:solidFill>
                <a:srgbClr val="66737C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AC3AECC8-FB1F-4B38-B42B-75C45EC6BB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54609" y="2628994"/>
              <a:ext cx="322228" cy="322228"/>
              <a:chOff x="380" y="1302"/>
              <a:chExt cx="1093" cy="1093"/>
            </a:xfrm>
            <a:solidFill>
              <a:srgbClr val="66737C"/>
            </a:solidFill>
          </p:grpSpPr>
          <p:sp>
            <p:nvSpPr>
              <p:cNvPr id="38" name="Freeform 32">
                <a:extLst>
                  <a:ext uri="{FF2B5EF4-FFF2-40B4-BE49-F238E27FC236}">
                    <a16:creationId xmlns:a16="http://schemas.microsoft.com/office/drawing/2014/main" id="{5E08A412-52C4-4694-830D-B0B35BE9E3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0" y="1302"/>
                <a:ext cx="1093" cy="1093"/>
              </a:xfrm>
              <a:custGeom>
                <a:avLst/>
                <a:gdLst>
                  <a:gd name="T0" fmla="*/ 187 w 4372"/>
                  <a:gd name="T1" fmla="*/ 187 h 4372"/>
                  <a:gd name="T2" fmla="*/ 187 w 4372"/>
                  <a:gd name="T3" fmla="*/ 3309 h 4372"/>
                  <a:gd name="T4" fmla="*/ 4196 w 4372"/>
                  <a:gd name="T5" fmla="*/ 3309 h 4372"/>
                  <a:gd name="T6" fmla="*/ 4196 w 4372"/>
                  <a:gd name="T7" fmla="*/ 187 h 4372"/>
                  <a:gd name="T8" fmla="*/ 187 w 4372"/>
                  <a:gd name="T9" fmla="*/ 187 h 4372"/>
                  <a:gd name="T10" fmla="*/ 0 w 4372"/>
                  <a:gd name="T11" fmla="*/ 0 h 4372"/>
                  <a:gd name="T12" fmla="*/ 4372 w 4372"/>
                  <a:gd name="T13" fmla="*/ 0 h 4372"/>
                  <a:gd name="T14" fmla="*/ 4372 w 4372"/>
                  <a:gd name="T15" fmla="*/ 3488 h 4372"/>
                  <a:gd name="T16" fmla="*/ 2980 w 4372"/>
                  <a:gd name="T17" fmla="*/ 3488 h 4372"/>
                  <a:gd name="T18" fmla="*/ 3455 w 4372"/>
                  <a:gd name="T19" fmla="*/ 4275 h 4372"/>
                  <a:gd name="T20" fmla="*/ 3296 w 4372"/>
                  <a:gd name="T21" fmla="*/ 4372 h 4372"/>
                  <a:gd name="T22" fmla="*/ 2761 w 4372"/>
                  <a:gd name="T23" fmla="*/ 3488 h 4372"/>
                  <a:gd name="T24" fmla="*/ 2280 w 4372"/>
                  <a:gd name="T25" fmla="*/ 3488 h 4372"/>
                  <a:gd name="T26" fmla="*/ 2280 w 4372"/>
                  <a:gd name="T27" fmla="*/ 4078 h 4372"/>
                  <a:gd name="T28" fmla="*/ 2093 w 4372"/>
                  <a:gd name="T29" fmla="*/ 4078 h 4372"/>
                  <a:gd name="T30" fmla="*/ 2093 w 4372"/>
                  <a:gd name="T31" fmla="*/ 3488 h 4372"/>
                  <a:gd name="T32" fmla="*/ 1607 w 4372"/>
                  <a:gd name="T33" fmla="*/ 3488 h 4372"/>
                  <a:gd name="T34" fmla="*/ 1076 w 4372"/>
                  <a:gd name="T35" fmla="*/ 4368 h 4372"/>
                  <a:gd name="T36" fmla="*/ 917 w 4372"/>
                  <a:gd name="T37" fmla="*/ 4270 h 4372"/>
                  <a:gd name="T38" fmla="*/ 1390 w 4372"/>
                  <a:gd name="T39" fmla="*/ 3488 h 4372"/>
                  <a:gd name="T40" fmla="*/ 0 w 4372"/>
                  <a:gd name="T41" fmla="*/ 3488 h 4372"/>
                  <a:gd name="T42" fmla="*/ 0 w 4372"/>
                  <a:gd name="T43" fmla="*/ 0 h 4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372" h="4372">
                    <a:moveTo>
                      <a:pt x="187" y="187"/>
                    </a:moveTo>
                    <a:lnTo>
                      <a:pt x="187" y="3309"/>
                    </a:lnTo>
                    <a:lnTo>
                      <a:pt x="4196" y="3309"/>
                    </a:lnTo>
                    <a:lnTo>
                      <a:pt x="4196" y="187"/>
                    </a:lnTo>
                    <a:lnTo>
                      <a:pt x="187" y="187"/>
                    </a:lnTo>
                    <a:close/>
                    <a:moveTo>
                      <a:pt x="0" y="0"/>
                    </a:moveTo>
                    <a:lnTo>
                      <a:pt x="4372" y="0"/>
                    </a:lnTo>
                    <a:lnTo>
                      <a:pt x="4372" y="3488"/>
                    </a:lnTo>
                    <a:lnTo>
                      <a:pt x="2980" y="3488"/>
                    </a:lnTo>
                    <a:lnTo>
                      <a:pt x="3455" y="4275"/>
                    </a:lnTo>
                    <a:lnTo>
                      <a:pt x="3296" y="4372"/>
                    </a:lnTo>
                    <a:lnTo>
                      <a:pt x="2761" y="3488"/>
                    </a:lnTo>
                    <a:lnTo>
                      <a:pt x="2280" y="3488"/>
                    </a:lnTo>
                    <a:lnTo>
                      <a:pt x="2280" y="4078"/>
                    </a:lnTo>
                    <a:lnTo>
                      <a:pt x="2093" y="4078"/>
                    </a:lnTo>
                    <a:lnTo>
                      <a:pt x="2093" y="3488"/>
                    </a:lnTo>
                    <a:lnTo>
                      <a:pt x="1607" y="3488"/>
                    </a:lnTo>
                    <a:lnTo>
                      <a:pt x="1076" y="4368"/>
                    </a:lnTo>
                    <a:lnTo>
                      <a:pt x="917" y="4270"/>
                    </a:lnTo>
                    <a:lnTo>
                      <a:pt x="1390" y="3488"/>
                    </a:lnTo>
                    <a:lnTo>
                      <a:pt x="0" y="348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33">
                <a:extLst>
                  <a:ext uri="{FF2B5EF4-FFF2-40B4-BE49-F238E27FC236}">
                    <a16:creationId xmlns:a16="http://schemas.microsoft.com/office/drawing/2014/main" id="{430343D1-73F2-46CB-9A77-4DB7EF2588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8" y="1705"/>
                <a:ext cx="200" cy="316"/>
              </a:xfrm>
              <a:custGeom>
                <a:avLst/>
                <a:gdLst>
                  <a:gd name="T0" fmla="*/ 186 w 801"/>
                  <a:gd name="T1" fmla="*/ 179 h 1266"/>
                  <a:gd name="T2" fmla="*/ 186 w 801"/>
                  <a:gd name="T3" fmla="*/ 1079 h 1266"/>
                  <a:gd name="T4" fmla="*/ 614 w 801"/>
                  <a:gd name="T5" fmla="*/ 1079 h 1266"/>
                  <a:gd name="T6" fmla="*/ 614 w 801"/>
                  <a:gd name="T7" fmla="*/ 179 h 1266"/>
                  <a:gd name="T8" fmla="*/ 186 w 801"/>
                  <a:gd name="T9" fmla="*/ 179 h 1266"/>
                  <a:gd name="T10" fmla="*/ 0 w 801"/>
                  <a:gd name="T11" fmla="*/ 0 h 1266"/>
                  <a:gd name="T12" fmla="*/ 801 w 801"/>
                  <a:gd name="T13" fmla="*/ 0 h 1266"/>
                  <a:gd name="T14" fmla="*/ 801 w 801"/>
                  <a:gd name="T15" fmla="*/ 1266 h 1266"/>
                  <a:gd name="T16" fmla="*/ 0 w 801"/>
                  <a:gd name="T17" fmla="*/ 1266 h 1266"/>
                  <a:gd name="T18" fmla="*/ 0 w 801"/>
                  <a:gd name="T19" fmla="*/ 0 h 1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1" h="1266">
                    <a:moveTo>
                      <a:pt x="186" y="179"/>
                    </a:moveTo>
                    <a:lnTo>
                      <a:pt x="186" y="1079"/>
                    </a:lnTo>
                    <a:lnTo>
                      <a:pt x="614" y="1079"/>
                    </a:lnTo>
                    <a:lnTo>
                      <a:pt x="614" y="179"/>
                    </a:lnTo>
                    <a:lnTo>
                      <a:pt x="186" y="179"/>
                    </a:lnTo>
                    <a:close/>
                    <a:moveTo>
                      <a:pt x="0" y="0"/>
                    </a:moveTo>
                    <a:lnTo>
                      <a:pt x="801" y="0"/>
                    </a:lnTo>
                    <a:lnTo>
                      <a:pt x="801" y="1266"/>
                    </a:lnTo>
                    <a:lnTo>
                      <a:pt x="0" y="126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34">
                <a:extLst>
                  <a:ext uri="{FF2B5EF4-FFF2-40B4-BE49-F238E27FC236}">
                    <a16:creationId xmlns:a16="http://schemas.microsoft.com/office/drawing/2014/main" id="{92CD6807-9CC6-431D-B6BD-2661608B15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6" y="1487"/>
                <a:ext cx="201" cy="535"/>
              </a:xfrm>
              <a:custGeom>
                <a:avLst/>
                <a:gdLst>
                  <a:gd name="T0" fmla="*/ 185 w 800"/>
                  <a:gd name="T1" fmla="*/ 186 h 2138"/>
                  <a:gd name="T2" fmla="*/ 185 w 800"/>
                  <a:gd name="T3" fmla="*/ 1950 h 2138"/>
                  <a:gd name="T4" fmla="*/ 615 w 800"/>
                  <a:gd name="T5" fmla="*/ 1950 h 2138"/>
                  <a:gd name="T6" fmla="*/ 615 w 800"/>
                  <a:gd name="T7" fmla="*/ 186 h 2138"/>
                  <a:gd name="T8" fmla="*/ 185 w 800"/>
                  <a:gd name="T9" fmla="*/ 186 h 2138"/>
                  <a:gd name="T10" fmla="*/ 0 w 800"/>
                  <a:gd name="T11" fmla="*/ 0 h 2138"/>
                  <a:gd name="T12" fmla="*/ 800 w 800"/>
                  <a:gd name="T13" fmla="*/ 0 h 2138"/>
                  <a:gd name="T14" fmla="*/ 800 w 800"/>
                  <a:gd name="T15" fmla="*/ 2138 h 2138"/>
                  <a:gd name="T16" fmla="*/ 0 w 800"/>
                  <a:gd name="T17" fmla="*/ 2138 h 2138"/>
                  <a:gd name="T18" fmla="*/ 0 w 800"/>
                  <a:gd name="T19" fmla="*/ 0 h 2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0" h="2138">
                    <a:moveTo>
                      <a:pt x="185" y="186"/>
                    </a:moveTo>
                    <a:lnTo>
                      <a:pt x="185" y="1950"/>
                    </a:lnTo>
                    <a:lnTo>
                      <a:pt x="615" y="1950"/>
                    </a:lnTo>
                    <a:lnTo>
                      <a:pt x="615" y="186"/>
                    </a:lnTo>
                    <a:lnTo>
                      <a:pt x="185" y="186"/>
                    </a:lnTo>
                    <a:close/>
                    <a:moveTo>
                      <a:pt x="0" y="0"/>
                    </a:moveTo>
                    <a:lnTo>
                      <a:pt x="800" y="0"/>
                    </a:lnTo>
                    <a:lnTo>
                      <a:pt x="800" y="2138"/>
                    </a:lnTo>
                    <a:lnTo>
                      <a:pt x="0" y="213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35">
                <a:extLst>
                  <a:ext uri="{FF2B5EF4-FFF2-40B4-BE49-F238E27FC236}">
                    <a16:creationId xmlns:a16="http://schemas.microsoft.com/office/drawing/2014/main" id="{099AFA40-9857-4097-B12A-FE522B3D73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5" y="1607"/>
                <a:ext cx="200" cy="415"/>
              </a:xfrm>
              <a:custGeom>
                <a:avLst/>
                <a:gdLst>
                  <a:gd name="T0" fmla="*/ 187 w 801"/>
                  <a:gd name="T1" fmla="*/ 187 h 1660"/>
                  <a:gd name="T2" fmla="*/ 187 w 801"/>
                  <a:gd name="T3" fmla="*/ 1472 h 1660"/>
                  <a:gd name="T4" fmla="*/ 615 w 801"/>
                  <a:gd name="T5" fmla="*/ 1472 h 1660"/>
                  <a:gd name="T6" fmla="*/ 615 w 801"/>
                  <a:gd name="T7" fmla="*/ 187 h 1660"/>
                  <a:gd name="T8" fmla="*/ 187 w 801"/>
                  <a:gd name="T9" fmla="*/ 187 h 1660"/>
                  <a:gd name="T10" fmla="*/ 0 w 801"/>
                  <a:gd name="T11" fmla="*/ 0 h 1660"/>
                  <a:gd name="T12" fmla="*/ 801 w 801"/>
                  <a:gd name="T13" fmla="*/ 0 h 1660"/>
                  <a:gd name="T14" fmla="*/ 801 w 801"/>
                  <a:gd name="T15" fmla="*/ 1660 h 1660"/>
                  <a:gd name="T16" fmla="*/ 0 w 801"/>
                  <a:gd name="T17" fmla="*/ 1660 h 1660"/>
                  <a:gd name="T18" fmla="*/ 0 w 801"/>
                  <a:gd name="T19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1" h="1660">
                    <a:moveTo>
                      <a:pt x="187" y="187"/>
                    </a:moveTo>
                    <a:lnTo>
                      <a:pt x="187" y="1472"/>
                    </a:lnTo>
                    <a:lnTo>
                      <a:pt x="615" y="1472"/>
                    </a:lnTo>
                    <a:lnTo>
                      <a:pt x="615" y="187"/>
                    </a:lnTo>
                    <a:lnTo>
                      <a:pt x="187" y="187"/>
                    </a:lnTo>
                    <a:close/>
                    <a:moveTo>
                      <a:pt x="0" y="0"/>
                    </a:moveTo>
                    <a:lnTo>
                      <a:pt x="801" y="0"/>
                    </a:lnTo>
                    <a:lnTo>
                      <a:pt x="801" y="1660"/>
                    </a:lnTo>
                    <a:lnTo>
                      <a:pt x="0" y="166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BC29C5-1318-47F6-9AA4-0E746BFEDDDF}"/>
              </a:ext>
            </a:extLst>
          </p:cNvPr>
          <p:cNvGrpSpPr/>
          <p:nvPr/>
        </p:nvGrpSpPr>
        <p:grpSpPr>
          <a:xfrm>
            <a:off x="798554" y="280161"/>
            <a:ext cx="3090317" cy="616918"/>
            <a:chOff x="380784" y="280161"/>
            <a:chExt cx="3090317" cy="616918"/>
          </a:xfrm>
          <a:solidFill>
            <a:srgbClr val="459FED"/>
          </a:solidFill>
        </p:grpSpPr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2A3B19BB-C86D-472F-B8F8-8C5F03039CC6}"/>
                </a:ext>
              </a:extLst>
            </p:cNvPr>
            <p:cNvSpPr/>
            <p:nvPr/>
          </p:nvSpPr>
          <p:spPr bwMode="auto">
            <a:xfrm>
              <a:off x="470511" y="280161"/>
              <a:ext cx="2910864" cy="616918"/>
            </a:xfrm>
            <a:prstGeom prst="round2SameRect">
              <a:avLst>
                <a:gd name="adj1" fmla="val 0"/>
                <a:gd name="adj2" fmla="val 10705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chemeClr val="accent3">
                        <a:lumMod val="20000"/>
                        <a:lumOff val="80000"/>
                        <a:alpha val="20000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rtlCol="0" anchor="ctr"/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CONTENTS</a:t>
              </a: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78777FE-05B2-4194-B905-20680D2C71C8}"/>
                </a:ext>
              </a:extLst>
            </p:cNvPr>
            <p:cNvSpPr/>
            <p:nvPr/>
          </p:nvSpPr>
          <p:spPr bwMode="auto">
            <a:xfrm>
              <a:off x="380784" y="280162"/>
              <a:ext cx="89726" cy="89726"/>
            </a:xfrm>
            <a:custGeom>
              <a:avLst/>
              <a:gdLst>
                <a:gd name="connsiteX0" fmla="*/ 404772 w 404774"/>
                <a:gd name="connsiteY0" fmla="*/ 404753 h 404773"/>
                <a:gd name="connsiteX1" fmla="*/ 404774 w 404774"/>
                <a:gd name="connsiteY1" fmla="*/ 404773 h 404773"/>
                <a:gd name="connsiteX2" fmla="*/ 0 w 404774"/>
                <a:gd name="connsiteY2" fmla="*/ 404773 h 404773"/>
                <a:gd name="connsiteX3" fmla="*/ 0 w 404774"/>
                <a:gd name="connsiteY3" fmla="*/ 404772 h 404773"/>
                <a:gd name="connsiteX4" fmla="*/ 404772 w 404774"/>
                <a:gd name="connsiteY4" fmla="*/ 404772 h 404773"/>
                <a:gd name="connsiteX5" fmla="*/ 0 w 404774"/>
                <a:gd name="connsiteY5" fmla="*/ 0 h 404773"/>
                <a:gd name="connsiteX6" fmla="*/ 404772 w 404774"/>
                <a:gd name="connsiteY6" fmla="*/ 0 h 404773"/>
                <a:gd name="connsiteX7" fmla="*/ 404772 w 404774"/>
                <a:gd name="connsiteY7" fmla="*/ 404753 h 404773"/>
                <a:gd name="connsiteX8" fmla="*/ 400264 w 404774"/>
                <a:gd name="connsiteY8" fmla="*/ 360043 h 404773"/>
                <a:gd name="connsiteX9" fmla="*/ 44731 w 404774"/>
                <a:gd name="connsiteY9" fmla="*/ 4510 h 404773"/>
                <a:gd name="connsiteX10" fmla="*/ 0 w 404774"/>
                <a:gd name="connsiteY10" fmla="*/ 1 h 40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4774" h="404773">
                  <a:moveTo>
                    <a:pt x="404772" y="404753"/>
                  </a:moveTo>
                  <a:lnTo>
                    <a:pt x="404774" y="404773"/>
                  </a:lnTo>
                  <a:lnTo>
                    <a:pt x="0" y="404773"/>
                  </a:lnTo>
                  <a:lnTo>
                    <a:pt x="0" y="404772"/>
                  </a:lnTo>
                  <a:lnTo>
                    <a:pt x="404772" y="404772"/>
                  </a:lnTo>
                  <a:close/>
                  <a:moveTo>
                    <a:pt x="0" y="0"/>
                  </a:moveTo>
                  <a:lnTo>
                    <a:pt x="404772" y="0"/>
                  </a:lnTo>
                  <a:lnTo>
                    <a:pt x="404772" y="404753"/>
                  </a:lnTo>
                  <a:lnTo>
                    <a:pt x="400264" y="360043"/>
                  </a:lnTo>
                  <a:cubicBezTo>
                    <a:pt x="363747" y="181586"/>
                    <a:pt x="223189" y="41027"/>
                    <a:pt x="44731" y="451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7181AA-B9A8-4C8A-938E-1F32439E1AA4}"/>
                </a:ext>
              </a:extLst>
            </p:cNvPr>
            <p:cNvSpPr/>
            <p:nvPr/>
          </p:nvSpPr>
          <p:spPr bwMode="auto">
            <a:xfrm flipH="1">
              <a:off x="3381375" y="280162"/>
              <a:ext cx="89726" cy="89726"/>
            </a:xfrm>
            <a:custGeom>
              <a:avLst/>
              <a:gdLst>
                <a:gd name="connsiteX0" fmla="*/ 404772 w 404774"/>
                <a:gd name="connsiteY0" fmla="*/ 404753 h 404773"/>
                <a:gd name="connsiteX1" fmla="*/ 404774 w 404774"/>
                <a:gd name="connsiteY1" fmla="*/ 404773 h 404773"/>
                <a:gd name="connsiteX2" fmla="*/ 0 w 404774"/>
                <a:gd name="connsiteY2" fmla="*/ 404773 h 404773"/>
                <a:gd name="connsiteX3" fmla="*/ 0 w 404774"/>
                <a:gd name="connsiteY3" fmla="*/ 404772 h 404773"/>
                <a:gd name="connsiteX4" fmla="*/ 404772 w 404774"/>
                <a:gd name="connsiteY4" fmla="*/ 404772 h 404773"/>
                <a:gd name="connsiteX5" fmla="*/ 0 w 404774"/>
                <a:gd name="connsiteY5" fmla="*/ 0 h 404773"/>
                <a:gd name="connsiteX6" fmla="*/ 404772 w 404774"/>
                <a:gd name="connsiteY6" fmla="*/ 0 h 404773"/>
                <a:gd name="connsiteX7" fmla="*/ 404772 w 404774"/>
                <a:gd name="connsiteY7" fmla="*/ 404753 h 404773"/>
                <a:gd name="connsiteX8" fmla="*/ 400264 w 404774"/>
                <a:gd name="connsiteY8" fmla="*/ 360043 h 404773"/>
                <a:gd name="connsiteX9" fmla="*/ 44731 w 404774"/>
                <a:gd name="connsiteY9" fmla="*/ 4510 h 404773"/>
                <a:gd name="connsiteX10" fmla="*/ 0 w 404774"/>
                <a:gd name="connsiteY10" fmla="*/ 1 h 40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4774" h="404773">
                  <a:moveTo>
                    <a:pt x="404772" y="404753"/>
                  </a:moveTo>
                  <a:lnTo>
                    <a:pt x="404774" y="404773"/>
                  </a:lnTo>
                  <a:lnTo>
                    <a:pt x="0" y="404773"/>
                  </a:lnTo>
                  <a:lnTo>
                    <a:pt x="0" y="404772"/>
                  </a:lnTo>
                  <a:lnTo>
                    <a:pt x="404772" y="404772"/>
                  </a:lnTo>
                  <a:close/>
                  <a:moveTo>
                    <a:pt x="0" y="0"/>
                  </a:moveTo>
                  <a:lnTo>
                    <a:pt x="404772" y="0"/>
                  </a:lnTo>
                  <a:lnTo>
                    <a:pt x="404772" y="404753"/>
                  </a:lnTo>
                  <a:lnTo>
                    <a:pt x="400264" y="360043"/>
                  </a:lnTo>
                  <a:cubicBezTo>
                    <a:pt x="363747" y="181586"/>
                    <a:pt x="223189" y="41027"/>
                    <a:pt x="44731" y="451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DB6688D-66B2-9A3D-C6A9-8EC33AC7288C}"/>
              </a:ext>
            </a:extLst>
          </p:cNvPr>
          <p:cNvGrpSpPr/>
          <p:nvPr/>
        </p:nvGrpSpPr>
        <p:grpSpPr>
          <a:xfrm>
            <a:off x="1166280" y="1693979"/>
            <a:ext cx="2648168" cy="540000"/>
            <a:chOff x="1166280" y="1693979"/>
            <a:chExt cx="2648168" cy="5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C763EF2-55F0-421D-90F9-08D3ED5D026D}"/>
                </a:ext>
              </a:extLst>
            </p:cNvPr>
            <p:cNvSpPr/>
            <p:nvPr/>
          </p:nvSpPr>
          <p:spPr bwMode="auto">
            <a:xfrm>
              <a:off x="1645723" y="1693979"/>
              <a:ext cx="540000" cy="540000"/>
            </a:xfrm>
            <a:prstGeom prst="ellipse">
              <a:avLst/>
            </a:prstGeom>
            <a:solidFill>
              <a:srgbClr val="459FED"/>
            </a:solidFill>
            <a:ln w="6350" cmpd="sng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71FC35-1FF7-42B3-B8CE-745624EB1375}"/>
                </a:ext>
              </a:extLst>
            </p:cNvPr>
            <p:cNvSpPr txBox="1"/>
            <p:nvPr/>
          </p:nvSpPr>
          <p:spPr>
            <a:xfrm>
              <a:off x="2283260" y="1779313"/>
              <a:ext cx="1531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013253">
                      <a:lumMod val="50000"/>
                      <a:lumOff val="50000"/>
                    </a:srgbClr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en-US" dirty="0">
                  <a:solidFill>
                    <a:srgbClr val="3192EB"/>
                  </a:solidFill>
                </a:rPr>
                <a:t>Introduction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B4545D7-94CE-475A-9259-1FADC16826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15338" y="1963979"/>
              <a:ext cx="330385" cy="0"/>
            </a:xfrm>
            <a:prstGeom prst="line">
              <a:avLst/>
            </a:prstGeom>
            <a:noFill/>
            <a:ln w="9525" cap="rnd" cmpd="sng" algn="ctr">
              <a:gradFill flip="none" rotWithShape="1">
                <a:gsLst>
                  <a:gs pos="20000">
                    <a:srgbClr val="BC2CB9"/>
                  </a:gs>
                  <a:gs pos="84000">
                    <a:srgbClr val="4FB7F6"/>
                  </a:gs>
                </a:gsLst>
                <a:lin ang="0" scaled="1"/>
                <a:tileRect/>
              </a:gra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B496CF66-4F51-4FB8-AE44-66240A667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761487" y="1780993"/>
              <a:ext cx="320084" cy="365972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394E33F-71AB-7B83-82E0-D1BA1E7957C7}"/>
                </a:ext>
              </a:extLst>
            </p:cNvPr>
            <p:cNvGrpSpPr/>
            <p:nvPr/>
          </p:nvGrpSpPr>
          <p:grpSpPr>
            <a:xfrm>
              <a:off x="1166280" y="1889450"/>
              <a:ext cx="149058" cy="149058"/>
              <a:chOff x="1166280" y="1889450"/>
              <a:chExt cx="149058" cy="149058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7137784-41AD-4DD5-88EC-FBEE415F05AE}"/>
                  </a:ext>
                </a:extLst>
              </p:cNvPr>
              <p:cNvSpPr/>
              <p:nvPr/>
            </p:nvSpPr>
            <p:spPr bwMode="auto">
              <a:xfrm>
                <a:off x="1166280" y="1889450"/>
                <a:ext cx="149058" cy="149058"/>
              </a:xfrm>
              <a:prstGeom prst="ellipse">
                <a:avLst/>
              </a:prstGeom>
              <a:solidFill>
                <a:srgbClr val="D8B1DD"/>
              </a:solidFill>
              <a:ln w="6350" cmpd="sng">
                <a:noFill/>
                <a:miter lim="800000"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2FCF7BE-68AC-4D6B-9373-8CD0655BA8C8}"/>
                  </a:ext>
                </a:extLst>
              </p:cNvPr>
              <p:cNvSpPr/>
              <p:nvPr/>
            </p:nvSpPr>
            <p:spPr bwMode="auto">
              <a:xfrm>
                <a:off x="1214227" y="1937397"/>
                <a:ext cx="53164" cy="53164"/>
              </a:xfrm>
              <a:prstGeom prst="ellipse">
                <a:avLst/>
              </a:prstGeom>
              <a:solidFill>
                <a:srgbClr val="BD2BBA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85B166C-0D61-C260-99FC-DBE0FDEB5829}"/>
              </a:ext>
            </a:extLst>
          </p:cNvPr>
          <p:cNvGrpSpPr/>
          <p:nvPr/>
        </p:nvGrpSpPr>
        <p:grpSpPr>
          <a:xfrm>
            <a:off x="2384139" y="2219108"/>
            <a:ext cx="5858161" cy="58278"/>
            <a:chOff x="2384139" y="2202174"/>
            <a:chExt cx="5858161" cy="5827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48274A1-114E-445A-8636-D0F5D51A923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97760" y="2251757"/>
              <a:ext cx="5844540" cy="0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80000">
                    <a:srgbClr val="E286E0"/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5175229-2268-5339-C819-33CCC610030C}"/>
                </a:ext>
              </a:extLst>
            </p:cNvPr>
            <p:cNvSpPr/>
            <p:nvPr/>
          </p:nvSpPr>
          <p:spPr bwMode="auto">
            <a:xfrm rot="5400000">
              <a:off x="2561497" y="2024816"/>
              <a:ext cx="58278" cy="412994"/>
            </a:xfrm>
            <a:prstGeom prst="roundRect">
              <a:avLst>
                <a:gd name="adj" fmla="val 1748492"/>
              </a:avLst>
            </a:prstGeom>
            <a:gradFill flip="none" rotWithShape="1">
              <a:gsLst>
                <a:gs pos="64000">
                  <a:srgbClr val="E286E0"/>
                </a:gs>
                <a:gs pos="97000">
                  <a:srgbClr val="DA64D7"/>
                </a:gs>
                <a:gs pos="0">
                  <a:srgbClr val="00B0F0"/>
                </a:gs>
              </a:gsLst>
              <a:lin ang="8400000" scaled="0"/>
              <a:tileRect/>
            </a:gradFill>
            <a:ln w="6350" cap="flat" cmpd="sng" algn="ctr">
              <a:noFill/>
              <a:prstDash val="solid"/>
              <a:miter lim="800000"/>
            </a:ln>
            <a:effectLst>
              <a:outerShdw blurRad="50800" dist="25400" dir="5400000" algn="t" rotWithShape="0">
                <a:srgbClr val="0070C0">
                  <a:alpha val="27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38100" h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20303D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9151F94-4986-CD14-9B12-0476D42801BB}"/>
              </a:ext>
            </a:extLst>
          </p:cNvPr>
          <p:cNvGrpSpPr/>
          <p:nvPr/>
        </p:nvGrpSpPr>
        <p:grpSpPr>
          <a:xfrm>
            <a:off x="1166280" y="3478740"/>
            <a:ext cx="3751034" cy="540000"/>
            <a:chOff x="1166280" y="3478740"/>
            <a:chExt cx="3751034" cy="540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4158706-123C-03B3-E99D-DE033570F1E4}"/>
                </a:ext>
              </a:extLst>
            </p:cNvPr>
            <p:cNvSpPr/>
            <p:nvPr/>
          </p:nvSpPr>
          <p:spPr bwMode="auto">
            <a:xfrm>
              <a:off x="1645723" y="3478740"/>
              <a:ext cx="540000" cy="540000"/>
            </a:xfrm>
            <a:prstGeom prst="ellipse">
              <a:avLst/>
            </a:prstGeom>
            <a:noFill/>
            <a:ln w="6350" cmpd="sng">
              <a:solidFill>
                <a:srgbClr val="66737C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F71A84-459F-C4C4-32C1-C139577BDF8E}"/>
                </a:ext>
              </a:extLst>
            </p:cNvPr>
            <p:cNvSpPr txBox="1"/>
            <p:nvPr/>
          </p:nvSpPr>
          <p:spPr>
            <a:xfrm>
              <a:off x="2283260" y="3564074"/>
              <a:ext cx="2634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66737C"/>
                  </a:solidFill>
                  <a:latin typeface="Arial" panose="020B0604020202020204" pitchFamily="34" charset="0"/>
                </a:rPr>
                <a:t>Q&amp;A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1158A0B-519F-0B80-24A4-1A5AAE61AD81}"/>
                </a:ext>
              </a:extLst>
            </p:cNvPr>
            <p:cNvGrpSpPr/>
            <p:nvPr/>
          </p:nvGrpSpPr>
          <p:grpSpPr>
            <a:xfrm>
              <a:off x="1166280" y="3674211"/>
              <a:ext cx="149058" cy="149058"/>
              <a:chOff x="485942" y="2692078"/>
              <a:chExt cx="149058" cy="149058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61B5712-6DFE-B3FC-F67F-F3545981B070}"/>
                  </a:ext>
                </a:extLst>
              </p:cNvPr>
              <p:cNvSpPr/>
              <p:nvPr/>
            </p:nvSpPr>
            <p:spPr bwMode="auto">
              <a:xfrm>
                <a:off x="485942" y="2692078"/>
                <a:ext cx="149058" cy="149058"/>
              </a:xfrm>
              <a:prstGeom prst="ellipse">
                <a:avLst/>
              </a:prstGeom>
              <a:solidFill>
                <a:srgbClr val="DDDBE9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3D45A4D-DAEB-9C5E-BD5C-78AE3D116FD2}"/>
                  </a:ext>
                </a:extLst>
              </p:cNvPr>
              <p:cNvSpPr/>
              <p:nvPr/>
            </p:nvSpPr>
            <p:spPr bwMode="auto">
              <a:xfrm>
                <a:off x="533889" y="2740025"/>
                <a:ext cx="53164" cy="53164"/>
              </a:xfrm>
              <a:prstGeom prst="ellipse">
                <a:avLst/>
              </a:prstGeom>
              <a:solidFill>
                <a:srgbClr val="66737C"/>
              </a:solidFill>
              <a:ln w="6350" cmpd="sng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459FED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algn="ctr"/>
                <a:endParaRPr lang="en-IN"/>
              </a:p>
            </p:txBody>
          </p: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D66E07-F714-5EE3-A9A4-64D2A4A6659B}"/>
                </a:ext>
              </a:extLst>
            </p:cNvPr>
            <p:cNvCxnSpPr/>
            <p:nvPr/>
          </p:nvCxnSpPr>
          <p:spPr bwMode="auto">
            <a:xfrm>
              <a:off x="1315338" y="3748740"/>
              <a:ext cx="330385" cy="0"/>
            </a:xfrm>
            <a:prstGeom prst="line">
              <a:avLst/>
            </a:prstGeom>
            <a:noFill/>
            <a:ln w="9525" cap="rnd" cmpd="sng" algn="ctr">
              <a:solidFill>
                <a:srgbClr val="66737C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6A5021E3-919F-D28C-B699-04A00B196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54107" y="3571911"/>
              <a:ext cx="327464" cy="327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277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icture containing text&#10;&#10;Description automatically generated">
            <a:extLst>
              <a:ext uri="{FF2B5EF4-FFF2-40B4-BE49-F238E27FC236}">
                <a16:creationId xmlns:a16="http://schemas.microsoft.com/office/drawing/2014/main" id="{105EF015-578A-EF94-4A73-D8532C329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8C1836-8762-999A-20CE-800DC0BED4B1}"/>
              </a:ext>
            </a:extLst>
          </p:cNvPr>
          <p:cNvSpPr/>
          <p:nvPr/>
        </p:nvSpPr>
        <p:spPr>
          <a:xfrm>
            <a:off x="812800" y="1945641"/>
            <a:ext cx="9588500" cy="637954"/>
          </a:xfrm>
          <a:prstGeom prst="roundRect">
            <a:avLst>
              <a:gd name="adj" fmla="val 15926"/>
            </a:avLst>
          </a:prstGeom>
          <a:gradFill>
            <a:gsLst>
              <a:gs pos="0">
                <a:srgbClr val="F0F8FE"/>
              </a:gs>
              <a:gs pos="26000">
                <a:srgbClr val="F2EFF5"/>
              </a:gs>
              <a:gs pos="100000">
                <a:srgbClr val="F4F2F8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>
            <a:outerShdw blurRad="190500" dist="38100" dir="5400000" algn="t" rotWithShape="0">
              <a:srgbClr val="795EA2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CC83C7-AA7A-2D45-86EC-B9F3447DAF74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1794329" y="1142071"/>
            <a:ext cx="1814" cy="5453462"/>
          </a:xfrm>
          <a:prstGeom prst="line">
            <a:avLst/>
          </a:prstGeom>
          <a:ln w="5715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11B6F8-BE1B-6387-AC03-61DE136C93EE}"/>
              </a:ext>
            </a:extLst>
          </p:cNvPr>
          <p:cNvSpPr txBox="1"/>
          <p:nvPr/>
        </p:nvSpPr>
        <p:spPr>
          <a:xfrm>
            <a:off x="2173644" y="2095341"/>
            <a:ext cx="3922356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IN" sz="1600" b="1" dirty="0">
                <a:solidFill>
                  <a:srgbClr val="472380"/>
                </a:solidFill>
              </a:rPr>
              <a:t>Introduction of Workshop Participants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5280A-1226-C3C3-4A90-7AD831E9131C}"/>
              </a:ext>
            </a:extLst>
          </p:cNvPr>
          <p:cNvSpPr txBox="1"/>
          <p:nvPr/>
        </p:nvSpPr>
        <p:spPr>
          <a:xfrm>
            <a:off x="2173644" y="2863736"/>
            <a:ext cx="2872389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IN" sz="1600" dirty="0">
                <a:solidFill>
                  <a:srgbClr val="43515C"/>
                </a:solidFill>
              </a:rPr>
              <a:t>Reiteration of Workshop 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4CF64-2C1E-B1AF-91EF-6AFA0F098F18}"/>
              </a:ext>
            </a:extLst>
          </p:cNvPr>
          <p:cNvSpPr txBox="1"/>
          <p:nvPr/>
        </p:nvSpPr>
        <p:spPr>
          <a:xfrm>
            <a:off x="2173644" y="3632131"/>
            <a:ext cx="7313220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600" dirty="0">
                <a:solidFill>
                  <a:srgbClr val="43515C"/>
                </a:solidFill>
              </a:rPr>
              <a:t>Overview of Key Developments In Digital Procurement &amp; Industry Benchmarks</a:t>
            </a:r>
            <a:endParaRPr lang="en-IN" sz="1600" dirty="0">
              <a:solidFill>
                <a:srgbClr val="43515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C0D31-E573-E4AF-E06A-36708A7C5C90}"/>
              </a:ext>
            </a:extLst>
          </p:cNvPr>
          <p:cNvSpPr txBox="1"/>
          <p:nvPr/>
        </p:nvSpPr>
        <p:spPr>
          <a:xfrm>
            <a:off x="2173644" y="4400526"/>
            <a:ext cx="575978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600" dirty="0">
                <a:solidFill>
                  <a:srgbClr val="43515C"/>
                </a:solidFill>
              </a:rPr>
              <a:t>Deep Dive Into 5 Key Focus Areas / Challenges for Mondelez</a:t>
            </a:r>
            <a:endParaRPr lang="en-IN" sz="1600" dirty="0">
              <a:solidFill>
                <a:srgbClr val="43515C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D406C0-D64B-AE40-D079-A6B5B9826F1C}"/>
              </a:ext>
            </a:extLst>
          </p:cNvPr>
          <p:cNvSpPr txBox="1"/>
          <p:nvPr/>
        </p:nvSpPr>
        <p:spPr>
          <a:xfrm>
            <a:off x="2173644" y="5168922"/>
            <a:ext cx="2779928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IN" sz="1600" dirty="0">
                <a:solidFill>
                  <a:srgbClr val="43515C"/>
                </a:solidFill>
              </a:rPr>
              <a:t>Conclusion and Prioritization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F4AC06-95DC-C837-6C09-C7A05CFE9236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>
          <a:xfrm>
            <a:off x="1796143" y="1142071"/>
            <a:ext cx="0" cy="1055029"/>
          </a:xfrm>
          <a:prstGeom prst="line">
            <a:avLst/>
          </a:prstGeom>
          <a:ln w="19050" cap="rnd">
            <a:solidFill>
              <a:srgbClr val="795EA2"/>
            </a:solidFill>
            <a:round/>
          </a:ln>
          <a:effectLst>
            <a:outerShdw blurRad="50800" dist="63500" dir="5400000" algn="t" rotWithShape="0">
              <a:srgbClr val="472380">
                <a:alpha val="82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56A1BFE-1E53-284B-0911-1D6D7E0A2E5B}"/>
              </a:ext>
            </a:extLst>
          </p:cNvPr>
          <p:cNvSpPr/>
          <p:nvPr/>
        </p:nvSpPr>
        <p:spPr>
          <a:xfrm>
            <a:off x="1728624" y="2197100"/>
            <a:ext cx="135038" cy="135036"/>
          </a:xfrm>
          <a:prstGeom prst="ellipse">
            <a:avLst/>
          </a:prstGeom>
          <a:solidFill>
            <a:srgbClr val="BCB0CF"/>
          </a:solidFill>
          <a:ln w="19050" cap="flat" cmpd="sng" algn="ctr">
            <a:solidFill>
              <a:srgbClr val="795EA2"/>
            </a:solidFill>
            <a:prstDash val="solid"/>
            <a:miter lim="800000"/>
          </a:ln>
          <a:effectLst>
            <a:outerShdw blurRad="50800" dist="38100" dir="5400000" algn="t" rotWithShape="0">
              <a:srgbClr val="47238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0E072C-1092-E12F-70A4-6E0C891E858E}"/>
              </a:ext>
            </a:extLst>
          </p:cNvPr>
          <p:cNvSpPr/>
          <p:nvPr/>
        </p:nvSpPr>
        <p:spPr>
          <a:xfrm>
            <a:off x="507999" y="486229"/>
            <a:ext cx="2576288" cy="655842"/>
          </a:xfrm>
          <a:prstGeom prst="roundRect">
            <a:avLst>
              <a:gd name="adj" fmla="val 15492"/>
            </a:avLst>
          </a:prstGeom>
          <a:gradFill flip="none" rotWithShape="1">
            <a:gsLst>
              <a:gs pos="0">
                <a:srgbClr val="59388C"/>
              </a:gs>
              <a:gs pos="100000">
                <a:srgbClr val="846BA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50800" dir="5400000" algn="t" rotWithShape="0">
              <a:srgbClr val="472380">
                <a:alpha val="6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CONTENT</a:t>
            </a:r>
            <a:endParaRPr lang="en-IN" sz="2800" b="1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C825B74-B06C-4D29-370F-03DE8F7FA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807" y="2052952"/>
            <a:ext cx="408964" cy="42333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3FEB00E-3206-49AD-B86C-6BA91A145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057" y="2835357"/>
            <a:ext cx="396464" cy="39531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06D7424-3E0B-45C2-F36D-E795A8A1D8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0947" y="3604001"/>
            <a:ext cx="366684" cy="36668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B38F5CE-7A32-A28A-F2D2-9B69B3BE1B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689" y="4315407"/>
            <a:ext cx="507200" cy="50879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CA0D15E-D333-6743-7039-D5E862C395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8756" y="5093306"/>
            <a:ext cx="491066" cy="48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6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840632-B12A-45BC-AB08-4B1AB2841582}"/>
              </a:ext>
            </a:extLst>
          </p:cNvPr>
          <p:cNvSpPr/>
          <p:nvPr/>
        </p:nvSpPr>
        <p:spPr>
          <a:xfrm rot="5400000">
            <a:off x="2876553" y="-2508143"/>
            <a:ext cx="6438894" cy="11874286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3175" cap="flat" cmpd="sng" algn="ctr">
            <a:gradFill flip="none" rotWithShape="1">
              <a:gsLst>
                <a:gs pos="0">
                  <a:srgbClr val="66737C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0303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3BBE98-DB23-4478-A2D7-62B9363A06A5}"/>
              </a:ext>
            </a:extLst>
          </p:cNvPr>
          <p:cNvSpPr/>
          <p:nvPr/>
        </p:nvSpPr>
        <p:spPr>
          <a:xfrm>
            <a:off x="1612136" y="1683288"/>
            <a:ext cx="7857600" cy="3370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5ED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Executive Summary​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A2ABB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2ABB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Our Understanding of Philips’ Program Objectives and GEP Solution Snapshot​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A2ABB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2ABB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Proposed Solution​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A2ABB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2ABB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Solution Elements Deep-Dive​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A2ABB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2ABB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Commercial Structure​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AC84C-821E-400F-9341-32429D1A6458}"/>
              </a:ext>
            </a:extLst>
          </p:cNvPr>
          <p:cNvSpPr txBox="1"/>
          <p:nvPr/>
        </p:nvSpPr>
        <p:spPr>
          <a:xfrm>
            <a:off x="690284" y="64248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5ED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Segoe UI Semibold" panose="020B0702040204020203" pitchFamily="34" charset="0"/>
              </a:rPr>
              <a:t>CONTENTS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BD501D-C198-4B76-AAC0-6D18AC2BF068}"/>
              </a:ext>
            </a:extLst>
          </p:cNvPr>
          <p:cNvGrpSpPr/>
          <p:nvPr/>
        </p:nvGrpSpPr>
        <p:grpSpPr>
          <a:xfrm>
            <a:off x="0" y="452392"/>
            <a:ext cx="2860628" cy="776333"/>
            <a:chOff x="0" y="452392"/>
            <a:chExt cx="3397466" cy="922023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7DADF83-F438-4C0A-99BB-5515C8DC7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52392"/>
              <a:ext cx="3397466" cy="674589"/>
            </a:xfrm>
            <a:custGeom>
              <a:avLst/>
              <a:gdLst>
                <a:gd name="T0" fmla="*/ 0 w 2861"/>
                <a:gd name="T1" fmla="*/ 566 h 566"/>
                <a:gd name="T2" fmla="*/ 1430 w 2861"/>
                <a:gd name="T3" fmla="*/ 0 h 566"/>
                <a:gd name="T4" fmla="*/ 2861 w 2861"/>
                <a:gd name="T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1" h="566">
                  <a:moveTo>
                    <a:pt x="0" y="566"/>
                  </a:moveTo>
                  <a:cubicBezTo>
                    <a:pt x="715" y="566"/>
                    <a:pt x="715" y="0"/>
                    <a:pt x="1430" y="0"/>
                  </a:cubicBezTo>
                  <a:cubicBezTo>
                    <a:pt x="2145" y="0"/>
                    <a:pt x="2145" y="566"/>
                    <a:pt x="2861" y="566"/>
                  </a:cubicBezTo>
                </a:path>
              </a:pathLst>
            </a:custGeom>
            <a:noFill/>
            <a:ln w="38100" cap="rnd">
              <a:gradFill>
                <a:gsLst>
                  <a:gs pos="100000">
                    <a:srgbClr val="C4DBFC">
                      <a:alpha val="20000"/>
                    </a:srgbClr>
                  </a:gs>
                  <a:gs pos="34000">
                    <a:srgbClr val="0B5ED8"/>
                  </a:gs>
                </a:gsLst>
                <a:lin ang="0" scaled="0"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327B094-CC37-448C-A524-4E8E625BDC5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0" y="699826"/>
              <a:ext cx="3397466" cy="674589"/>
            </a:xfrm>
            <a:custGeom>
              <a:avLst/>
              <a:gdLst>
                <a:gd name="T0" fmla="*/ 0 w 2861"/>
                <a:gd name="T1" fmla="*/ 566 h 566"/>
                <a:gd name="T2" fmla="*/ 1430 w 2861"/>
                <a:gd name="T3" fmla="*/ 0 h 566"/>
                <a:gd name="T4" fmla="*/ 2861 w 2861"/>
                <a:gd name="T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1" h="566">
                  <a:moveTo>
                    <a:pt x="0" y="566"/>
                  </a:moveTo>
                  <a:cubicBezTo>
                    <a:pt x="715" y="566"/>
                    <a:pt x="715" y="0"/>
                    <a:pt x="1430" y="0"/>
                  </a:cubicBezTo>
                  <a:cubicBezTo>
                    <a:pt x="2145" y="0"/>
                    <a:pt x="2145" y="566"/>
                    <a:pt x="2861" y="566"/>
                  </a:cubicBezTo>
                </a:path>
              </a:pathLst>
            </a:custGeom>
            <a:noFill/>
            <a:ln w="38100" cap="rnd">
              <a:gradFill>
                <a:gsLst>
                  <a:gs pos="100000">
                    <a:srgbClr val="C4DBFC">
                      <a:alpha val="20000"/>
                    </a:srgbClr>
                  </a:gs>
                  <a:gs pos="34000">
                    <a:srgbClr val="0B5ED8"/>
                  </a:gs>
                </a:gsLst>
                <a:lin ang="0" scaled="0"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B28F7B-B4AC-4D8D-BA64-219A24DD6A03}"/>
                </a:ext>
              </a:extLst>
            </p:cNvPr>
            <p:cNvGrpSpPr/>
            <p:nvPr/>
          </p:nvGrpSpPr>
          <p:grpSpPr>
            <a:xfrm>
              <a:off x="120865" y="828107"/>
              <a:ext cx="196850" cy="160860"/>
              <a:chOff x="428625" y="1077390"/>
              <a:chExt cx="196850" cy="16086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5C66AD3-E170-4DCC-BBD3-079ED43F9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5" y="1077390"/>
                <a:ext cx="0" cy="160860"/>
              </a:xfrm>
              <a:prstGeom prst="line">
                <a:avLst/>
              </a:prstGeom>
              <a:ln w="38100" cap="rnd">
                <a:solidFill>
                  <a:srgbClr val="0B5ED8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80E3AC3-8218-4126-8074-1E0C8A03B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475" y="1105433"/>
                <a:ext cx="0" cy="104775"/>
              </a:xfrm>
              <a:prstGeom prst="line">
                <a:avLst/>
              </a:prstGeom>
              <a:ln w="38100" cap="rnd">
                <a:solidFill>
                  <a:srgbClr val="0B5ED8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EAD52F5-2210-49B3-90F4-5D7E9B1AE695}"/>
                </a:ext>
              </a:extLst>
            </p:cNvPr>
            <p:cNvGrpSpPr/>
            <p:nvPr/>
          </p:nvGrpSpPr>
          <p:grpSpPr>
            <a:xfrm flipH="1">
              <a:off x="3071712" y="828107"/>
              <a:ext cx="196850" cy="160860"/>
              <a:chOff x="428625" y="1077390"/>
              <a:chExt cx="196850" cy="16086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CFCB2A0-1947-4F88-B0B2-6EF713155A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5" y="1077390"/>
                <a:ext cx="0" cy="160860"/>
              </a:xfrm>
              <a:prstGeom prst="line">
                <a:avLst/>
              </a:prstGeom>
              <a:ln w="38100" cap="rnd">
                <a:solidFill>
                  <a:srgbClr val="C4DBFC">
                    <a:alpha val="5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A4C6CA9-3019-445E-8206-29BCBBF348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475" y="1105433"/>
                <a:ext cx="0" cy="104775"/>
              </a:xfrm>
              <a:prstGeom prst="line">
                <a:avLst/>
              </a:prstGeom>
              <a:ln w="38100" cap="rnd">
                <a:solidFill>
                  <a:srgbClr val="C4DBFC">
                    <a:alpha val="5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89CC55-92D3-41BB-BA4C-025F4D7AD2B5}"/>
              </a:ext>
            </a:extLst>
          </p:cNvPr>
          <p:cNvCxnSpPr>
            <a:cxnSpLocks/>
          </p:cNvCxnSpPr>
          <p:nvPr/>
        </p:nvCxnSpPr>
        <p:spPr>
          <a:xfrm>
            <a:off x="1417406" y="1855411"/>
            <a:ext cx="0" cy="4050537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/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6" name="Group 45" hidden="1">
            <a:extLst>
              <a:ext uri="{FF2B5EF4-FFF2-40B4-BE49-F238E27FC236}">
                <a16:creationId xmlns:a16="http://schemas.microsoft.com/office/drawing/2014/main" id="{353CE005-E7EF-4BD6-A877-5F17A2B04A77}"/>
              </a:ext>
            </a:extLst>
          </p:cNvPr>
          <p:cNvGrpSpPr/>
          <p:nvPr/>
        </p:nvGrpSpPr>
        <p:grpSpPr>
          <a:xfrm>
            <a:off x="1172696" y="1711351"/>
            <a:ext cx="10701583" cy="593926"/>
            <a:chOff x="1172696" y="1711351"/>
            <a:chExt cx="10701583" cy="59392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E359AB5-38E6-4B77-98F1-67E8BA0E562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26929" y="1786923"/>
              <a:ext cx="10447350" cy="518354"/>
            </a:xfrm>
            <a:custGeom>
              <a:avLst/>
              <a:gdLst>
                <a:gd name="T0" fmla="*/ 0 w 6023"/>
                <a:gd name="T1" fmla="*/ 172 h 296"/>
                <a:gd name="T2" fmla="*/ 5307 w 6023"/>
                <a:gd name="T3" fmla="*/ 172 h 296"/>
                <a:gd name="T4" fmla="*/ 5339 w 6023"/>
                <a:gd name="T5" fmla="*/ 192 h 296"/>
                <a:gd name="T6" fmla="*/ 5362 w 6023"/>
                <a:gd name="T7" fmla="*/ 240 h 296"/>
                <a:gd name="T8" fmla="*/ 5371 w 6023"/>
                <a:gd name="T9" fmla="*/ 239 h 296"/>
                <a:gd name="T10" fmla="*/ 5433 w 6023"/>
                <a:gd name="T11" fmla="*/ 5 h 296"/>
                <a:gd name="T12" fmla="*/ 5442 w 6023"/>
                <a:gd name="T13" fmla="*/ 5 h 296"/>
                <a:gd name="T14" fmla="*/ 5521 w 6023"/>
                <a:gd name="T15" fmla="*/ 291 h 296"/>
                <a:gd name="T16" fmla="*/ 5530 w 6023"/>
                <a:gd name="T17" fmla="*/ 292 h 296"/>
                <a:gd name="T18" fmla="*/ 5603 w 6023"/>
                <a:gd name="T19" fmla="*/ 83 h 296"/>
                <a:gd name="T20" fmla="*/ 5611 w 6023"/>
                <a:gd name="T21" fmla="*/ 82 h 296"/>
                <a:gd name="T22" fmla="*/ 5640 w 6023"/>
                <a:gd name="T23" fmla="*/ 127 h 296"/>
                <a:gd name="T24" fmla="*/ 5670 w 6023"/>
                <a:gd name="T25" fmla="*/ 144 h 296"/>
                <a:gd name="T26" fmla="*/ 6023 w 6023"/>
                <a:gd name="T27" fmla="*/ 14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23" h="296">
                  <a:moveTo>
                    <a:pt x="0" y="172"/>
                  </a:moveTo>
                  <a:cubicBezTo>
                    <a:pt x="5307" y="172"/>
                    <a:pt x="5307" y="172"/>
                    <a:pt x="5307" y="172"/>
                  </a:cubicBezTo>
                  <a:cubicBezTo>
                    <a:pt x="5321" y="172"/>
                    <a:pt x="5333" y="179"/>
                    <a:pt x="5339" y="192"/>
                  </a:cubicBezTo>
                  <a:cubicBezTo>
                    <a:pt x="5362" y="240"/>
                    <a:pt x="5362" y="240"/>
                    <a:pt x="5362" y="240"/>
                  </a:cubicBezTo>
                  <a:cubicBezTo>
                    <a:pt x="5364" y="244"/>
                    <a:pt x="5370" y="243"/>
                    <a:pt x="5371" y="239"/>
                  </a:cubicBezTo>
                  <a:cubicBezTo>
                    <a:pt x="5433" y="5"/>
                    <a:pt x="5433" y="5"/>
                    <a:pt x="5433" y="5"/>
                  </a:cubicBezTo>
                  <a:cubicBezTo>
                    <a:pt x="5434" y="0"/>
                    <a:pt x="5441" y="0"/>
                    <a:pt x="5442" y="5"/>
                  </a:cubicBezTo>
                  <a:cubicBezTo>
                    <a:pt x="5521" y="291"/>
                    <a:pt x="5521" y="291"/>
                    <a:pt x="5521" y="291"/>
                  </a:cubicBezTo>
                  <a:cubicBezTo>
                    <a:pt x="5522" y="296"/>
                    <a:pt x="5528" y="296"/>
                    <a:pt x="5530" y="292"/>
                  </a:cubicBezTo>
                  <a:cubicBezTo>
                    <a:pt x="5603" y="83"/>
                    <a:pt x="5603" y="83"/>
                    <a:pt x="5603" y="83"/>
                  </a:cubicBezTo>
                  <a:cubicBezTo>
                    <a:pt x="5605" y="80"/>
                    <a:pt x="5609" y="79"/>
                    <a:pt x="5611" y="82"/>
                  </a:cubicBezTo>
                  <a:cubicBezTo>
                    <a:pt x="5640" y="127"/>
                    <a:pt x="5640" y="127"/>
                    <a:pt x="5640" y="127"/>
                  </a:cubicBezTo>
                  <a:cubicBezTo>
                    <a:pt x="5646" y="137"/>
                    <a:pt x="5658" y="144"/>
                    <a:pt x="5670" y="144"/>
                  </a:cubicBezTo>
                  <a:cubicBezTo>
                    <a:pt x="6023" y="144"/>
                    <a:pt x="6023" y="144"/>
                    <a:pt x="6023" y="144"/>
                  </a:cubicBezTo>
                </a:path>
              </a:pathLst>
            </a:custGeom>
            <a:noFill/>
            <a:ln w="28575" cap="flat">
              <a:solidFill>
                <a:srgbClr val="C4DB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0C931E1-B6D7-4EC5-BF2F-DEDC20EF3106}"/>
                </a:ext>
              </a:extLst>
            </p:cNvPr>
            <p:cNvGrpSpPr/>
            <p:nvPr/>
          </p:nvGrpSpPr>
          <p:grpSpPr>
            <a:xfrm>
              <a:off x="1172696" y="1711351"/>
              <a:ext cx="508466" cy="508462"/>
              <a:chOff x="1172696" y="1724308"/>
              <a:chExt cx="508466" cy="508462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0C725E8-3E29-4CF7-A268-636230D8439E}"/>
                  </a:ext>
                </a:extLst>
              </p:cNvPr>
              <p:cNvSpPr/>
              <p:nvPr/>
            </p:nvSpPr>
            <p:spPr>
              <a:xfrm>
                <a:off x="1172696" y="1724308"/>
                <a:ext cx="508466" cy="508462"/>
              </a:xfrm>
              <a:prstGeom prst="ellipse">
                <a:avLst/>
              </a:prstGeom>
              <a:solidFill>
                <a:srgbClr val="C4DBFC"/>
              </a:solidFill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7ECAF8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6303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0A69646-0B7F-461F-8038-589AC2534318}"/>
                  </a:ext>
                </a:extLst>
              </p:cNvPr>
              <p:cNvSpPr/>
              <p:nvPr/>
            </p:nvSpPr>
            <p:spPr>
              <a:xfrm>
                <a:off x="1280467" y="1832077"/>
                <a:ext cx="292922" cy="292922"/>
              </a:xfrm>
              <a:prstGeom prst="ellipse">
                <a:avLst/>
              </a:prstGeom>
              <a:solidFill>
                <a:srgbClr val="FFFFFF"/>
              </a:solidFill>
              <a:ln w="28575" cmpd="sng">
                <a:solidFill>
                  <a:srgbClr val="65A0F7"/>
                </a:solidFill>
                <a:miter lim="800000"/>
                <a:headEnd/>
                <a:tailEnd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303D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61192873-91B5-4457-8D2D-2F3108521CCE}"/>
              </a:ext>
            </a:extLst>
          </p:cNvPr>
          <p:cNvSpPr/>
          <p:nvPr/>
        </p:nvSpPr>
        <p:spPr>
          <a:xfrm>
            <a:off x="1371686" y="2615995"/>
            <a:ext cx="91440" cy="91440"/>
          </a:xfrm>
          <a:prstGeom prst="ellipse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491726E-32A8-4494-BE58-563A3B6B0840}"/>
              </a:ext>
            </a:extLst>
          </p:cNvPr>
          <p:cNvSpPr/>
          <p:nvPr/>
        </p:nvSpPr>
        <p:spPr>
          <a:xfrm>
            <a:off x="1371686" y="3344485"/>
            <a:ext cx="91440" cy="91440"/>
          </a:xfrm>
          <a:prstGeom prst="ellipse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321386C-8BF4-45DD-8238-3BCDB333150E}"/>
              </a:ext>
            </a:extLst>
          </p:cNvPr>
          <p:cNvSpPr/>
          <p:nvPr/>
        </p:nvSpPr>
        <p:spPr>
          <a:xfrm>
            <a:off x="1371686" y="4072975"/>
            <a:ext cx="91440" cy="91440"/>
          </a:xfrm>
          <a:prstGeom prst="ellipse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52FA249-FFE1-4D4C-8315-C7C499EBEF1D}"/>
              </a:ext>
            </a:extLst>
          </p:cNvPr>
          <p:cNvSpPr/>
          <p:nvPr/>
        </p:nvSpPr>
        <p:spPr>
          <a:xfrm>
            <a:off x="1371686" y="4801463"/>
            <a:ext cx="91440" cy="91440"/>
          </a:xfrm>
          <a:prstGeom prst="ellipse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4540B92-9033-473C-AF96-B3C348E6F8B0}"/>
              </a:ext>
            </a:extLst>
          </p:cNvPr>
          <p:cNvGrpSpPr/>
          <p:nvPr/>
        </p:nvGrpSpPr>
        <p:grpSpPr>
          <a:xfrm>
            <a:off x="10056001" y="6332368"/>
            <a:ext cx="1977142" cy="269850"/>
            <a:chOff x="8861551" y="6191896"/>
            <a:chExt cx="3006351" cy="410322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4590C490-78B9-4C2C-9BE1-7A5DA355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5950" y="6191896"/>
              <a:ext cx="1511952" cy="300208"/>
            </a:xfrm>
            <a:custGeom>
              <a:avLst/>
              <a:gdLst>
                <a:gd name="T0" fmla="*/ 0 w 2861"/>
                <a:gd name="T1" fmla="*/ 566 h 566"/>
                <a:gd name="T2" fmla="*/ 1430 w 2861"/>
                <a:gd name="T3" fmla="*/ 0 h 566"/>
                <a:gd name="T4" fmla="*/ 2861 w 2861"/>
                <a:gd name="T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1" h="566">
                  <a:moveTo>
                    <a:pt x="0" y="566"/>
                  </a:moveTo>
                  <a:cubicBezTo>
                    <a:pt x="715" y="566"/>
                    <a:pt x="715" y="0"/>
                    <a:pt x="1430" y="0"/>
                  </a:cubicBezTo>
                  <a:cubicBezTo>
                    <a:pt x="2145" y="0"/>
                    <a:pt x="2145" y="566"/>
                    <a:pt x="2861" y="566"/>
                  </a:cubicBezTo>
                </a:path>
              </a:pathLst>
            </a:custGeom>
            <a:noFill/>
            <a:ln w="19050" cap="rnd">
              <a:solidFill>
                <a:srgbClr val="DFE3E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78" name="Freeform 5">
              <a:extLst>
                <a:ext uri="{FF2B5EF4-FFF2-40B4-BE49-F238E27FC236}">
                  <a16:creationId xmlns:a16="http://schemas.microsoft.com/office/drawing/2014/main" id="{86A58BDF-C128-40E2-8013-CE175633495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355950" y="6302010"/>
              <a:ext cx="1511952" cy="300208"/>
            </a:xfrm>
            <a:custGeom>
              <a:avLst/>
              <a:gdLst>
                <a:gd name="T0" fmla="*/ 0 w 2861"/>
                <a:gd name="T1" fmla="*/ 566 h 566"/>
                <a:gd name="T2" fmla="*/ 1430 w 2861"/>
                <a:gd name="T3" fmla="*/ 0 h 566"/>
                <a:gd name="T4" fmla="*/ 2861 w 2861"/>
                <a:gd name="T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1" h="566">
                  <a:moveTo>
                    <a:pt x="0" y="566"/>
                  </a:moveTo>
                  <a:cubicBezTo>
                    <a:pt x="715" y="566"/>
                    <a:pt x="715" y="0"/>
                    <a:pt x="1430" y="0"/>
                  </a:cubicBezTo>
                  <a:cubicBezTo>
                    <a:pt x="2145" y="0"/>
                    <a:pt x="2145" y="566"/>
                    <a:pt x="2861" y="566"/>
                  </a:cubicBezTo>
                </a:path>
              </a:pathLst>
            </a:custGeom>
            <a:noFill/>
            <a:ln w="19050" cap="rnd">
              <a:solidFill>
                <a:srgbClr val="DFE3E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9FD9170-5916-415E-B526-7C2F389D9BE3}"/>
                </a:ext>
              </a:extLst>
            </p:cNvPr>
            <p:cNvCxnSpPr>
              <a:cxnSpLocks/>
            </p:cNvCxnSpPr>
            <p:nvPr/>
          </p:nvCxnSpPr>
          <p:spPr>
            <a:xfrm>
              <a:off x="10409738" y="6359098"/>
              <a:ext cx="0" cy="71586"/>
            </a:xfrm>
            <a:prstGeom prst="line">
              <a:avLst/>
            </a:prstGeom>
            <a:ln w="19050" cap="rnd">
              <a:solidFill>
                <a:srgbClr val="DFE3E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24885DD-3E81-4F1E-9140-7E8F35B142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97341" y="6371578"/>
              <a:ext cx="0" cy="46627"/>
            </a:xfrm>
            <a:prstGeom prst="line">
              <a:avLst/>
            </a:prstGeom>
            <a:ln w="19050" cap="rnd">
              <a:solidFill>
                <a:srgbClr val="DFE3E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F985DF9-B567-4926-9157-972A4B23CCF5}"/>
                </a:ext>
              </a:extLst>
            </p:cNvPr>
            <p:cNvGrpSpPr/>
            <p:nvPr/>
          </p:nvGrpSpPr>
          <p:grpSpPr>
            <a:xfrm flipH="1">
              <a:off x="11722934" y="6359098"/>
              <a:ext cx="87603" cy="71586"/>
              <a:chOff x="428625" y="1077390"/>
              <a:chExt cx="196850" cy="160860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1089ABD-75B2-4FF6-ACC0-0224F5DB5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5" y="1077390"/>
                <a:ext cx="0" cy="160860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BB5A574-2BC4-4B30-A029-A5185E78FE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475" y="1105433"/>
                <a:ext cx="0" cy="104775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Freeform 5">
              <a:extLst>
                <a:ext uri="{FF2B5EF4-FFF2-40B4-BE49-F238E27FC236}">
                  <a16:creationId xmlns:a16="http://schemas.microsoft.com/office/drawing/2014/main" id="{E90B968A-DD4D-4300-A605-46C109097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1551" y="6191896"/>
              <a:ext cx="1511952" cy="300208"/>
            </a:xfrm>
            <a:custGeom>
              <a:avLst/>
              <a:gdLst>
                <a:gd name="T0" fmla="*/ 0 w 2861"/>
                <a:gd name="T1" fmla="*/ 566 h 566"/>
                <a:gd name="T2" fmla="*/ 1430 w 2861"/>
                <a:gd name="T3" fmla="*/ 0 h 566"/>
                <a:gd name="T4" fmla="*/ 2861 w 2861"/>
                <a:gd name="T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1" h="566">
                  <a:moveTo>
                    <a:pt x="0" y="566"/>
                  </a:moveTo>
                  <a:cubicBezTo>
                    <a:pt x="715" y="566"/>
                    <a:pt x="715" y="0"/>
                    <a:pt x="1430" y="0"/>
                  </a:cubicBezTo>
                  <a:cubicBezTo>
                    <a:pt x="2145" y="0"/>
                    <a:pt x="2145" y="566"/>
                    <a:pt x="2861" y="566"/>
                  </a:cubicBezTo>
                </a:path>
              </a:pathLst>
            </a:custGeom>
            <a:noFill/>
            <a:ln w="19050" cap="rnd">
              <a:gradFill>
                <a:gsLst>
                  <a:gs pos="0">
                    <a:srgbClr val="DFE3E6">
                      <a:alpha val="0"/>
                    </a:srgbClr>
                  </a:gs>
                  <a:gs pos="100000">
                    <a:srgbClr val="DFE3E6"/>
                  </a:gs>
                </a:gsLst>
                <a:lin ang="0" scaled="0"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97" name="Freeform 5">
              <a:extLst>
                <a:ext uri="{FF2B5EF4-FFF2-40B4-BE49-F238E27FC236}">
                  <a16:creationId xmlns:a16="http://schemas.microsoft.com/office/drawing/2014/main" id="{47FD09F5-EB11-4C95-BB9E-B5149977AE5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861551" y="6302010"/>
              <a:ext cx="1511952" cy="300208"/>
            </a:xfrm>
            <a:custGeom>
              <a:avLst/>
              <a:gdLst>
                <a:gd name="T0" fmla="*/ 0 w 2861"/>
                <a:gd name="T1" fmla="*/ 566 h 566"/>
                <a:gd name="T2" fmla="*/ 1430 w 2861"/>
                <a:gd name="T3" fmla="*/ 0 h 566"/>
                <a:gd name="T4" fmla="*/ 2861 w 2861"/>
                <a:gd name="T5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1" h="566">
                  <a:moveTo>
                    <a:pt x="0" y="566"/>
                  </a:moveTo>
                  <a:cubicBezTo>
                    <a:pt x="715" y="566"/>
                    <a:pt x="715" y="0"/>
                    <a:pt x="1430" y="0"/>
                  </a:cubicBezTo>
                  <a:cubicBezTo>
                    <a:pt x="2145" y="0"/>
                    <a:pt x="2145" y="566"/>
                    <a:pt x="2861" y="566"/>
                  </a:cubicBezTo>
                </a:path>
              </a:pathLst>
            </a:custGeom>
            <a:noFill/>
            <a:ln w="19050" cap="rnd">
              <a:gradFill>
                <a:gsLst>
                  <a:gs pos="0">
                    <a:srgbClr val="DFE3E6"/>
                  </a:gs>
                  <a:gs pos="100000">
                    <a:srgbClr val="DFE3E6">
                      <a:alpha val="0"/>
                    </a:srgbClr>
                  </a:gs>
                </a:gsLst>
                <a:lin ang="10800000" scaled="0"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7A171EA-50BF-40AC-A451-0C9A941026ED}"/>
                </a:ext>
              </a:extLst>
            </p:cNvPr>
            <p:cNvGrpSpPr/>
            <p:nvPr/>
          </p:nvGrpSpPr>
          <p:grpSpPr>
            <a:xfrm>
              <a:off x="8915339" y="6359098"/>
              <a:ext cx="87603" cy="71586"/>
              <a:chOff x="428625" y="1077390"/>
              <a:chExt cx="196850" cy="160860"/>
            </a:xfrm>
          </p:grpSpPr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2A1C669-91E0-4875-BD68-E2D4574F3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5" y="1077390"/>
                <a:ext cx="0" cy="160860"/>
              </a:xfrm>
              <a:prstGeom prst="line">
                <a:avLst/>
              </a:prstGeom>
              <a:ln w="19050" cap="rnd">
                <a:solidFill>
                  <a:srgbClr val="DFE3E6">
                    <a:alpha val="2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E210BDC-A043-4660-B634-020945FE8B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475" y="1105433"/>
                <a:ext cx="0" cy="104775"/>
              </a:xfrm>
              <a:prstGeom prst="line">
                <a:avLst/>
              </a:prstGeom>
              <a:ln w="19050" cap="rnd">
                <a:solidFill>
                  <a:srgbClr val="DFE3E6">
                    <a:alpha val="20000"/>
                  </a:srgb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B1EFD3D-4A7A-474F-AD3B-5CB97494C921}"/>
                </a:ext>
              </a:extLst>
            </p:cNvPr>
            <p:cNvGrpSpPr/>
            <p:nvPr/>
          </p:nvGrpSpPr>
          <p:grpSpPr>
            <a:xfrm flipH="1">
              <a:off x="10228535" y="6359098"/>
              <a:ext cx="87603" cy="71586"/>
              <a:chOff x="428625" y="1077390"/>
              <a:chExt cx="196850" cy="160860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EB95B20F-1CFE-44B8-9F53-C31624A6C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5" y="1077390"/>
                <a:ext cx="0" cy="160860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87BC3B5-8F6F-4C6E-97AC-ADC809AAC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475" y="1105433"/>
                <a:ext cx="0" cy="104775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3D319846-6BF1-4937-B8A5-F56C63EB264E}"/>
                </a:ext>
              </a:extLst>
            </p:cNvPr>
            <p:cNvGrpSpPr/>
            <p:nvPr/>
          </p:nvGrpSpPr>
          <p:grpSpPr>
            <a:xfrm>
              <a:off x="10887866" y="6284598"/>
              <a:ext cx="485775" cy="236817"/>
              <a:chOff x="10887866" y="6284598"/>
              <a:chExt cx="485775" cy="236817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72F31184-38C8-4FB6-83D9-C5D98469EE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30754" y="6284598"/>
                <a:ext cx="0" cy="236817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45DB2A0-A748-4FF3-A22D-2A4EF44BEB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52198" y="6344225"/>
                <a:ext cx="0" cy="116196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3E7D3BA8-2411-48FD-8692-8DF4318BE2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73641" y="6371578"/>
                <a:ext cx="0" cy="54813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642466C-81F4-4307-A7A3-254D3369E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9310" y="6344225"/>
                <a:ext cx="0" cy="116196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EFADB15F-86EA-4545-B77D-98922256C3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7866" y="6371578"/>
                <a:ext cx="0" cy="54813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CEB3F8F0-305C-43B9-86AA-64D82D72EE3C}"/>
                </a:ext>
              </a:extLst>
            </p:cNvPr>
            <p:cNvGrpSpPr/>
            <p:nvPr/>
          </p:nvGrpSpPr>
          <p:grpSpPr>
            <a:xfrm>
              <a:off x="9374639" y="6284598"/>
              <a:ext cx="485775" cy="236817"/>
              <a:chOff x="10887866" y="6284598"/>
              <a:chExt cx="485775" cy="236817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CB3EB09-EC2E-4324-A68E-D484508377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30754" y="6284598"/>
                <a:ext cx="0" cy="236817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39993B68-C8CC-4C6E-BB89-76557E43EC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52198" y="6344225"/>
                <a:ext cx="0" cy="116196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53B2DB34-0C96-4880-9943-059259298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73641" y="6371578"/>
                <a:ext cx="0" cy="54813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9582B328-98B0-4890-8106-F6F026158A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9310" y="6344225"/>
                <a:ext cx="0" cy="116196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A956AEAC-1F95-427C-8792-3C97E88A83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7866" y="6371578"/>
                <a:ext cx="0" cy="54813"/>
              </a:xfrm>
              <a:prstGeom prst="line">
                <a:avLst/>
              </a:prstGeom>
              <a:ln w="19050" cap="rnd">
                <a:solidFill>
                  <a:srgbClr val="DFE3E6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3" name="Freeform 77">
            <a:extLst>
              <a:ext uri="{FF2B5EF4-FFF2-40B4-BE49-F238E27FC236}">
                <a16:creationId xmlns:a16="http://schemas.microsoft.com/office/drawing/2014/main" id="{5E6DCF7E-2BA4-4E35-BF3A-20995BB2E996}"/>
              </a:ext>
            </a:extLst>
          </p:cNvPr>
          <p:cNvSpPr>
            <a:spLocks noEditPoints="1"/>
          </p:cNvSpPr>
          <p:nvPr/>
        </p:nvSpPr>
        <p:spPr bwMode="auto">
          <a:xfrm>
            <a:off x="805284" y="2470107"/>
            <a:ext cx="270874" cy="371229"/>
          </a:xfrm>
          <a:custGeom>
            <a:avLst/>
            <a:gdLst>
              <a:gd name="T0" fmla="*/ 1342 w 1487"/>
              <a:gd name="T1" fmla="*/ 671 h 2048"/>
              <a:gd name="T2" fmla="*/ 0 w 1487"/>
              <a:gd name="T3" fmla="*/ 786 h 2048"/>
              <a:gd name="T4" fmla="*/ 165 w 1487"/>
              <a:gd name="T5" fmla="*/ 1553 h 2048"/>
              <a:gd name="T6" fmla="*/ 197 w 1487"/>
              <a:gd name="T7" fmla="*/ 1147 h 2048"/>
              <a:gd name="T8" fmla="*/ 671 w 1487"/>
              <a:gd name="T9" fmla="*/ 80 h 2048"/>
              <a:gd name="T10" fmla="*/ 1267 w 1487"/>
              <a:gd name="T11" fmla="*/ 856 h 2048"/>
              <a:gd name="T12" fmla="*/ 1362 w 1487"/>
              <a:gd name="T13" fmla="*/ 1150 h 2048"/>
              <a:gd name="T14" fmla="*/ 1302 w 1487"/>
              <a:gd name="T15" fmla="*/ 1150 h 2048"/>
              <a:gd name="T16" fmla="*/ 1262 w 1487"/>
              <a:gd name="T17" fmla="*/ 1369 h 2048"/>
              <a:gd name="T18" fmla="*/ 871 w 1487"/>
              <a:gd name="T19" fmla="*/ 1640 h 2048"/>
              <a:gd name="T20" fmla="*/ 274 w 1487"/>
              <a:gd name="T21" fmla="*/ 1722 h 2048"/>
              <a:gd name="T22" fmla="*/ 911 w 1487"/>
              <a:gd name="T23" fmla="*/ 2048 h 2048"/>
              <a:gd name="T24" fmla="*/ 951 w 1487"/>
              <a:gd name="T25" fmla="*/ 1640 h 2048"/>
              <a:gd name="T26" fmla="*/ 1342 w 1487"/>
              <a:gd name="T27" fmla="*/ 1369 h 2048"/>
              <a:gd name="T28" fmla="*/ 1362 w 1487"/>
              <a:gd name="T29" fmla="*/ 1230 h 2048"/>
              <a:gd name="T30" fmla="*/ 1062 w 1487"/>
              <a:gd name="T31" fmla="*/ 533 h 2048"/>
              <a:gd name="T32" fmla="*/ 1030 w 1487"/>
              <a:gd name="T33" fmla="*/ 517 h 2048"/>
              <a:gd name="T34" fmla="*/ 975 w 1487"/>
              <a:gd name="T35" fmla="*/ 298 h 2048"/>
              <a:gd name="T36" fmla="*/ 814 w 1487"/>
              <a:gd name="T37" fmla="*/ 308 h 2048"/>
              <a:gd name="T38" fmla="*/ 620 w 1487"/>
              <a:gd name="T39" fmla="*/ 192 h 2048"/>
              <a:gd name="T40" fmla="*/ 513 w 1487"/>
              <a:gd name="T41" fmla="*/ 313 h 2048"/>
              <a:gd name="T42" fmla="*/ 294 w 1487"/>
              <a:gd name="T43" fmla="*/ 368 h 2048"/>
              <a:gd name="T44" fmla="*/ 304 w 1487"/>
              <a:gd name="T45" fmla="*/ 530 h 2048"/>
              <a:gd name="T46" fmla="*/ 188 w 1487"/>
              <a:gd name="T47" fmla="*/ 723 h 2048"/>
              <a:gd name="T48" fmla="*/ 309 w 1487"/>
              <a:gd name="T49" fmla="*/ 831 h 2048"/>
              <a:gd name="T50" fmla="*/ 364 w 1487"/>
              <a:gd name="T51" fmla="*/ 1049 h 2048"/>
              <a:gd name="T52" fmla="*/ 526 w 1487"/>
              <a:gd name="T53" fmla="*/ 1040 h 2048"/>
              <a:gd name="T54" fmla="*/ 719 w 1487"/>
              <a:gd name="T55" fmla="*/ 1155 h 2048"/>
              <a:gd name="T56" fmla="*/ 827 w 1487"/>
              <a:gd name="T57" fmla="*/ 1034 h 2048"/>
              <a:gd name="T58" fmla="*/ 1045 w 1487"/>
              <a:gd name="T59" fmla="*/ 979 h 2048"/>
              <a:gd name="T60" fmla="*/ 1036 w 1487"/>
              <a:gd name="T61" fmla="*/ 818 h 2048"/>
              <a:gd name="T62" fmla="*/ 1151 w 1487"/>
              <a:gd name="T63" fmla="*/ 624 h 2048"/>
              <a:gd name="T64" fmla="*/ 1053 w 1487"/>
              <a:gd name="T65" fmla="*/ 735 h 2048"/>
              <a:gd name="T66" fmla="*/ 948 w 1487"/>
              <a:gd name="T67" fmla="*/ 818 h 2048"/>
              <a:gd name="T68" fmla="*/ 988 w 1487"/>
              <a:gd name="T69" fmla="*/ 922 h 2048"/>
              <a:gd name="T70" fmla="*/ 857 w 1487"/>
              <a:gd name="T71" fmla="*/ 956 h 2048"/>
              <a:gd name="T72" fmla="*/ 737 w 1487"/>
              <a:gd name="T73" fmla="*/ 1006 h 2048"/>
              <a:gd name="T74" fmla="*/ 620 w 1487"/>
              <a:gd name="T75" fmla="*/ 1075 h 2048"/>
              <a:gd name="T76" fmla="*/ 575 w 1487"/>
              <a:gd name="T77" fmla="*/ 972 h 2048"/>
              <a:gd name="T78" fmla="*/ 483 w 1487"/>
              <a:gd name="T79" fmla="*/ 956 h 2048"/>
              <a:gd name="T80" fmla="*/ 351 w 1487"/>
              <a:gd name="T81" fmla="*/ 922 h 2048"/>
              <a:gd name="T82" fmla="*/ 391 w 1487"/>
              <a:gd name="T83" fmla="*/ 818 h 2048"/>
              <a:gd name="T84" fmla="*/ 286 w 1487"/>
              <a:gd name="T85" fmla="*/ 735 h 2048"/>
              <a:gd name="T86" fmla="*/ 286 w 1487"/>
              <a:gd name="T87" fmla="*/ 612 h 2048"/>
              <a:gd name="T88" fmla="*/ 392 w 1487"/>
              <a:gd name="T89" fmla="*/ 530 h 2048"/>
              <a:gd name="T90" fmla="*/ 351 w 1487"/>
              <a:gd name="T91" fmla="*/ 425 h 2048"/>
              <a:gd name="T92" fmla="*/ 483 w 1487"/>
              <a:gd name="T93" fmla="*/ 391 h 2048"/>
              <a:gd name="T94" fmla="*/ 602 w 1487"/>
              <a:gd name="T95" fmla="*/ 342 h 2048"/>
              <a:gd name="T96" fmla="*/ 719 w 1487"/>
              <a:gd name="T97" fmla="*/ 272 h 2048"/>
              <a:gd name="T98" fmla="*/ 765 w 1487"/>
              <a:gd name="T99" fmla="*/ 375 h 2048"/>
              <a:gd name="T100" fmla="*/ 897 w 1487"/>
              <a:gd name="T101" fmla="*/ 359 h 2048"/>
              <a:gd name="T102" fmla="*/ 984 w 1487"/>
              <a:gd name="T103" fmla="*/ 446 h 2048"/>
              <a:gd name="T104" fmla="*/ 968 w 1487"/>
              <a:gd name="T105" fmla="*/ 579 h 2048"/>
              <a:gd name="T106" fmla="*/ 1071 w 1487"/>
              <a:gd name="T107" fmla="*/ 624 h 2048"/>
              <a:gd name="T108" fmla="*/ 467 w 1487"/>
              <a:gd name="T109" fmla="*/ 674 h 2048"/>
              <a:gd name="T110" fmla="*/ 670 w 1487"/>
              <a:gd name="T111" fmla="*/ 471 h 2048"/>
              <a:gd name="T112" fmla="*/ 670 w 1487"/>
              <a:gd name="T113" fmla="*/ 551 h 2048"/>
              <a:gd name="T114" fmla="*/ 169 w 1487"/>
              <a:gd name="T115" fmla="*/ 1630 h 2048"/>
              <a:gd name="T116" fmla="*/ 129 w 1487"/>
              <a:gd name="T117" fmla="*/ 1670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487" h="2048">
                <a:moveTo>
                  <a:pt x="1467" y="1054"/>
                </a:moveTo>
                <a:cubicBezTo>
                  <a:pt x="1342" y="827"/>
                  <a:pt x="1342" y="827"/>
                  <a:pt x="1342" y="827"/>
                </a:cubicBezTo>
                <a:cubicBezTo>
                  <a:pt x="1342" y="671"/>
                  <a:pt x="1342" y="671"/>
                  <a:pt x="1342" y="671"/>
                </a:cubicBezTo>
                <a:cubicBezTo>
                  <a:pt x="1342" y="301"/>
                  <a:pt x="1041" y="0"/>
                  <a:pt x="671" y="0"/>
                </a:cubicBezTo>
                <a:cubicBezTo>
                  <a:pt x="301" y="0"/>
                  <a:pt x="0" y="301"/>
                  <a:pt x="0" y="671"/>
                </a:cubicBezTo>
                <a:cubicBezTo>
                  <a:pt x="0" y="786"/>
                  <a:pt x="0" y="786"/>
                  <a:pt x="0" y="786"/>
                </a:cubicBezTo>
                <a:cubicBezTo>
                  <a:pt x="0" y="929"/>
                  <a:pt x="43" y="1066"/>
                  <a:pt x="125" y="1183"/>
                </a:cubicBezTo>
                <a:cubicBezTo>
                  <a:pt x="125" y="1513"/>
                  <a:pt x="125" y="1513"/>
                  <a:pt x="125" y="1513"/>
                </a:cubicBezTo>
                <a:cubicBezTo>
                  <a:pt x="125" y="1535"/>
                  <a:pt x="143" y="1553"/>
                  <a:pt x="165" y="1553"/>
                </a:cubicBezTo>
                <a:cubicBezTo>
                  <a:pt x="187" y="1553"/>
                  <a:pt x="205" y="1535"/>
                  <a:pt x="205" y="1513"/>
                </a:cubicBezTo>
                <a:cubicBezTo>
                  <a:pt x="205" y="1170"/>
                  <a:pt x="205" y="1170"/>
                  <a:pt x="205" y="1170"/>
                </a:cubicBezTo>
                <a:cubicBezTo>
                  <a:pt x="205" y="1162"/>
                  <a:pt x="202" y="1154"/>
                  <a:pt x="197" y="1147"/>
                </a:cubicBezTo>
                <a:cubicBezTo>
                  <a:pt x="121" y="1041"/>
                  <a:pt x="80" y="917"/>
                  <a:pt x="80" y="786"/>
                </a:cubicBezTo>
                <a:cubicBezTo>
                  <a:pt x="80" y="671"/>
                  <a:pt x="80" y="671"/>
                  <a:pt x="80" y="671"/>
                </a:cubicBezTo>
                <a:cubicBezTo>
                  <a:pt x="80" y="345"/>
                  <a:pt x="346" y="80"/>
                  <a:pt x="671" y="80"/>
                </a:cubicBezTo>
                <a:cubicBezTo>
                  <a:pt x="997" y="80"/>
                  <a:pt x="1262" y="345"/>
                  <a:pt x="1262" y="671"/>
                </a:cubicBezTo>
                <a:cubicBezTo>
                  <a:pt x="1262" y="837"/>
                  <a:pt x="1262" y="837"/>
                  <a:pt x="1262" y="837"/>
                </a:cubicBezTo>
                <a:cubicBezTo>
                  <a:pt x="1262" y="844"/>
                  <a:pt x="1264" y="850"/>
                  <a:pt x="1267" y="856"/>
                </a:cubicBezTo>
                <a:cubicBezTo>
                  <a:pt x="1397" y="1092"/>
                  <a:pt x="1397" y="1092"/>
                  <a:pt x="1397" y="1092"/>
                </a:cubicBezTo>
                <a:cubicBezTo>
                  <a:pt x="1406" y="1110"/>
                  <a:pt x="1399" y="1125"/>
                  <a:pt x="1396" y="1131"/>
                </a:cubicBezTo>
                <a:cubicBezTo>
                  <a:pt x="1392" y="1137"/>
                  <a:pt x="1382" y="1150"/>
                  <a:pt x="1362" y="1150"/>
                </a:cubicBezTo>
                <a:cubicBezTo>
                  <a:pt x="1362" y="1150"/>
                  <a:pt x="1362" y="1150"/>
                  <a:pt x="1362" y="1150"/>
                </a:cubicBezTo>
                <a:cubicBezTo>
                  <a:pt x="1303" y="1150"/>
                  <a:pt x="1303" y="1150"/>
                  <a:pt x="1303" y="1150"/>
                </a:cubicBezTo>
                <a:cubicBezTo>
                  <a:pt x="1303" y="1150"/>
                  <a:pt x="1303" y="1150"/>
                  <a:pt x="1302" y="1150"/>
                </a:cubicBezTo>
                <a:cubicBezTo>
                  <a:pt x="1292" y="1150"/>
                  <a:pt x="1282" y="1154"/>
                  <a:pt x="1274" y="1162"/>
                </a:cubicBezTo>
                <a:cubicBezTo>
                  <a:pt x="1267" y="1169"/>
                  <a:pt x="1262" y="1179"/>
                  <a:pt x="1262" y="1190"/>
                </a:cubicBezTo>
                <a:cubicBezTo>
                  <a:pt x="1262" y="1369"/>
                  <a:pt x="1262" y="1369"/>
                  <a:pt x="1262" y="1369"/>
                </a:cubicBezTo>
                <a:cubicBezTo>
                  <a:pt x="1262" y="1464"/>
                  <a:pt x="1185" y="1542"/>
                  <a:pt x="1089" y="1542"/>
                </a:cubicBezTo>
                <a:cubicBezTo>
                  <a:pt x="969" y="1542"/>
                  <a:pt x="969" y="1542"/>
                  <a:pt x="969" y="1542"/>
                </a:cubicBezTo>
                <a:cubicBezTo>
                  <a:pt x="915" y="1542"/>
                  <a:pt x="871" y="1586"/>
                  <a:pt x="871" y="1640"/>
                </a:cubicBezTo>
                <a:cubicBezTo>
                  <a:pt x="871" y="1946"/>
                  <a:pt x="871" y="1946"/>
                  <a:pt x="871" y="1946"/>
                </a:cubicBezTo>
                <a:cubicBezTo>
                  <a:pt x="327" y="1702"/>
                  <a:pt x="327" y="1702"/>
                  <a:pt x="327" y="1702"/>
                </a:cubicBezTo>
                <a:cubicBezTo>
                  <a:pt x="307" y="1693"/>
                  <a:pt x="283" y="1702"/>
                  <a:pt x="274" y="1722"/>
                </a:cubicBezTo>
                <a:cubicBezTo>
                  <a:pt x="265" y="1742"/>
                  <a:pt x="274" y="1766"/>
                  <a:pt x="294" y="1775"/>
                </a:cubicBezTo>
                <a:cubicBezTo>
                  <a:pt x="894" y="2044"/>
                  <a:pt x="894" y="2044"/>
                  <a:pt x="894" y="2044"/>
                </a:cubicBezTo>
                <a:cubicBezTo>
                  <a:pt x="899" y="2047"/>
                  <a:pt x="905" y="2048"/>
                  <a:pt x="911" y="2048"/>
                </a:cubicBezTo>
                <a:cubicBezTo>
                  <a:pt x="918" y="2048"/>
                  <a:pt x="926" y="2046"/>
                  <a:pt x="932" y="2042"/>
                </a:cubicBezTo>
                <a:cubicBezTo>
                  <a:pt x="944" y="2034"/>
                  <a:pt x="951" y="2022"/>
                  <a:pt x="951" y="2008"/>
                </a:cubicBezTo>
                <a:cubicBezTo>
                  <a:pt x="951" y="1640"/>
                  <a:pt x="951" y="1640"/>
                  <a:pt x="951" y="1640"/>
                </a:cubicBezTo>
                <a:cubicBezTo>
                  <a:pt x="951" y="1630"/>
                  <a:pt x="959" y="1622"/>
                  <a:pt x="969" y="1622"/>
                </a:cubicBezTo>
                <a:cubicBezTo>
                  <a:pt x="1089" y="1622"/>
                  <a:pt x="1089" y="1622"/>
                  <a:pt x="1089" y="1622"/>
                </a:cubicBezTo>
                <a:cubicBezTo>
                  <a:pt x="1229" y="1622"/>
                  <a:pt x="1342" y="1508"/>
                  <a:pt x="1342" y="1369"/>
                </a:cubicBezTo>
                <a:cubicBezTo>
                  <a:pt x="1342" y="1230"/>
                  <a:pt x="1342" y="1230"/>
                  <a:pt x="1342" y="1230"/>
                </a:cubicBezTo>
                <a:cubicBezTo>
                  <a:pt x="1361" y="1230"/>
                  <a:pt x="1361" y="1230"/>
                  <a:pt x="1361" y="1230"/>
                </a:cubicBezTo>
                <a:cubicBezTo>
                  <a:pt x="1362" y="1230"/>
                  <a:pt x="1362" y="1230"/>
                  <a:pt x="1362" y="1230"/>
                </a:cubicBezTo>
                <a:cubicBezTo>
                  <a:pt x="1404" y="1230"/>
                  <a:pt x="1443" y="1209"/>
                  <a:pt x="1465" y="1172"/>
                </a:cubicBezTo>
                <a:cubicBezTo>
                  <a:pt x="1486" y="1135"/>
                  <a:pt x="1487" y="1091"/>
                  <a:pt x="1467" y="1054"/>
                </a:cubicBezTo>
                <a:close/>
                <a:moveTo>
                  <a:pt x="1062" y="533"/>
                </a:moveTo>
                <a:cubicBezTo>
                  <a:pt x="1062" y="533"/>
                  <a:pt x="1062" y="533"/>
                  <a:pt x="1062" y="533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4" y="525"/>
                  <a:pt x="1032" y="521"/>
                  <a:pt x="1030" y="517"/>
                </a:cubicBezTo>
                <a:cubicBezTo>
                  <a:pt x="1047" y="496"/>
                  <a:pt x="1047" y="496"/>
                  <a:pt x="1047" y="496"/>
                </a:cubicBezTo>
                <a:cubicBezTo>
                  <a:pt x="1078" y="456"/>
                  <a:pt x="1078" y="401"/>
                  <a:pt x="1045" y="368"/>
                </a:cubicBezTo>
                <a:cubicBezTo>
                  <a:pt x="975" y="298"/>
                  <a:pt x="975" y="298"/>
                  <a:pt x="975" y="298"/>
                </a:cubicBezTo>
                <a:cubicBezTo>
                  <a:pt x="942" y="266"/>
                  <a:pt x="888" y="265"/>
                  <a:pt x="848" y="297"/>
                </a:cubicBezTo>
                <a:cubicBezTo>
                  <a:pt x="827" y="313"/>
                  <a:pt x="827" y="313"/>
                  <a:pt x="827" y="313"/>
                </a:cubicBezTo>
                <a:cubicBezTo>
                  <a:pt x="822" y="311"/>
                  <a:pt x="818" y="310"/>
                  <a:pt x="814" y="308"/>
                </a:cubicBezTo>
                <a:cubicBezTo>
                  <a:pt x="810" y="281"/>
                  <a:pt x="810" y="281"/>
                  <a:pt x="810" y="281"/>
                </a:cubicBezTo>
                <a:cubicBezTo>
                  <a:pt x="804" y="231"/>
                  <a:pt x="765" y="192"/>
                  <a:pt x="719" y="192"/>
                </a:cubicBezTo>
                <a:cubicBezTo>
                  <a:pt x="620" y="192"/>
                  <a:pt x="620" y="192"/>
                  <a:pt x="620" y="192"/>
                </a:cubicBezTo>
                <a:cubicBezTo>
                  <a:pt x="574" y="192"/>
                  <a:pt x="535" y="231"/>
                  <a:pt x="529" y="281"/>
                </a:cubicBezTo>
                <a:cubicBezTo>
                  <a:pt x="526" y="308"/>
                  <a:pt x="526" y="308"/>
                  <a:pt x="526" y="308"/>
                </a:cubicBezTo>
                <a:cubicBezTo>
                  <a:pt x="521" y="310"/>
                  <a:pt x="517" y="311"/>
                  <a:pt x="513" y="313"/>
                </a:cubicBezTo>
                <a:cubicBezTo>
                  <a:pt x="492" y="297"/>
                  <a:pt x="492" y="297"/>
                  <a:pt x="492" y="297"/>
                </a:cubicBezTo>
                <a:cubicBezTo>
                  <a:pt x="452" y="265"/>
                  <a:pt x="397" y="266"/>
                  <a:pt x="364" y="298"/>
                </a:cubicBezTo>
                <a:cubicBezTo>
                  <a:pt x="294" y="368"/>
                  <a:pt x="294" y="368"/>
                  <a:pt x="294" y="368"/>
                </a:cubicBezTo>
                <a:cubicBezTo>
                  <a:pt x="262" y="401"/>
                  <a:pt x="261" y="456"/>
                  <a:pt x="292" y="496"/>
                </a:cubicBezTo>
                <a:cubicBezTo>
                  <a:pt x="309" y="517"/>
                  <a:pt x="309" y="517"/>
                  <a:pt x="309" y="517"/>
                </a:cubicBezTo>
                <a:cubicBezTo>
                  <a:pt x="307" y="521"/>
                  <a:pt x="306" y="525"/>
                  <a:pt x="304" y="530"/>
                </a:cubicBezTo>
                <a:cubicBezTo>
                  <a:pt x="277" y="533"/>
                  <a:pt x="277" y="533"/>
                  <a:pt x="277" y="533"/>
                </a:cubicBezTo>
                <a:cubicBezTo>
                  <a:pt x="226" y="539"/>
                  <a:pt x="188" y="578"/>
                  <a:pt x="188" y="624"/>
                </a:cubicBezTo>
                <a:cubicBezTo>
                  <a:pt x="188" y="723"/>
                  <a:pt x="188" y="723"/>
                  <a:pt x="188" y="723"/>
                </a:cubicBezTo>
                <a:cubicBezTo>
                  <a:pt x="188" y="769"/>
                  <a:pt x="226" y="809"/>
                  <a:pt x="277" y="815"/>
                </a:cubicBezTo>
                <a:cubicBezTo>
                  <a:pt x="304" y="818"/>
                  <a:pt x="304" y="818"/>
                  <a:pt x="304" y="818"/>
                </a:cubicBezTo>
                <a:cubicBezTo>
                  <a:pt x="306" y="822"/>
                  <a:pt x="307" y="826"/>
                  <a:pt x="309" y="831"/>
                </a:cubicBezTo>
                <a:cubicBezTo>
                  <a:pt x="292" y="852"/>
                  <a:pt x="292" y="852"/>
                  <a:pt x="292" y="852"/>
                </a:cubicBezTo>
                <a:cubicBezTo>
                  <a:pt x="261" y="892"/>
                  <a:pt x="262" y="946"/>
                  <a:pt x="294" y="979"/>
                </a:cubicBezTo>
                <a:cubicBezTo>
                  <a:pt x="364" y="1049"/>
                  <a:pt x="364" y="1049"/>
                  <a:pt x="364" y="1049"/>
                </a:cubicBezTo>
                <a:cubicBezTo>
                  <a:pt x="397" y="1082"/>
                  <a:pt x="452" y="1082"/>
                  <a:pt x="492" y="1051"/>
                </a:cubicBezTo>
                <a:cubicBezTo>
                  <a:pt x="513" y="1034"/>
                  <a:pt x="513" y="1034"/>
                  <a:pt x="513" y="1034"/>
                </a:cubicBezTo>
                <a:cubicBezTo>
                  <a:pt x="517" y="1036"/>
                  <a:pt x="521" y="1038"/>
                  <a:pt x="526" y="1040"/>
                </a:cubicBezTo>
                <a:cubicBezTo>
                  <a:pt x="529" y="1066"/>
                  <a:pt x="529" y="1066"/>
                  <a:pt x="529" y="1066"/>
                </a:cubicBezTo>
                <a:cubicBezTo>
                  <a:pt x="535" y="1117"/>
                  <a:pt x="574" y="1155"/>
                  <a:pt x="620" y="1155"/>
                </a:cubicBezTo>
                <a:cubicBezTo>
                  <a:pt x="719" y="1155"/>
                  <a:pt x="719" y="1155"/>
                  <a:pt x="719" y="1155"/>
                </a:cubicBezTo>
                <a:cubicBezTo>
                  <a:pt x="765" y="1155"/>
                  <a:pt x="804" y="1117"/>
                  <a:pt x="810" y="1066"/>
                </a:cubicBezTo>
                <a:cubicBezTo>
                  <a:pt x="814" y="1040"/>
                  <a:pt x="814" y="1040"/>
                  <a:pt x="814" y="1040"/>
                </a:cubicBezTo>
                <a:cubicBezTo>
                  <a:pt x="818" y="1038"/>
                  <a:pt x="822" y="1036"/>
                  <a:pt x="827" y="1034"/>
                </a:cubicBezTo>
                <a:cubicBezTo>
                  <a:pt x="848" y="1051"/>
                  <a:pt x="848" y="1051"/>
                  <a:pt x="848" y="1051"/>
                </a:cubicBezTo>
                <a:cubicBezTo>
                  <a:pt x="888" y="1082"/>
                  <a:pt x="942" y="1082"/>
                  <a:pt x="975" y="1049"/>
                </a:cubicBezTo>
                <a:cubicBezTo>
                  <a:pt x="1045" y="979"/>
                  <a:pt x="1045" y="979"/>
                  <a:pt x="1045" y="979"/>
                </a:cubicBezTo>
                <a:cubicBezTo>
                  <a:pt x="1078" y="946"/>
                  <a:pt x="1078" y="892"/>
                  <a:pt x="1047" y="852"/>
                </a:cubicBezTo>
                <a:cubicBezTo>
                  <a:pt x="1030" y="831"/>
                  <a:pt x="1030" y="831"/>
                  <a:pt x="1030" y="831"/>
                </a:cubicBezTo>
                <a:cubicBezTo>
                  <a:pt x="1032" y="826"/>
                  <a:pt x="1034" y="822"/>
                  <a:pt x="1036" y="818"/>
                </a:cubicBezTo>
                <a:cubicBezTo>
                  <a:pt x="1062" y="815"/>
                  <a:pt x="1062" y="815"/>
                  <a:pt x="1062" y="815"/>
                </a:cubicBezTo>
                <a:cubicBezTo>
                  <a:pt x="1113" y="809"/>
                  <a:pt x="1151" y="769"/>
                  <a:pt x="1151" y="723"/>
                </a:cubicBezTo>
                <a:cubicBezTo>
                  <a:pt x="1151" y="624"/>
                  <a:pt x="1151" y="624"/>
                  <a:pt x="1151" y="624"/>
                </a:cubicBezTo>
                <a:cubicBezTo>
                  <a:pt x="1151" y="578"/>
                  <a:pt x="1113" y="539"/>
                  <a:pt x="1062" y="533"/>
                </a:cubicBezTo>
                <a:close/>
                <a:moveTo>
                  <a:pt x="1071" y="723"/>
                </a:moveTo>
                <a:cubicBezTo>
                  <a:pt x="1071" y="727"/>
                  <a:pt x="1064" y="734"/>
                  <a:pt x="1053" y="735"/>
                </a:cubicBezTo>
                <a:cubicBezTo>
                  <a:pt x="1002" y="741"/>
                  <a:pt x="1002" y="741"/>
                  <a:pt x="1002" y="741"/>
                </a:cubicBezTo>
                <a:cubicBezTo>
                  <a:pt x="986" y="743"/>
                  <a:pt x="973" y="754"/>
                  <a:pt x="968" y="769"/>
                </a:cubicBezTo>
                <a:cubicBezTo>
                  <a:pt x="963" y="786"/>
                  <a:pt x="956" y="802"/>
                  <a:pt x="948" y="818"/>
                </a:cubicBezTo>
                <a:cubicBezTo>
                  <a:pt x="941" y="831"/>
                  <a:pt x="942" y="848"/>
                  <a:pt x="952" y="861"/>
                </a:cubicBezTo>
                <a:cubicBezTo>
                  <a:pt x="984" y="901"/>
                  <a:pt x="984" y="901"/>
                  <a:pt x="984" y="901"/>
                </a:cubicBezTo>
                <a:cubicBezTo>
                  <a:pt x="991" y="910"/>
                  <a:pt x="991" y="920"/>
                  <a:pt x="988" y="922"/>
                </a:cubicBezTo>
                <a:cubicBezTo>
                  <a:pt x="918" y="993"/>
                  <a:pt x="918" y="993"/>
                  <a:pt x="918" y="993"/>
                </a:cubicBezTo>
                <a:cubicBezTo>
                  <a:pt x="916" y="995"/>
                  <a:pt x="906" y="995"/>
                  <a:pt x="897" y="988"/>
                </a:cubicBezTo>
                <a:cubicBezTo>
                  <a:pt x="857" y="956"/>
                  <a:pt x="857" y="956"/>
                  <a:pt x="857" y="956"/>
                </a:cubicBezTo>
                <a:cubicBezTo>
                  <a:pt x="844" y="946"/>
                  <a:pt x="827" y="945"/>
                  <a:pt x="813" y="952"/>
                </a:cubicBezTo>
                <a:cubicBezTo>
                  <a:pt x="798" y="960"/>
                  <a:pt x="781" y="967"/>
                  <a:pt x="765" y="972"/>
                </a:cubicBezTo>
                <a:cubicBezTo>
                  <a:pt x="750" y="977"/>
                  <a:pt x="739" y="990"/>
                  <a:pt x="737" y="1006"/>
                </a:cubicBezTo>
                <a:cubicBezTo>
                  <a:pt x="731" y="1057"/>
                  <a:pt x="731" y="1057"/>
                  <a:pt x="731" y="1057"/>
                </a:cubicBezTo>
                <a:cubicBezTo>
                  <a:pt x="730" y="1068"/>
                  <a:pt x="723" y="1075"/>
                  <a:pt x="719" y="1075"/>
                </a:cubicBezTo>
                <a:cubicBezTo>
                  <a:pt x="620" y="1075"/>
                  <a:pt x="620" y="1075"/>
                  <a:pt x="620" y="1075"/>
                </a:cubicBezTo>
                <a:cubicBezTo>
                  <a:pt x="616" y="1075"/>
                  <a:pt x="610" y="1068"/>
                  <a:pt x="608" y="1057"/>
                </a:cubicBezTo>
                <a:cubicBezTo>
                  <a:pt x="602" y="1006"/>
                  <a:pt x="602" y="1006"/>
                  <a:pt x="602" y="1006"/>
                </a:cubicBezTo>
                <a:cubicBezTo>
                  <a:pt x="600" y="990"/>
                  <a:pt x="590" y="977"/>
                  <a:pt x="575" y="972"/>
                </a:cubicBezTo>
                <a:cubicBezTo>
                  <a:pt x="558" y="967"/>
                  <a:pt x="542" y="960"/>
                  <a:pt x="526" y="952"/>
                </a:cubicBezTo>
                <a:cubicBezTo>
                  <a:pt x="520" y="949"/>
                  <a:pt x="514" y="947"/>
                  <a:pt x="507" y="947"/>
                </a:cubicBezTo>
                <a:cubicBezTo>
                  <a:pt x="499" y="947"/>
                  <a:pt x="490" y="950"/>
                  <a:pt x="483" y="956"/>
                </a:cubicBezTo>
                <a:cubicBezTo>
                  <a:pt x="442" y="988"/>
                  <a:pt x="442" y="988"/>
                  <a:pt x="442" y="988"/>
                </a:cubicBezTo>
                <a:cubicBezTo>
                  <a:pt x="433" y="995"/>
                  <a:pt x="424" y="995"/>
                  <a:pt x="421" y="993"/>
                </a:cubicBezTo>
                <a:cubicBezTo>
                  <a:pt x="351" y="922"/>
                  <a:pt x="351" y="922"/>
                  <a:pt x="351" y="922"/>
                </a:cubicBezTo>
                <a:cubicBezTo>
                  <a:pt x="348" y="920"/>
                  <a:pt x="348" y="910"/>
                  <a:pt x="355" y="901"/>
                </a:cubicBezTo>
                <a:cubicBezTo>
                  <a:pt x="387" y="861"/>
                  <a:pt x="387" y="861"/>
                  <a:pt x="387" y="861"/>
                </a:cubicBezTo>
                <a:cubicBezTo>
                  <a:pt x="397" y="848"/>
                  <a:pt x="399" y="832"/>
                  <a:pt x="391" y="818"/>
                </a:cubicBezTo>
                <a:cubicBezTo>
                  <a:pt x="383" y="802"/>
                  <a:pt x="377" y="786"/>
                  <a:pt x="371" y="769"/>
                </a:cubicBezTo>
                <a:cubicBezTo>
                  <a:pt x="367" y="754"/>
                  <a:pt x="353" y="743"/>
                  <a:pt x="338" y="741"/>
                </a:cubicBezTo>
                <a:cubicBezTo>
                  <a:pt x="286" y="735"/>
                  <a:pt x="286" y="735"/>
                  <a:pt x="286" y="735"/>
                </a:cubicBezTo>
                <a:cubicBezTo>
                  <a:pt x="275" y="734"/>
                  <a:pt x="268" y="727"/>
                  <a:pt x="268" y="723"/>
                </a:cubicBezTo>
                <a:cubicBezTo>
                  <a:pt x="268" y="624"/>
                  <a:pt x="268" y="624"/>
                  <a:pt x="268" y="624"/>
                </a:cubicBezTo>
                <a:cubicBezTo>
                  <a:pt x="268" y="620"/>
                  <a:pt x="275" y="614"/>
                  <a:pt x="286" y="612"/>
                </a:cubicBezTo>
                <a:cubicBezTo>
                  <a:pt x="338" y="606"/>
                  <a:pt x="338" y="606"/>
                  <a:pt x="338" y="606"/>
                </a:cubicBezTo>
                <a:cubicBezTo>
                  <a:pt x="353" y="604"/>
                  <a:pt x="367" y="594"/>
                  <a:pt x="371" y="579"/>
                </a:cubicBezTo>
                <a:cubicBezTo>
                  <a:pt x="377" y="562"/>
                  <a:pt x="383" y="546"/>
                  <a:pt x="392" y="530"/>
                </a:cubicBezTo>
                <a:cubicBezTo>
                  <a:pt x="399" y="516"/>
                  <a:pt x="397" y="499"/>
                  <a:pt x="387" y="487"/>
                </a:cubicBezTo>
                <a:cubicBezTo>
                  <a:pt x="355" y="446"/>
                  <a:pt x="355" y="446"/>
                  <a:pt x="355" y="446"/>
                </a:cubicBezTo>
                <a:cubicBezTo>
                  <a:pt x="348" y="437"/>
                  <a:pt x="348" y="428"/>
                  <a:pt x="351" y="425"/>
                </a:cubicBezTo>
                <a:cubicBezTo>
                  <a:pt x="421" y="355"/>
                  <a:pt x="421" y="355"/>
                  <a:pt x="421" y="355"/>
                </a:cubicBezTo>
                <a:cubicBezTo>
                  <a:pt x="424" y="352"/>
                  <a:pt x="433" y="352"/>
                  <a:pt x="442" y="359"/>
                </a:cubicBezTo>
                <a:cubicBezTo>
                  <a:pt x="483" y="391"/>
                  <a:pt x="483" y="391"/>
                  <a:pt x="483" y="391"/>
                </a:cubicBezTo>
                <a:cubicBezTo>
                  <a:pt x="495" y="401"/>
                  <a:pt x="512" y="403"/>
                  <a:pt x="526" y="396"/>
                </a:cubicBezTo>
                <a:cubicBezTo>
                  <a:pt x="542" y="387"/>
                  <a:pt x="558" y="381"/>
                  <a:pt x="575" y="375"/>
                </a:cubicBezTo>
                <a:cubicBezTo>
                  <a:pt x="590" y="371"/>
                  <a:pt x="600" y="358"/>
                  <a:pt x="602" y="342"/>
                </a:cubicBezTo>
                <a:cubicBezTo>
                  <a:pt x="608" y="290"/>
                  <a:pt x="608" y="290"/>
                  <a:pt x="608" y="290"/>
                </a:cubicBezTo>
                <a:cubicBezTo>
                  <a:pt x="610" y="279"/>
                  <a:pt x="616" y="272"/>
                  <a:pt x="620" y="272"/>
                </a:cubicBezTo>
                <a:cubicBezTo>
                  <a:pt x="719" y="272"/>
                  <a:pt x="719" y="272"/>
                  <a:pt x="719" y="272"/>
                </a:cubicBezTo>
                <a:cubicBezTo>
                  <a:pt x="723" y="272"/>
                  <a:pt x="730" y="279"/>
                  <a:pt x="731" y="290"/>
                </a:cubicBezTo>
                <a:cubicBezTo>
                  <a:pt x="737" y="342"/>
                  <a:pt x="737" y="342"/>
                  <a:pt x="737" y="342"/>
                </a:cubicBezTo>
                <a:cubicBezTo>
                  <a:pt x="739" y="357"/>
                  <a:pt x="750" y="371"/>
                  <a:pt x="765" y="375"/>
                </a:cubicBezTo>
                <a:cubicBezTo>
                  <a:pt x="781" y="381"/>
                  <a:pt x="798" y="387"/>
                  <a:pt x="813" y="396"/>
                </a:cubicBezTo>
                <a:cubicBezTo>
                  <a:pt x="827" y="403"/>
                  <a:pt x="844" y="401"/>
                  <a:pt x="857" y="391"/>
                </a:cubicBezTo>
                <a:cubicBezTo>
                  <a:pt x="897" y="359"/>
                  <a:pt x="897" y="359"/>
                  <a:pt x="897" y="359"/>
                </a:cubicBezTo>
                <a:cubicBezTo>
                  <a:pt x="906" y="352"/>
                  <a:pt x="916" y="352"/>
                  <a:pt x="918" y="355"/>
                </a:cubicBezTo>
                <a:cubicBezTo>
                  <a:pt x="988" y="425"/>
                  <a:pt x="988" y="425"/>
                  <a:pt x="988" y="425"/>
                </a:cubicBezTo>
                <a:cubicBezTo>
                  <a:pt x="991" y="428"/>
                  <a:pt x="991" y="437"/>
                  <a:pt x="984" y="446"/>
                </a:cubicBezTo>
                <a:cubicBezTo>
                  <a:pt x="952" y="487"/>
                  <a:pt x="952" y="487"/>
                  <a:pt x="952" y="487"/>
                </a:cubicBezTo>
                <a:cubicBezTo>
                  <a:pt x="942" y="499"/>
                  <a:pt x="941" y="516"/>
                  <a:pt x="948" y="530"/>
                </a:cubicBezTo>
                <a:cubicBezTo>
                  <a:pt x="956" y="546"/>
                  <a:pt x="963" y="562"/>
                  <a:pt x="968" y="579"/>
                </a:cubicBezTo>
                <a:cubicBezTo>
                  <a:pt x="973" y="594"/>
                  <a:pt x="986" y="604"/>
                  <a:pt x="1002" y="606"/>
                </a:cubicBezTo>
                <a:cubicBezTo>
                  <a:pt x="1053" y="612"/>
                  <a:pt x="1053" y="612"/>
                  <a:pt x="1053" y="612"/>
                </a:cubicBezTo>
                <a:cubicBezTo>
                  <a:pt x="1064" y="614"/>
                  <a:pt x="1071" y="620"/>
                  <a:pt x="1071" y="624"/>
                </a:cubicBezTo>
                <a:cubicBezTo>
                  <a:pt x="1071" y="723"/>
                  <a:pt x="1071" y="723"/>
                  <a:pt x="1071" y="723"/>
                </a:cubicBezTo>
                <a:close/>
                <a:moveTo>
                  <a:pt x="670" y="471"/>
                </a:moveTo>
                <a:cubicBezTo>
                  <a:pt x="558" y="471"/>
                  <a:pt x="467" y="562"/>
                  <a:pt x="467" y="674"/>
                </a:cubicBezTo>
                <a:cubicBezTo>
                  <a:pt x="467" y="785"/>
                  <a:pt x="558" y="876"/>
                  <a:pt x="670" y="876"/>
                </a:cubicBezTo>
                <a:cubicBezTo>
                  <a:pt x="781" y="876"/>
                  <a:pt x="872" y="785"/>
                  <a:pt x="872" y="674"/>
                </a:cubicBezTo>
                <a:cubicBezTo>
                  <a:pt x="872" y="562"/>
                  <a:pt x="781" y="471"/>
                  <a:pt x="670" y="471"/>
                </a:cubicBezTo>
                <a:close/>
                <a:moveTo>
                  <a:pt x="670" y="796"/>
                </a:moveTo>
                <a:cubicBezTo>
                  <a:pt x="602" y="796"/>
                  <a:pt x="547" y="741"/>
                  <a:pt x="547" y="674"/>
                </a:cubicBezTo>
                <a:cubicBezTo>
                  <a:pt x="547" y="606"/>
                  <a:pt x="602" y="551"/>
                  <a:pt x="670" y="551"/>
                </a:cubicBezTo>
                <a:cubicBezTo>
                  <a:pt x="737" y="551"/>
                  <a:pt x="792" y="606"/>
                  <a:pt x="792" y="674"/>
                </a:cubicBezTo>
                <a:cubicBezTo>
                  <a:pt x="792" y="741"/>
                  <a:pt x="737" y="796"/>
                  <a:pt x="670" y="796"/>
                </a:cubicBezTo>
                <a:close/>
                <a:moveTo>
                  <a:pt x="169" y="1630"/>
                </a:moveTo>
                <a:cubicBezTo>
                  <a:pt x="191" y="1630"/>
                  <a:pt x="209" y="1648"/>
                  <a:pt x="209" y="1670"/>
                </a:cubicBezTo>
                <a:cubicBezTo>
                  <a:pt x="209" y="1692"/>
                  <a:pt x="191" y="1710"/>
                  <a:pt x="169" y="1710"/>
                </a:cubicBezTo>
                <a:cubicBezTo>
                  <a:pt x="147" y="1710"/>
                  <a:pt x="129" y="1692"/>
                  <a:pt x="129" y="1670"/>
                </a:cubicBezTo>
                <a:cubicBezTo>
                  <a:pt x="129" y="1648"/>
                  <a:pt x="147" y="1630"/>
                  <a:pt x="169" y="1630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4" name="Freeform 5">
            <a:extLst>
              <a:ext uri="{FF2B5EF4-FFF2-40B4-BE49-F238E27FC236}">
                <a16:creationId xmlns:a16="http://schemas.microsoft.com/office/drawing/2014/main" id="{B85F1392-65E6-4B3D-BCB8-1F7276679BA8}"/>
              </a:ext>
            </a:extLst>
          </p:cNvPr>
          <p:cNvSpPr>
            <a:spLocks noEditPoints="1"/>
          </p:cNvSpPr>
          <p:nvPr/>
        </p:nvSpPr>
        <p:spPr bwMode="auto">
          <a:xfrm>
            <a:off x="793193" y="1788813"/>
            <a:ext cx="295057" cy="330717"/>
          </a:xfrm>
          <a:custGeom>
            <a:avLst/>
            <a:gdLst>
              <a:gd name="T0" fmla="*/ 0 w 1832"/>
              <a:gd name="T1" fmla="*/ 232 h 2054"/>
              <a:gd name="T2" fmla="*/ 645 w 1832"/>
              <a:gd name="T3" fmla="*/ 1832 h 2054"/>
              <a:gd name="T4" fmla="*/ 120 w 1832"/>
              <a:gd name="T5" fmla="*/ 1752 h 2054"/>
              <a:gd name="T6" fmla="*/ 232 w 1832"/>
              <a:gd name="T7" fmla="*/ 80 h 2054"/>
              <a:gd name="T8" fmla="*/ 1368 w 1832"/>
              <a:gd name="T9" fmla="*/ 1521 h 2054"/>
              <a:gd name="T10" fmla="*/ 1177 w 1832"/>
              <a:gd name="T11" fmla="*/ 1361 h 2054"/>
              <a:gd name="T12" fmla="*/ 934 w 1832"/>
              <a:gd name="T13" fmla="*/ 1432 h 2054"/>
              <a:gd name="T14" fmla="*/ 727 w 1832"/>
              <a:gd name="T15" fmla="*/ 1512 h 2054"/>
              <a:gd name="T16" fmla="*/ 968 w 1832"/>
              <a:gd name="T17" fmla="*/ 1882 h 2054"/>
              <a:gd name="T18" fmla="*/ 1079 w 1832"/>
              <a:gd name="T19" fmla="*/ 2045 h 2054"/>
              <a:gd name="T20" fmla="*/ 1014 w 1832"/>
              <a:gd name="T21" fmla="*/ 1711 h 2054"/>
              <a:gd name="T22" fmla="*/ 1101 w 1832"/>
              <a:gd name="T23" fmla="*/ 1387 h 2054"/>
              <a:gd name="T24" fmla="*/ 1448 w 1832"/>
              <a:gd name="T25" fmla="*/ 1521 h 2054"/>
              <a:gd name="T26" fmla="*/ 1649 w 1832"/>
              <a:gd name="T27" fmla="*/ 1245 h 2054"/>
              <a:gd name="T28" fmla="*/ 1596 w 1832"/>
              <a:gd name="T29" fmla="*/ 2044 h 2054"/>
              <a:gd name="T30" fmla="*/ 1729 w 1832"/>
              <a:gd name="T31" fmla="*/ 1245 h 2054"/>
              <a:gd name="T32" fmla="*/ 1448 w 1832"/>
              <a:gd name="T33" fmla="*/ 684 h 2054"/>
              <a:gd name="T34" fmla="*/ 1832 w 1832"/>
              <a:gd name="T35" fmla="*/ 232 h 2054"/>
              <a:gd name="T36" fmla="*/ 1712 w 1832"/>
              <a:gd name="T37" fmla="*/ 604 h 2054"/>
              <a:gd name="T38" fmla="*/ 1600 w 1832"/>
              <a:gd name="T39" fmla="*/ 80 h 2054"/>
              <a:gd name="T40" fmla="*/ 820 w 1832"/>
              <a:gd name="T41" fmla="*/ 1752 h 2054"/>
              <a:gd name="T42" fmla="*/ 792 w 1832"/>
              <a:gd name="T43" fmla="*/ 1820 h 2054"/>
              <a:gd name="T44" fmla="*/ 860 w 1832"/>
              <a:gd name="T45" fmla="*/ 1792 h 2054"/>
              <a:gd name="T46" fmla="*/ 551 w 1832"/>
              <a:gd name="T47" fmla="*/ 296 h 2054"/>
              <a:gd name="T48" fmla="*/ 215 w 1832"/>
              <a:gd name="T49" fmla="*/ 296 h 2054"/>
              <a:gd name="T50" fmla="*/ 471 w 1832"/>
              <a:gd name="T51" fmla="*/ 552 h 2054"/>
              <a:gd name="T52" fmla="*/ 471 w 1832"/>
              <a:gd name="T53" fmla="*/ 472 h 2054"/>
              <a:gd name="T54" fmla="*/ 471 w 1832"/>
              <a:gd name="T55" fmla="*/ 296 h 2054"/>
              <a:gd name="T56" fmla="*/ 551 w 1832"/>
              <a:gd name="T57" fmla="*/ 776 h 2054"/>
              <a:gd name="T58" fmla="*/ 215 w 1832"/>
              <a:gd name="T59" fmla="*/ 776 h 2054"/>
              <a:gd name="T60" fmla="*/ 471 w 1832"/>
              <a:gd name="T61" fmla="*/ 1032 h 2054"/>
              <a:gd name="T62" fmla="*/ 471 w 1832"/>
              <a:gd name="T63" fmla="*/ 952 h 2054"/>
              <a:gd name="T64" fmla="*/ 471 w 1832"/>
              <a:gd name="T65" fmla="*/ 776 h 2054"/>
              <a:gd name="T66" fmla="*/ 471 w 1832"/>
              <a:gd name="T67" fmla="*/ 1176 h 2054"/>
              <a:gd name="T68" fmla="*/ 215 w 1832"/>
              <a:gd name="T69" fmla="*/ 1432 h 2054"/>
              <a:gd name="T70" fmla="*/ 551 w 1832"/>
              <a:gd name="T71" fmla="*/ 1432 h 2054"/>
              <a:gd name="T72" fmla="*/ 471 w 1832"/>
              <a:gd name="T73" fmla="*/ 1432 h 2054"/>
              <a:gd name="T74" fmla="*/ 471 w 1832"/>
              <a:gd name="T75" fmla="*/ 1256 h 2054"/>
              <a:gd name="T76" fmla="*/ 1185 w 1832"/>
              <a:gd name="T77" fmla="*/ 552 h 2054"/>
              <a:gd name="T78" fmla="*/ 910 w 1832"/>
              <a:gd name="T79" fmla="*/ 472 h 2054"/>
              <a:gd name="T80" fmla="*/ 1185 w 1832"/>
              <a:gd name="T81" fmla="*/ 552 h 2054"/>
              <a:gd name="T82" fmla="*/ 767 w 1832"/>
              <a:gd name="T83" fmla="*/ 512 h 2054"/>
              <a:gd name="T84" fmla="*/ 698 w 1832"/>
              <a:gd name="T85" fmla="*/ 484 h 2054"/>
              <a:gd name="T86" fmla="*/ 727 w 1832"/>
              <a:gd name="T87" fmla="*/ 552 h 2054"/>
              <a:gd name="T88" fmla="*/ 1225 w 1832"/>
              <a:gd name="T89" fmla="*/ 992 h 2054"/>
              <a:gd name="T90" fmla="*/ 687 w 1832"/>
              <a:gd name="T91" fmla="*/ 992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832" h="2054">
                <a:moveTo>
                  <a:pt x="1600" y="0"/>
                </a:moveTo>
                <a:cubicBezTo>
                  <a:pt x="232" y="0"/>
                  <a:pt x="232" y="0"/>
                  <a:pt x="232" y="0"/>
                </a:cubicBezTo>
                <a:cubicBezTo>
                  <a:pt x="104" y="0"/>
                  <a:pt x="0" y="104"/>
                  <a:pt x="0" y="232"/>
                </a:cubicBezTo>
                <a:cubicBezTo>
                  <a:pt x="0" y="1712"/>
                  <a:pt x="0" y="1712"/>
                  <a:pt x="0" y="1712"/>
                </a:cubicBezTo>
                <a:cubicBezTo>
                  <a:pt x="0" y="1778"/>
                  <a:pt x="54" y="1832"/>
                  <a:pt x="120" y="1832"/>
                </a:cubicBezTo>
                <a:cubicBezTo>
                  <a:pt x="645" y="1832"/>
                  <a:pt x="645" y="1832"/>
                  <a:pt x="645" y="1832"/>
                </a:cubicBezTo>
                <a:cubicBezTo>
                  <a:pt x="667" y="1832"/>
                  <a:pt x="685" y="1814"/>
                  <a:pt x="685" y="1792"/>
                </a:cubicBezTo>
                <a:cubicBezTo>
                  <a:pt x="685" y="1770"/>
                  <a:pt x="667" y="1752"/>
                  <a:pt x="645" y="1752"/>
                </a:cubicBezTo>
                <a:cubicBezTo>
                  <a:pt x="120" y="1752"/>
                  <a:pt x="120" y="1752"/>
                  <a:pt x="120" y="1752"/>
                </a:cubicBezTo>
                <a:cubicBezTo>
                  <a:pt x="98" y="1752"/>
                  <a:pt x="80" y="1734"/>
                  <a:pt x="80" y="1712"/>
                </a:cubicBezTo>
                <a:cubicBezTo>
                  <a:pt x="80" y="232"/>
                  <a:pt x="80" y="232"/>
                  <a:pt x="80" y="232"/>
                </a:cubicBezTo>
                <a:cubicBezTo>
                  <a:pt x="80" y="148"/>
                  <a:pt x="148" y="80"/>
                  <a:pt x="232" y="80"/>
                </a:cubicBezTo>
                <a:cubicBezTo>
                  <a:pt x="1425" y="80"/>
                  <a:pt x="1425" y="80"/>
                  <a:pt x="1425" y="80"/>
                </a:cubicBezTo>
                <a:cubicBezTo>
                  <a:pt x="1390" y="121"/>
                  <a:pt x="1368" y="174"/>
                  <a:pt x="1368" y="232"/>
                </a:cubicBezTo>
                <a:cubicBezTo>
                  <a:pt x="1368" y="1521"/>
                  <a:pt x="1368" y="1521"/>
                  <a:pt x="1368" y="1521"/>
                </a:cubicBezTo>
                <a:cubicBezTo>
                  <a:pt x="1368" y="1558"/>
                  <a:pt x="1338" y="1588"/>
                  <a:pt x="1301" y="1588"/>
                </a:cubicBezTo>
                <a:cubicBezTo>
                  <a:pt x="1272" y="1588"/>
                  <a:pt x="1247" y="1570"/>
                  <a:pt x="1238" y="1542"/>
                </a:cubicBezTo>
                <a:cubicBezTo>
                  <a:pt x="1177" y="1361"/>
                  <a:pt x="1177" y="1361"/>
                  <a:pt x="1177" y="1361"/>
                </a:cubicBezTo>
                <a:cubicBezTo>
                  <a:pt x="1160" y="1310"/>
                  <a:pt x="1113" y="1276"/>
                  <a:pt x="1059" y="1276"/>
                </a:cubicBezTo>
                <a:cubicBezTo>
                  <a:pt x="990" y="1276"/>
                  <a:pt x="934" y="1332"/>
                  <a:pt x="934" y="1401"/>
                </a:cubicBezTo>
                <a:cubicBezTo>
                  <a:pt x="934" y="1432"/>
                  <a:pt x="934" y="1432"/>
                  <a:pt x="934" y="1432"/>
                </a:cubicBezTo>
                <a:cubicBezTo>
                  <a:pt x="727" y="1432"/>
                  <a:pt x="727" y="1432"/>
                  <a:pt x="727" y="1432"/>
                </a:cubicBezTo>
                <a:cubicBezTo>
                  <a:pt x="705" y="1432"/>
                  <a:pt x="687" y="1450"/>
                  <a:pt x="687" y="1472"/>
                </a:cubicBezTo>
                <a:cubicBezTo>
                  <a:pt x="687" y="1494"/>
                  <a:pt x="705" y="1512"/>
                  <a:pt x="727" y="1512"/>
                </a:cubicBezTo>
                <a:cubicBezTo>
                  <a:pt x="934" y="1512"/>
                  <a:pt x="934" y="1512"/>
                  <a:pt x="934" y="1512"/>
                </a:cubicBezTo>
                <a:cubicBezTo>
                  <a:pt x="934" y="1711"/>
                  <a:pt x="934" y="1711"/>
                  <a:pt x="934" y="1711"/>
                </a:cubicBezTo>
                <a:cubicBezTo>
                  <a:pt x="934" y="1770"/>
                  <a:pt x="946" y="1828"/>
                  <a:pt x="968" y="1882"/>
                </a:cubicBezTo>
                <a:cubicBezTo>
                  <a:pt x="1027" y="2023"/>
                  <a:pt x="1027" y="2023"/>
                  <a:pt x="1027" y="2023"/>
                </a:cubicBezTo>
                <a:cubicBezTo>
                  <a:pt x="1033" y="2039"/>
                  <a:pt x="1048" y="2048"/>
                  <a:pt x="1064" y="2048"/>
                </a:cubicBezTo>
                <a:cubicBezTo>
                  <a:pt x="1069" y="2048"/>
                  <a:pt x="1074" y="2047"/>
                  <a:pt x="1079" y="2045"/>
                </a:cubicBezTo>
                <a:cubicBezTo>
                  <a:pt x="1100" y="2036"/>
                  <a:pt x="1109" y="2013"/>
                  <a:pt x="1101" y="1993"/>
                </a:cubicBezTo>
                <a:cubicBezTo>
                  <a:pt x="1042" y="1851"/>
                  <a:pt x="1042" y="1851"/>
                  <a:pt x="1042" y="1851"/>
                </a:cubicBezTo>
                <a:cubicBezTo>
                  <a:pt x="1023" y="1807"/>
                  <a:pt x="1014" y="1759"/>
                  <a:pt x="1014" y="1711"/>
                </a:cubicBezTo>
                <a:cubicBezTo>
                  <a:pt x="1014" y="1401"/>
                  <a:pt x="1014" y="1401"/>
                  <a:pt x="1014" y="1401"/>
                </a:cubicBezTo>
                <a:cubicBezTo>
                  <a:pt x="1014" y="1376"/>
                  <a:pt x="1034" y="1356"/>
                  <a:pt x="1059" y="1356"/>
                </a:cubicBezTo>
                <a:cubicBezTo>
                  <a:pt x="1078" y="1356"/>
                  <a:pt x="1095" y="1368"/>
                  <a:pt x="1101" y="1387"/>
                </a:cubicBezTo>
                <a:cubicBezTo>
                  <a:pt x="1162" y="1568"/>
                  <a:pt x="1162" y="1568"/>
                  <a:pt x="1162" y="1568"/>
                </a:cubicBezTo>
                <a:cubicBezTo>
                  <a:pt x="1182" y="1628"/>
                  <a:pt x="1238" y="1668"/>
                  <a:pt x="1301" y="1668"/>
                </a:cubicBezTo>
                <a:cubicBezTo>
                  <a:pt x="1382" y="1668"/>
                  <a:pt x="1448" y="1602"/>
                  <a:pt x="1448" y="1521"/>
                </a:cubicBezTo>
                <a:cubicBezTo>
                  <a:pt x="1448" y="835"/>
                  <a:pt x="1448" y="835"/>
                  <a:pt x="1448" y="835"/>
                </a:cubicBezTo>
                <a:cubicBezTo>
                  <a:pt x="1501" y="889"/>
                  <a:pt x="1501" y="889"/>
                  <a:pt x="1501" y="889"/>
                </a:cubicBezTo>
                <a:cubicBezTo>
                  <a:pt x="1597" y="984"/>
                  <a:pt x="1649" y="1110"/>
                  <a:pt x="1649" y="1245"/>
                </a:cubicBezTo>
                <a:cubicBezTo>
                  <a:pt x="1649" y="1670"/>
                  <a:pt x="1649" y="1670"/>
                  <a:pt x="1649" y="1670"/>
                </a:cubicBezTo>
                <a:cubicBezTo>
                  <a:pt x="1649" y="1781"/>
                  <a:pt x="1624" y="1891"/>
                  <a:pt x="1577" y="1991"/>
                </a:cubicBezTo>
                <a:cubicBezTo>
                  <a:pt x="1568" y="2011"/>
                  <a:pt x="1576" y="2035"/>
                  <a:pt x="1596" y="2044"/>
                </a:cubicBezTo>
                <a:cubicBezTo>
                  <a:pt x="1616" y="2054"/>
                  <a:pt x="1640" y="2045"/>
                  <a:pt x="1649" y="2025"/>
                </a:cubicBezTo>
                <a:cubicBezTo>
                  <a:pt x="1702" y="1915"/>
                  <a:pt x="1729" y="1792"/>
                  <a:pt x="1729" y="1670"/>
                </a:cubicBezTo>
                <a:cubicBezTo>
                  <a:pt x="1729" y="1245"/>
                  <a:pt x="1729" y="1245"/>
                  <a:pt x="1729" y="1245"/>
                </a:cubicBezTo>
                <a:cubicBezTo>
                  <a:pt x="1729" y="1089"/>
                  <a:pt x="1668" y="942"/>
                  <a:pt x="1558" y="832"/>
                </a:cubicBezTo>
                <a:cubicBezTo>
                  <a:pt x="1448" y="722"/>
                  <a:pt x="1448" y="722"/>
                  <a:pt x="1448" y="722"/>
                </a:cubicBezTo>
                <a:cubicBezTo>
                  <a:pt x="1448" y="684"/>
                  <a:pt x="1448" y="684"/>
                  <a:pt x="1448" y="684"/>
                </a:cubicBezTo>
                <a:cubicBezTo>
                  <a:pt x="1712" y="684"/>
                  <a:pt x="1712" y="684"/>
                  <a:pt x="1712" y="684"/>
                </a:cubicBezTo>
                <a:cubicBezTo>
                  <a:pt x="1778" y="684"/>
                  <a:pt x="1832" y="630"/>
                  <a:pt x="1832" y="564"/>
                </a:cubicBezTo>
                <a:cubicBezTo>
                  <a:pt x="1832" y="232"/>
                  <a:pt x="1832" y="232"/>
                  <a:pt x="1832" y="232"/>
                </a:cubicBezTo>
                <a:cubicBezTo>
                  <a:pt x="1832" y="104"/>
                  <a:pt x="1728" y="0"/>
                  <a:pt x="1600" y="0"/>
                </a:cubicBezTo>
                <a:close/>
                <a:moveTo>
                  <a:pt x="1752" y="564"/>
                </a:moveTo>
                <a:cubicBezTo>
                  <a:pt x="1752" y="586"/>
                  <a:pt x="1734" y="604"/>
                  <a:pt x="1712" y="604"/>
                </a:cubicBezTo>
                <a:cubicBezTo>
                  <a:pt x="1448" y="604"/>
                  <a:pt x="1448" y="604"/>
                  <a:pt x="1448" y="604"/>
                </a:cubicBezTo>
                <a:cubicBezTo>
                  <a:pt x="1448" y="232"/>
                  <a:pt x="1448" y="232"/>
                  <a:pt x="1448" y="232"/>
                </a:cubicBezTo>
                <a:cubicBezTo>
                  <a:pt x="1448" y="148"/>
                  <a:pt x="1516" y="80"/>
                  <a:pt x="1600" y="80"/>
                </a:cubicBezTo>
                <a:cubicBezTo>
                  <a:pt x="1684" y="80"/>
                  <a:pt x="1752" y="148"/>
                  <a:pt x="1752" y="232"/>
                </a:cubicBezTo>
                <a:lnTo>
                  <a:pt x="1752" y="564"/>
                </a:lnTo>
                <a:close/>
                <a:moveTo>
                  <a:pt x="820" y="1752"/>
                </a:moveTo>
                <a:cubicBezTo>
                  <a:pt x="809" y="1752"/>
                  <a:pt x="799" y="1756"/>
                  <a:pt x="792" y="1764"/>
                </a:cubicBezTo>
                <a:cubicBezTo>
                  <a:pt x="784" y="1771"/>
                  <a:pt x="780" y="1781"/>
                  <a:pt x="780" y="1792"/>
                </a:cubicBezTo>
                <a:cubicBezTo>
                  <a:pt x="780" y="1803"/>
                  <a:pt x="784" y="1813"/>
                  <a:pt x="792" y="1820"/>
                </a:cubicBezTo>
                <a:cubicBezTo>
                  <a:pt x="799" y="1828"/>
                  <a:pt x="809" y="1832"/>
                  <a:pt x="820" y="1832"/>
                </a:cubicBezTo>
                <a:cubicBezTo>
                  <a:pt x="831" y="1832"/>
                  <a:pt x="841" y="1828"/>
                  <a:pt x="848" y="1820"/>
                </a:cubicBezTo>
                <a:cubicBezTo>
                  <a:pt x="856" y="1813"/>
                  <a:pt x="860" y="1803"/>
                  <a:pt x="860" y="1792"/>
                </a:cubicBezTo>
                <a:cubicBezTo>
                  <a:pt x="860" y="1781"/>
                  <a:pt x="856" y="1771"/>
                  <a:pt x="848" y="1764"/>
                </a:cubicBezTo>
                <a:cubicBezTo>
                  <a:pt x="841" y="1756"/>
                  <a:pt x="831" y="1752"/>
                  <a:pt x="820" y="1752"/>
                </a:cubicBezTo>
                <a:close/>
                <a:moveTo>
                  <a:pt x="551" y="296"/>
                </a:moveTo>
                <a:cubicBezTo>
                  <a:pt x="551" y="252"/>
                  <a:pt x="515" y="216"/>
                  <a:pt x="471" y="216"/>
                </a:cubicBezTo>
                <a:cubicBezTo>
                  <a:pt x="295" y="216"/>
                  <a:pt x="295" y="216"/>
                  <a:pt x="295" y="216"/>
                </a:cubicBezTo>
                <a:cubicBezTo>
                  <a:pt x="251" y="216"/>
                  <a:pt x="215" y="252"/>
                  <a:pt x="215" y="296"/>
                </a:cubicBezTo>
                <a:cubicBezTo>
                  <a:pt x="215" y="472"/>
                  <a:pt x="215" y="472"/>
                  <a:pt x="215" y="472"/>
                </a:cubicBezTo>
                <a:cubicBezTo>
                  <a:pt x="215" y="516"/>
                  <a:pt x="251" y="552"/>
                  <a:pt x="295" y="552"/>
                </a:cubicBezTo>
                <a:cubicBezTo>
                  <a:pt x="471" y="552"/>
                  <a:pt x="471" y="552"/>
                  <a:pt x="471" y="552"/>
                </a:cubicBezTo>
                <a:cubicBezTo>
                  <a:pt x="515" y="552"/>
                  <a:pt x="551" y="516"/>
                  <a:pt x="551" y="472"/>
                </a:cubicBezTo>
                <a:lnTo>
                  <a:pt x="551" y="296"/>
                </a:lnTo>
                <a:close/>
                <a:moveTo>
                  <a:pt x="471" y="472"/>
                </a:moveTo>
                <a:cubicBezTo>
                  <a:pt x="295" y="472"/>
                  <a:pt x="295" y="472"/>
                  <a:pt x="295" y="472"/>
                </a:cubicBezTo>
                <a:cubicBezTo>
                  <a:pt x="295" y="296"/>
                  <a:pt x="295" y="296"/>
                  <a:pt x="295" y="296"/>
                </a:cubicBezTo>
                <a:cubicBezTo>
                  <a:pt x="471" y="296"/>
                  <a:pt x="471" y="296"/>
                  <a:pt x="471" y="296"/>
                </a:cubicBezTo>
                <a:cubicBezTo>
                  <a:pt x="471" y="472"/>
                  <a:pt x="471" y="472"/>
                  <a:pt x="471" y="472"/>
                </a:cubicBezTo>
                <a:cubicBezTo>
                  <a:pt x="471" y="472"/>
                  <a:pt x="471" y="472"/>
                  <a:pt x="471" y="472"/>
                </a:cubicBezTo>
                <a:close/>
                <a:moveTo>
                  <a:pt x="551" y="776"/>
                </a:moveTo>
                <a:cubicBezTo>
                  <a:pt x="551" y="732"/>
                  <a:pt x="515" y="696"/>
                  <a:pt x="471" y="696"/>
                </a:cubicBezTo>
                <a:cubicBezTo>
                  <a:pt x="295" y="696"/>
                  <a:pt x="295" y="696"/>
                  <a:pt x="295" y="696"/>
                </a:cubicBezTo>
                <a:cubicBezTo>
                  <a:pt x="251" y="696"/>
                  <a:pt x="215" y="732"/>
                  <a:pt x="215" y="776"/>
                </a:cubicBezTo>
                <a:cubicBezTo>
                  <a:pt x="215" y="952"/>
                  <a:pt x="215" y="952"/>
                  <a:pt x="215" y="952"/>
                </a:cubicBezTo>
                <a:cubicBezTo>
                  <a:pt x="215" y="996"/>
                  <a:pt x="251" y="1032"/>
                  <a:pt x="295" y="1032"/>
                </a:cubicBezTo>
                <a:cubicBezTo>
                  <a:pt x="471" y="1032"/>
                  <a:pt x="471" y="1032"/>
                  <a:pt x="471" y="1032"/>
                </a:cubicBezTo>
                <a:cubicBezTo>
                  <a:pt x="515" y="1032"/>
                  <a:pt x="551" y="996"/>
                  <a:pt x="551" y="952"/>
                </a:cubicBezTo>
                <a:lnTo>
                  <a:pt x="551" y="776"/>
                </a:lnTo>
                <a:close/>
                <a:moveTo>
                  <a:pt x="471" y="952"/>
                </a:moveTo>
                <a:cubicBezTo>
                  <a:pt x="295" y="952"/>
                  <a:pt x="295" y="952"/>
                  <a:pt x="295" y="952"/>
                </a:cubicBezTo>
                <a:cubicBezTo>
                  <a:pt x="295" y="776"/>
                  <a:pt x="295" y="776"/>
                  <a:pt x="295" y="776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952"/>
                  <a:pt x="471" y="952"/>
                  <a:pt x="471" y="952"/>
                </a:cubicBezTo>
                <a:cubicBezTo>
                  <a:pt x="471" y="952"/>
                  <a:pt x="471" y="952"/>
                  <a:pt x="471" y="952"/>
                </a:cubicBezTo>
                <a:close/>
                <a:moveTo>
                  <a:pt x="471" y="1176"/>
                </a:moveTo>
                <a:cubicBezTo>
                  <a:pt x="295" y="1176"/>
                  <a:pt x="295" y="1176"/>
                  <a:pt x="295" y="1176"/>
                </a:cubicBezTo>
                <a:cubicBezTo>
                  <a:pt x="251" y="1176"/>
                  <a:pt x="215" y="1212"/>
                  <a:pt x="215" y="1256"/>
                </a:cubicBezTo>
                <a:cubicBezTo>
                  <a:pt x="215" y="1432"/>
                  <a:pt x="215" y="1432"/>
                  <a:pt x="215" y="1432"/>
                </a:cubicBezTo>
                <a:cubicBezTo>
                  <a:pt x="215" y="1476"/>
                  <a:pt x="251" y="1512"/>
                  <a:pt x="295" y="1512"/>
                </a:cubicBezTo>
                <a:cubicBezTo>
                  <a:pt x="471" y="1512"/>
                  <a:pt x="471" y="1512"/>
                  <a:pt x="471" y="1512"/>
                </a:cubicBezTo>
                <a:cubicBezTo>
                  <a:pt x="515" y="1512"/>
                  <a:pt x="551" y="1476"/>
                  <a:pt x="551" y="1432"/>
                </a:cubicBezTo>
                <a:cubicBezTo>
                  <a:pt x="551" y="1256"/>
                  <a:pt x="551" y="1256"/>
                  <a:pt x="551" y="1256"/>
                </a:cubicBezTo>
                <a:cubicBezTo>
                  <a:pt x="551" y="1212"/>
                  <a:pt x="515" y="1176"/>
                  <a:pt x="471" y="1176"/>
                </a:cubicBezTo>
                <a:close/>
                <a:moveTo>
                  <a:pt x="471" y="1432"/>
                </a:moveTo>
                <a:cubicBezTo>
                  <a:pt x="295" y="1432"/>
                  <a:pt x="295" y="1432"/>
                  <a:pt x="295" y="1432"/>
                </a:cubicBezTo>
                <a:cubicBezTo>
                  <a:pt x="295" y="1256"/>
                  <a:pt x="295" y="1256"/>
                  <a:pt x="295" y="1256"/>
                </a:cubicBezTo>
                <a:cubicBezTo>
                  <a:pt x="471" y="1256"/>
                  <a:pt x="471" y="1256"/>
                  <a:pt x="471" y="1256"/>
                </a:cubicBezTo>
                <a:cubicBezTo>
                  <a:pt x="471" y="1432"/>
                  <a:pt x="471" y="1432"/>
                  <a:pt x="471" y="1432"/>
                </a:cubicBezTo>
                <a:cubicBezTo>
                  <a:pt x="471" y="1432"/>
                  <a:pt x="471" y="1432"/>
                  <a:pt x="471" y="1432"/>
                </a:cubicBezTo>
                <a:close/>
                <a:moveTo>
                  <a:pt x="1185" y="552"/>
                </a:moveTo>
                <a:cubicBezTo>
                  <a:pt x="1207" y="552"/>
                  <a:pt x="1225" y="534"/>
                  <a:pt x="1225" y="512"/>
                </a:cubicBezTo>
                <a:cubicBezTo>
                  <a:pt x="1225" y="490"/>
                  <a:pt x="1207" y="472"/>
                  <a:pt x="1185" y="472"/>
                </a:cubicBezTo>
                <a:cubicBezTo>
                  <a:pt x="910" y="472"/>
                  <a:pt x="910" y="472"/>
                  <a:pt x="910" y="472"/>
                </a:cubicBezTo>
                <a:cubicBezTo>
                  <a:pt x="887" y="472"/>
                  <a:pt x="870" y="490"/>
                  <a:pt x="870" y="512"/>
                </a:cubicBezTo>
                <a:cubicBezTo>
                  <a:pt x="870" y="534"/>
                  <a:pt x="887" y="552"/>
                  <a:pt x="910" y="552"/>
                </a:cubicBezTo>
                <a:lnTo>
                  <a:pt x="1185" y="552"/>
                </a:lnTo>
                <a:close/>
                <a:moveTo>
                  <a:pt x="727" y="552"/>
                </a:moveTo>
                <a:cubicBezTo>
                  <a:pt x="737" y="552"/>
                  <a:pt x="748" y="548"/>
                  <a:pt x="755" y="540"/>
                </a:cubicBezTo>
                <a:cubicBezTo>
                  <a:pt x="762" y="533"/>
                  <a:pt x="767" y="523"/>
                  <a:pt x="767" y="512"/>
                </a:cubicBezTo>
                <a:cubicBezTo>
                  <a:pt x="767" y="501"/>
                  <a:pt x="762" y="491"/>
                  <a:pt x="755" y="484"/>
                </a:cubicBezTo>
                <a:cubicBezTo>
                  <a:pt x="748" y="476"/>
                  <a:pt x="737" y="472"/>
                  <a:pt x="727" y="472"/>
                </a:cubicBezTo>
                <a:cubicBezTo>
                  <a:pt x="716" y="472"/>
                  <a:pt x="706" y="476"/>
                  <a:pt x="698" y="484"/>
                </a:cubicBezTo>
                <a:cubicBezTo>
                  <a:pt x="691" y="491"/>
                  <a:pt x="687" y="501"/>
                  <a:pt x="687" y="512"/>
                </a:cubicBezTo>
                <a:cubicBezTo>
                  <a:pt x="687" y="523"/>
                  <a:pt x="691" y="533"/>
                  <a:pt x="698" y="540"/>
                </a:cubicBezTo>
                <a:cubicBezTo>
                  <a:pt x="706" y="548"/>
                  <a:pt x="716" y="552"/>
                  <a:pt x="727" y="552"/>
                </a:cubicBezTo>
                <a:close/>
                <a:moveTo>
                  <a:pt x="727" y="1032"/>
                </a:moveTo>
                <a:cubicBezTo>
                  <a:pt x="1185" y="1032"/>
                  <a:pt x="1185" y="1032"/>
                  <a:pt x="1185" y="1032"/>
                </a:cubicBezTo>
                <a:cubicBezTo>
                  <a:pt x="1207" y="1032"/>
                  <a:pt x="1225" y="1014"/>
                  <a:pt x="1225" y="992"/>
                </a:cubicBezTo>
                <a:cubicBezTo>
                  <a:pt x="1225" y="970"/>
                  <a:pt x="1207" y="952"/>
                  <a:pt x="1185" y="952"/>
                </a:cubicBezTo>
                <a:cubicBezTo>
                  <a:pt x="727" y="952"/>
                  <a:pt x="727" y="952"/>
                  <a:pt x="727" y="952"/>
                </a:cubicBezTo>
                <a:cubicBezTo>
                  <a:pt x="705" y="952"/>
                  <a:pt x="687" y="970"/>
                  <a:pt x="687" y="992"/>
                </a:cubicBezTo>
                <a:cubicBezTo>
                  <a:pt x="687" y="1014"/>
                  <a:pt x="705" y="1032"/>
                  <a:pt x="727" y="1032"/>
                </a:cubicBezTo>
                <a:close/>
              </a:path>
            </a:pathLst>
          </a:custGeom>
          <a:solidFill>
            <a:srgbClr val="0B5ED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7" name="Freeform 108">
            <a:extLst>
              <a:ext uri="{FF2B5EF4-FFF2-40B4-BE49-F238E27FC236}">
                <a16:creationId xmlns:a16="http://schemas.microsoft.com/office/drawing/2014/main" id="{CB93BE54-023D-4147-A5DD-9E9F1B9E87E4}"/>
              </a:ext>
            </a:extLst>
          </p:cNvPr>
          <p:cNvSpPr>
            <a:spLocks noEditPoints="1"/>
          </p:cNvSpPr>
          <p:nvPr/>
        </p:nvSpPr>
        <p:spPr bwMode="auto">
          <a:xfrm>
            <a:off x="805286" y="3206358"/>
            <a:ext cx="270871" cy="349497"/>
          </a:xfrm>
          <a:custGeom>
            <a:avLst/>
            <a:gdLst>
              <a:gd name="T0" fmla="*/ 672 w 1536"/>
              <a:gd name="T1" fmla="*/ 935 h 1991"/>
              <a:gd name="T2" fmla="*/ 864 w 1536"/>
              <a:gd name="T3" fmla="*/ 890 h 1991"/>
              <a:gd name="T4" fmla="*/ 1111 w 1536"/>
              <a:gd name="T5" fmla="*/ 798 h 1991"/>
              <a:gd name="T6" fmla="*/ 1152 w 1536"/>
              <a:gd name="T7" fmla="*/ 647 h 1991"/>
              <a:gd name="T8" fmla="*/ 1107 w 1536"/>
              <a:gd name="T9" fmla="*/ 455 h 1991"/>
              <a:gd name="T10" fmla="*/ 1015 w 1536"/>
              <a:gd name="T11" fmla="*/ 208 h 1991"/>
              <a:gd name="T12" fmla="*/ 864 w 1536"/>
              <a:gd name="T13" fmla="*/ 167 h 1991"/>
              <a:gd name="T14" fmla="*/ 672 w 1536"/>
              <a:gd name="T15" fmla="*/ 212 h 1991"/>
              <a:gd name="T16" fmla="*/ 425 w 1536"/>
              <a:gd name="T17" fmla="*/ 304 h 1991"/>
              <a:gd name="T18" fmla="*/ 384 w 1536"/>
              <a:gd name="T19" fmla="*/ 455 h 1991"/>
              <a:gd name="T20" fmla="*/ 429 w 1536"/>
              <a:gd name="T21" fmla="*/ 647 h 1991"/>
              <a:gd name="T22" fmla="*/ 521 w 1536"/>
              <a:gd name="T23" fmla="*/ 894 h 1991"/>
              <a:gd name="T24" fmla="*/ 454 w 1536"/>
              <a:gd name="T25" fmla="*/ 583 h 1991"/>
              <a:gd name="T26" fmla="*/ 486 w 1536"/>
              <a:gd name="T27" fmla="*/ 493 h 1991"/>
              <a:gd name="T28" fmla="*/ 544 w 1536"/>
              <a:gd name="T29" fmla="*/ 276 h 1991"/>
              <a:gd name="T30" fmla="*/ 736 w 1536"/>
              <a:gd name="T31" fmla="*/ 237 h 1991"/>
              <a:gd name="T32" fmla="*/ 826 w 1536"/>
              <a:gd name="T33" fmla="*/ 269 h 1991"/>
              <a:gd name="T34" fmla="*/ 1043 w 1536"/>
              <a:gd name="T35" fmla="*/ 327 h 1991"/>
              <a:gd name="T36" fmla="*/ 1082 w 1536"/>
              <a:gd name="T37" fmla="*/ 519 h 1991"/>
              <a:gd name="T38" fmla="*/ 1050 w 1536"/>
              <a:gd name="T39" fmla="*/ 609 h 1991"/>
              <a:gd name="T40" fmla="*/ 992 w 1536"/>
              <a:gd name="T41" fmla="*/ 826 h 1991"/>
              <a:gd name="T42" fmla="*/ 800 w 1536"/>
              <a:gd name="T43" fmla="*/ 865 h 1991"/>
              <a:gd name="T44" fmla="*/ 710 w 1536"/>
              <a:gd name="T45" fmla="*/ 833 h 1991"/>
              <a:gd name="T46" fmla="*/ 493 w 1536"/>
              <a:gd name="T47" fmla="*/ 775 h 1991"/>
              <a:gd name="T48" fmla="*/ 992 w 1536"/>
              <a:gd name="T49" fmla="*/ 551 h 1991"/>
              <a:gd name="T50" fmla="*/ 768 w 1536"/>
              <a:gd name="T51" fmla="*/ 391 h 1991"/>
              <a:gd name="T52" fmla="*/ 768 w 1536"/>
              <a:gd name="T53" fmla="*/ 391 h 1991"/>
              <a:gd name="T54" fmla="*/ 1312 w 1536"/>
              <a:gd name="T55" fmla="*/ 551 h 1991"/>
              <a:gd name="T56" fmla="*/ 449 w 1536"/>
              <a:gd name="T57" fmla="*/ 991 h 1991"/>
              <a:gd name="T58" fmla="*/ 0 w 1536"/>
              <a:gd name="T59" fmla="*/ 1255 h 1991"/>
              <a:gd name="T60" fmla="*/ 1262 w 1536"/>
              <a:gd name="T61" fmla="*/ 1879 h 1991"/>
              <a:gd name="T62" fmla="*/ 1536 w 1536"/>
              <a:gd name="T63" fmla="*/ 1511 h 1991"/>
              <a:gd name="T64" fmla="*/ 1248 w 1536"/>
              <a:gd name="T65" fmla="*/ 551 h 1991"/>
              <a:gd name="T66" fmla="*/ 486 w 1536"/>
              <a:gd name="T67" fmla="*/ 939 h 1991"/>
              <a:gd name="T68" fmla="*/ 928 w 1536"/>
              <a:gd name="T69" fmla="*/ 1351 h 1991"/>
              <a:gd name="T70" fmla="*/ 768 w 1536"/>
              <a:gd name="T71" fmla="*/ 1543 h 1991"/>
              <a:gd name="T72" fmla="*/ 608 w 1536"/>
              <a:gd name="T73" fmla="*/ 1223 h 1991"/>
              <a:gd name="T74" fmla="*/ 160 w 1536"/>
              <a:gd name="T75" fmla="*/ 1159 h 1991"/>
              <a:gd name="T76" fmla="*/ 160 w 1536"/>
              <a:gd name="T77" fmla="*/ 1159 h 1991"/>
              <a:gd name="T78" fmla="*/ 160 w 1536"/>
              <a:gd name="T79" fmla="*/ 1415 h 1991"/>
              <a:gd name="T80" fmla="*/ 543 w 1536"/>
              <a:gd name="T81" fmla="*/ 1159 h 1991"/>
              <a:gd name="T82" fmla="*/ 544 w 1536"/>
              <a:gd name="T83" fmla="*/ 1287 h 1991"/>
              <a:gd name="T84" fmla="*/ 544 w 1536"/>
              <a:gd name="T85" fmla="*/ 1447 h 1991"/>
              <a:gd name="T86" fmla="*/ 925 w 1536"/>
              <a:gd name="T87" fmla="*/ 1479 h 1991"/>
              <a:gd name="T88" fmla="*/ 1056 w 1536"/>
              <a:gd name="T89" fmla="*/ 1351 h 1991"/>
              <a:gd name="T90" fmla="*/ 1056 w 1536"/>
              <a:gd name="T91" fmla="*/ 1223 h 1991"/>
              <a:gd name="T92" fmla="*/ 1472 w 1536"/>
              <a:gd name="T93" fmla="*/ 1511 h 1991"/>
              <a:gd name="T94" fmla="*/ 1227 w 1536"/>
              <a:gd name="T95" fmla="*/ 1825 h 1991"/>
              <a:gd name="T96" fmla="*/ 1376 w 1536"/>
              <a:gd name="T97" fmla="*/ 1671 h 1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36" h="1991">
                <a:moveTo>
                  <a:pt x="567" y="894"/>
                </a:moveTo>
                <a:cubicBezTo>
                  <a:pt x="601" y="860"/>
                  <a:pt x="601" y="860"/>
                  <a:pt x="601" y="860"/>
                </a:cubicBezTo>
                <a:cubicBezTo>
                  <a:pt x="624" y="873"/>
                  <a:pt x="648" y="883"/>
                  <a:pt x="672" y="890"/>
                </a:cubicBezTo>
                <a:cubicBezTo>
                  <a:pt x="672" y="935"/>
                  <a:pt x="672" y="935"/>
                  <a:pt x="672" y="935"/>
                </a:cubicBezTo>
                <a:cubicBezTo>
                  <a:pt x="672" y="953"/>
                  <a:pt x="686" y="967"/>
                  <a:pt x="704" y="967"/>
                </a:cubicBezTo>
                <a:cubicBezTo>
                  <a:pt x="832" y="967"/>
                  <a:pt x="832" y="967"/>
                  <a:pt x="832" y="967"/>
                </a:cubicBezTo>
                <a:cubicBezTo>
                  <a:pt x="850" y="967"/>
                  <a:pt x="864" y="953"/>
                  <a:pt x="864" y="935"/>
                </a:cubicBezTo>
                <a:cubicBezTo>
                  <a:pt x="864" y="890"/>
                  <a:pt x="864" y="890"/>
                  <a:pt x="864" y="890"/>
                </a:cubicBezTo>
                <a:cubicBezTo>
                  <a:pt x="889" y="883"/>
                  <a:pt x="913" y="873"/>
                  <a:pt x="936" y="860"/>
                </a:cubicBezTo>
                <a:cubicBezTo>
                  <a:pt x="969" y="894"/>
                  <a:pt x="969" y="894"/>
                  <a:pt x="969" y="894"/>
                </a:cubicBezTo>
                <a:cubicBezTo>
                  <a:pt x="982" y="906"/>
                  <a:pt x="1002" y="906"/>
                  <a:pt x="1015" y="894"/>
                </a:cubicBezTo>
                <a:cubicBezTo>
                  <a:pt x="1111" y="798"/>
                  <a:pt x="1111" y="798"/>
                  <a:pt x="1111" y="798"/>
                </a:cubicBezTo>
                <a:cubicBezTo>
                  <a:pt x="1123" y="785"/>
                  <a:pt x="1123" y="765"/>
                  <a:pt x="1111" y="752"/>
                </a:cubicBezTo>
                <a:cubicBezTo>
                  <a:pt x="1077" y="719"/>
                  <a:pt x="1077" y="719"/>
                  <a:pt x="1077" y="719"/>
                </a:cubicBezTo>
                <a:cubicBezTo>
                  <a:pt x="1090" y="696"/>
                  <a:pt x="1100" y="672"/>
                  <a:pt x="1107" y="647"/>
                </a:cubicBezTo>
                <a:cubicBezTo>
                  <a:pt x="1152" y="647"/>
                  <a:pt x="1152" y="647"/>
                  <a:pt x="1152" y="647"/>
                </a:cubicBezTo>
                <a:cubicBezTo>
                  <a:pt x="1170" y="647"/>
                  <a:pt x="1184" y="633"/>
                  <a:pt x="1184" y="615"/>
                </a:cubicBezTo>
                <a:cubicBezTo>
                  <a:pt x="1184" y="487"/>
                  <a:pt x="1184" y="487"/>
                  <a:pt x="1184" y="487"/>
                </a:cubicBezTo>
                <a:cubicBezTo>
                  <a:pt x="1184" y="469"/>
                  <a:pt x="1170" y="455"/>
                  <a:pt x="1152" y="455"/>
                </a:cubicBezTo>
                <a:cubicBezTo>
                  <a:pt x="1107" y="455"/>
                  <a:pt x="1107" y="455"/>
                  <a:pt x="1107" y="455"/>
                </a:cubicBezTo>
                <a:cubicBezTo>
                  <a:pt x="1100" y="431"/>
                  <a:pt x="1090" y="407"/>
                  <a:pt x="1077" y="384"/>
                </a:cubicBezTo>
                <a:cubicBezTo>
                  <a:pt x="1111" y="350"/>
                  <a:pt x="1111" y="350"/>
                  <a:pt x="1111" y="350"/>
                </a:cubicBezTo>
                <a:cubicBezTo>
                  <a:pt x="1123" y="337"/>
                  <a:pt x="1123" y="317"/>
                  <a:pt x="1111" y="304"/>
                </a:cubicBezTo>
                <a:cubicBezTo>
                  <a:pt x="1015" y="208"/>
                  <a:pt x="1015" y="208"/>
                  <a:pt x="1015" y="208"/>
                </a:cubicBezTo>
                <a:cubicBezTo>
                  <a:pt x="1002" y="196"/>
                  <a:pt x="982" y="196"/>
                  <a:pt x="969" y="208"/>
                </a:cubicBezTo>
                <a:cubicBezTo>
                  <a:pt x="936" y="242"/>
                  <a:pt x="936" y="242"/>
                  <a:pt x="936" y="242"/>
                </a:cubicBezTo>
                <a:cubicBezTo>
                  <a:pt x="912" y="229"/>
                  <a:pt x="888" y="219"/>
                  <a:pt x="864" y="212"/>
                </a:cubicBezTo>
                <a:cubicBezTo>
                  <a:pt x="864" y="167"/>
                  <a:pt x="864" y="167"/>
                  <a:pt x="864" y="167"/>
                </a:cubicBezTo>
                <a:cubicBezTo>
                  <a:pt x="864" y="149"/>
                  <a:pt x="850" y="135"/>
                  <a:pt x="832" y="135"/>
                </a:cubicBezTo>
                <a:cubicBezTo>
                  <a:pt x="704" y="135"/>
                  <a:pt x="704" y="135"/>
                  <a:pt x="704" y="135"/>
                </a:cubicBezTo>
                <a:cubicBezTo>
                  <a:pt x="686" y="135"/>
                  <a:pt x="672" y="149"/>
                  <a:pt x="672" y="167"/>
                </a:cubicBezTo>
                <a:cubicBezTo>
                  <a:pt x="672" y="212"/>
                  <a:pt x="672" y="212"/>
                  <a:pt x="672" y="212"/>
                </a:cubicBezTo>
                <a:cubicBezTo>
                  <a:pt x="647" y="219"/>
                  <a:pt x="623" y="229"/>
                  <a:pt x="600" y="242"/>
                </a:cubicBezTo>
                <a:cubicBezTo>
                  <a:pt x="567" y="208"/>
                  <a:pt x="567" y="208"/>
                  <a:pt x="567" y="208"/>
                </a:cubicBezTo>
                <a:cubicBezTo>
                  <a:pt x="554" y="196"/>
                  <a:pt x="534" y="196"/>
                  <a:pt x="521" y="208"/>
                </a:cubicBezTo>
                <a:cubicBezTo>
                  <a:pt x="425" y="304"/>
                  <a:pt x="425" y="304"/>
                  <a:pt x="425" y="304"/>
                </a:cubicBezTo>
                <a:cubicBezTo>
                  <a:pt x="413" y="317"/>
                  <a:pt x="413" y="337"/>
                  <a:pt x="425" y="350"/>
                </a:cubicBezTo>
                <a:cubicBezTo>
                  <a:pt x="459" y="383"/>
                  <a:pt x="459" y="383"/>
                  <a:pt x="459" y="383"/>
                </a:cubicBezTo>
                <a:cubicBezTo>
                  <a:pt x="446" y="406"/>
                  <a:pt x="436" y="430"/>
                  <a:pt x="429" y="455"/>
                </a:cubicBezTo>
                <a:cubicBezTo>
                  <a:pt x="384" y="455"/>
                  <a:pt x="384" y="455"/>
                  <a:pt x="384" y="455"/>
                </a:cubicBezTo>
                <a:cubicBezTo>
                  <a:pt x="366" y="455"/>
                  <a:pt x="352" y="469"/>
                  <a:pt x="352" y="487"/>
                </a:cubicBezTo>
                <a:cubicBezTo>
                  <a:pt x="352" y="615"/>
                  <a:pt x="352" y="615"/>
                  <a:pt x="352" y="615"/>
                </a:cubicBezTo>
                <a:cubicBezTo>
                  <a:pt x="352" y="633"/>
                  <a:pt x="366" y="647"/>
                  <a:pt x="384" y="647"/>
                </a:cubicBezTo>
                <a:cubicBezTo>
                  <a:pt x="429" y="647"/>
                  <a:pt x="429" y="647"/>
                  <a:pt x="429" y="647"/>
                </a:cubicBezTo>
                <a:cubicBezTo>
                  <a:pt x="436" y="671"/>
                  <a:pt x="446" y="695"/>
                  <a:pt x="459" y="719"/>
                </a:cubicBezTo>
                <a:cubicBezTo>
                  <a:pt x="425" y="752"/>
                  <a:pt x="425" y="752"/>
                  <a:pt x="425" y="752"/>
                </a:cubicBezTo>
                <a:cubicBezTo>
                  <a:pt x="413" y="765"/>
                  <a:pt x="413" y="785"/>
                  <a:pt x="425" y="798"/>
                </a:cubicBezTo>
                <a:cubicBezTo>
                  <a:pt x="521" y="894"/>
                  <a:pt x="521" y="894"/>
                  <a:pt x="521" y="894"/>
                </a:cubicBezTo>
                <a:cubicBezTo>
                  <a:pt x="534" y="906"/>
                  <a:pt x="554" y="906"/>
                  <a:pt x="567" y="894"/>
                </a:cubicBezTo>
                <a:close/>
                <a:moveTo>
                  <a:pt x="526" y="706"/>
                </a:moveTo>
                <a:cubicBezTo>
                  <a:pt x="506" y="675"/>
                  <a:pt x="493" y="642"/>
                  <a:pt x="486" y="609"/>
                </a:cubicBezTo>
                <a:cubicBezTo>
                  <a:pt x="483" y="594"/>
                  <a:pt x="470" y="583"/>
                  <a:pt x="454" y="583"/>
                </a:cubicBezTo>
                <a:cubicBezTo>
                  <a:pt x="416" y="583"/>
                  <a:pt x="416" y="583"/>
                  <a:pt x="416" y="583"/>
                </a:cubicBezTo>
                <a:cubicBezTo>
                  <a:pt x="416" y="519"/>
                  <a:pt x="416" y="519"/>
                  <a:pt x="416" y="519"/>
                </a:cubicBezTo>
                <a:cubicBezTo>
                  <a:pt x="454" y="519"/>
                  <a:pt x="454" y="519"/>
                  <a:pt x="454" y="519"/>
                </a:cubicBezTo>
                <a:cubicBezTo>
                  <a:pt x="470" y="519"/>
                  <a:pt x="483" y="508"/>
                  <a:pt x="486" y="493"/>
                </a:cubicBezTo>
                <a:cubicBezTo>
                  <a:pt x="493" y="459"/>
                  <a:pt x="506" y="426"/>
                  <a:pt x="526" y="395"/>
                </a:cubicBezTo>
                <a:cubicBezTo>
                  <a:pt x="534" y="383"/>
                  <a:pt x="532" y="366"/>
                  <a:pt x="522" y="355"/>
                </a:cubicBezTo>
                <a:cubicBezTo>
                  <a:pt x="493" y="327"/>
                  <a:pt x="493" y="327"/>
                  <a:pt x="493" y="327"/>
                </a:cubicBezTo>
                <a:cubicBezTo>
                  <a:pt x="544" y="276"/>
                  <a:pt x="544" y="276"/>
                  <a:pt x="544" y="276"/>
                </a:cubicBezTo>
                <a:cubicBezTo>
                  <a:pt x="572" y="305"/>
                  <a:pt x="572" y="305"/>
                  <a:pt x="572" y="305"/>
                </a:cubicBezTo>
                <a:cubicBezTo>
                  <a:pt x="583" y="315"/>
                  <a:pt x="600" y="317"/>
                  <a:pt x="612" y="309"/>
                </a:cubicBezTo>
                <a:cubicBezTo>
                  <a:pt x="643" y="289"/>
                  <a:pt x="676" y="276"/>
                  <a:pt x="710" y="269"/>
                </a:cubicBezTo>
                <a:cubicBezTo>
                  <a:pt x="725" y="266"/>
                  <a:pt x="736" y="253"/>
                  <a:pt x="736" y="237"/>
                </a:cubicBezTo>
                <a:cubicBezTo>
                  <a:pt x="736" y="199"/>
                  <a:pt x="736" y="199"/>
                  <a:pt x="736" y="199"/>
                </a:cubicBezTo>
                <a:cubicBezTo>
                  <a:pt x="800" y="199"/>
                  <a:pt x="800" y="199"/>
                  <a:pt x="800" y="199"/>
                </a:cubicBezTo>
                <a:cubicBezTo>
                  <a:pt x="800" y="237"/>
                  <a:pt x="800" y="237"/>
                  <a:pt x="800" y="237"/>
                </a:cubicBezTo>
                <a:cubicBezTo>
                  <a:pt x="800" y="253"/>
                  <a:pt x="811" y="266"/>
                  <a:pt x="826" y="269"/>
                </a:cubicBezTo>
                <a:cubicBezTo>
                  <a:pt x="859" y="276"/>
                  <a:pt x="892" y="289"/>
                  <a:pt x="923" y="309"/>
                </a:cubicBezTo>
                <a:cubicBezTo>
                  <a:pt x="936" y="318"/>
                  <a:pt x="953" y="316"/>
                  <a:pt x="963" y="305"/>
                </a:cubicBezTo>
                <a:cubicBezTo>
                  <a:pt x="992" y="276"/>
                  <a:pt x="992" y="276"/>
                  <a:pt x="992" y="276"/>
                </a:cubicBezTo>
                <a:cubicBezTo>
                  <a:pt x="1043" y="327"/>
                  <a:pt x="1043" y="327"/>
                  <a:pt x="1043" y="327"/>
                </a:cubicBezTo>
                <a:cubicBezTo>
                  <a:pt x="1014" y="356"/>
                  <a:pt x="1014" y="356"/>
                  <a:pt x="1014" y="356"/>
                </a:cubicBezTo>
                <a:cubicBezTo>
                  <a:pt x="1003" y="367"/>
                  <a:pt x="1001" y="383"/>
                  <a:pt x="1010" y="396"/>
                </a:cubicBezTo>
                <a:cubicBezTo>
                  <a:pt x="1030" y="427"/>
                  <a:pt x="1043" y="460"/>
                  <a:pt x="1050" y="493"/>
                </a:cubicBezTo>
                <a:cubicBezTo>
                  <a:pt x="1053" y="508"/>
                  <a:pt x="1066" y="519"/>
                  <a:pt x="1082" y="519"/>
                </a:cubicBezTo>
                <a:cubicBezTo>
                  <a:pt x="1120" y="519"/>
                  <a:pt x="1120" y="519"/>
                  <a:pt x="1120" y="519"/>
                </a:cubicBezTo>
                <a:cubicBezTo>
                  <a:pt x="1120" y="583"/>
                  <a:pt x="1120" y="583"/>
                  <a:pt x="1120" y="583"/>
                </a:cubicBezTo>
                <a:cubicBezTo>
                  <a:pt x="1082" y="583"/>
                  <a:pt x="1082" y="583"/>
                  <a:pt x="1082" y="583"/>
                </a:cubicBezTo>
                <a:cubicBezTo>
                  <a:pt x="1066" y="583"/>
                  <a:pt x="1053" y="594"/>
                  <a:pt x="1050" y="609"/>
                </a:cubicBezTo>
                <a:cubicBezTo>
                  <a:pt x="1043" y="643"/>
                  <a:pt x="1030" y="676"/>
                  <a:pt x="1010" y="707"/>
                </a:cubicBezTo>
                <a:cubicBezTo>
                  <a:pt x="1002" y="719"/>
                  <a:pt x="1004" y="736"/>
                  <a:pt x="1014" y="747"/>
                </a:cubicBezTo>
                <a:cubicBezTo>
                  <a:pt x="1043" y="775"/>
                  <a:pt x="1043" y="775"/>
                  <a:pt x="1043" y="775"/>
                </a:cubicBezTo>
                <a:cubicBezTo>
                  <a:pt x="992" y="826"/>
                  <a:pt x="992" y="826"/>
                  <a:pt x="992" y="826"/>
                </a:cubicBezTo>
                <a:cubicBezTo>
                  <a:pt x="964" y="797"/>
                  <a:pt x="964" y="797"/>
                  <a:pt x="964" y="797"/>
                </a:cubicBezTo>
                <a:cubicBezTo>
                  <a:pt x="953" y="787"/>
                  <a:pt x="936" y="785"/>
                  <a:pt x="924" y="793"/>
                </a:cubicBezTo>
                <a:cubicBezTo>
                  <a:pt x="893" y="813"/>
                  <a:pt x="860" y="826"/>
                  <a:pt x="826" y="833"/>
                </a:cubicBezTo>
                <a:cubicBezTo>
                  <a:pt x="811" y="836"/>
                  <a:pt x="800" y="849"/>
                  <a:pt x="800" y="865"/>
                </a:cubicBezTo>
                <a:cubicBezTo>
                  <a:pt x="800" y="903"/>
                  <a:pt x="800" y="903"/>
                  <a:pt x="800" y="903"/>
                </a:cubicBezTo>
                <a:cubicBezTo>
                  <a:pt x="736" y="903"/>
                  <a:pt x="736" y="903"/>
                  <a:pt x="736" y="903"/>
                </a:cubicBezTo>
                <a:cubicBezTo>
                  <a:pt x="736" y="865"/>
                  <a:pt x="736" y="865"/>
                  <a:pt x="736" y="865"/>
                </a:cubicBezTo>
                <a:cubicBezTo>
                  <a:pt x="736" y="849"/>
                  <a:pt x="725" y="836"/>
                  <a:pt x="710" y="833"/>
                </a:cubicBezTo>
                <a:cubicBezTo>
                  <a:pt x="677" y="826"/>
                  <a:pt x="644" y="813"/>
                  <a:pt x="613" y="793"/>
                </a:cubicBezTo>
                <a:cubicBezTo>
                  <a:pt x="600" y="784"/>
                  <a:pt x="583" y="786"/>
                  <a:pt x="573" y="797"/>
                </a:cubicBezTo>
                <a:cubicBezTo>
                  <a:pt x="544" y="826"/>
                  <a:pt x="544" y="826"/>
                  <a:pt x="544" y="826"/>
                </a:cubicBezTo>
                <a:cubicBezTo>
                  <a:pt x="493" y="775"/>
                  <a:pt x="493" y="775"/>
                  <a:pt x="493" y="775"/>
                </a:cubicBezTo>
                <a:cubicBezTo>
                  <a:pt x="522" y="746"/>
                  <a:pt x="522" y="746"/>
                  <a:pt x="522" y="746"/>
                </a:cubicBezTo>
                <a:cubicBezTo>
                  <a:pt x="533" y="736"/>
                  <a:pt x="535" y="719"/>
                  <a:pt x="526" y="706"/>
                </a:cubicBezTo>
                <a:close/>
                <a:moveTo>
                  <a:pt x="768" y="775"/>
                </a:moveTo>
                <a:cubicBezTo>
                  <a:pt x="892" y="775"/>
                  <a:pt x="992" y="675"/>
                  <a:pt x="992" y="551"/>
                </a:cubicBezTo>
                <a:cubicBezTo>
                  <a:pt x="992" y="428"/>
                  <a:pt x="892" y="327"/>
                  <a:pt x="768" y="327"/>
                </a:cubicBezTo>
                <a:cubicBezTo>
                  <a:pt x="645" y="327"/>
                  <a:pt x="544" y="428"/>
                  <a:pt x="544" y="551"/>
                </a:cubicBezTo>
                <a:cubicBezTo>
                  <a:pt x="544" y="675"/>
                  <a:pt x="645" y="775"/>
                  <a:pt x="768" y="775"/>
                </a:cubicBezTo>
                <a:close/>
                <a:moveTo>
                  <a:pt x="768" y="391"/>
                </a:moveTo>
                <a:cubicBezTo>
                  <a:pt x="856" y="391"/>
                  <a:pt x="928" y="463"/>
                  <a:pt x="928" y="551"/>
                </a:cubicBezTo>
                <a:cubicBezTo>
                  <a:pt x="928" y="639"/>
                  <a:pt x="856" y="711"/>
                  <a:pt x="768" y="711"/>
                </a:cubicBezTo>
                <a:cubicBezTo>
                  <a:pt x="680" y="711"/>
                  <a:pt x="608" y="639"/>
                  <a:pt x="608" y="551"/>
                </a:cubicBezTo>
                <a:cubicBezTo>
                  <a:pt x="608" y="463"/>
                  <a:pt x="680" y="391"/>
                  <a:pt x="768" y="391"/>
                </a:cubicBezTo>
                <a:close/>
                <a:moveTo>
                  <a:pt x="1536" y="1511"/>
                </a:moveTo>
                <a:cubicBezTo>
                  <a:pt x="1536" y="1304"/>
                  <a:pt x="1332" y="1126"/>
                  <a:pt x="1025" y="1059"/>
                </a:cubicBezTo>
                <a:cubicBezTo>
                  <a:pt x="1040" y="1033"/>
                  <a:pt x="1060" y="1011"/>
                  <a:pt x="1084" y="994"/>
                </a:cubicBezTo>
                <a:cubicBezTo>
                  <a:pt x="1227" y="892"/>
                  <a:pt x="1312" y="726"/>
                  <a:pt x="1312" y="551"/>
                </a:cubicBezTo>
                <a:cubicBezTo>
                  <a:pt x="1312" y="401"/>
                  <a:pt x="1252" y="261"/>
                  <a:pt x="1143" y="157"/>
                </a:cubicBezTo>
                <a:cubicBezTo>
                  <a:pt x="1035" y="54"/>
                  <a:pt x="892" y="0"/>
                  <a:pt x="741" y="8"/>
                </a:cubicBezTo>
                <a:cubicBezTo>
                  <a:pt x="459" y="21"/>
                  <a:pt x="232" y="253"/>
                  <a:pt x="224" y="536"/>
                </a:cubicBezTo>
                <a:cubicBezTo>
                  <a:pt x="219" y="715"/>
                  <a:pt x="303" y="885"/>
                  <a:pt x="449" y="991"/>
                </a:cubicBezTo>
                <a:cubicBezTo>
                  <a:pt x="474" y="1010"/>
                  <a:pt x="495" y="1033"/>
                  <a:pt x="511" y="1059"/>
                </a:cubicBezTo>
                <a:cubicBezTo>
                  <a:pt x="425" y="1078"/>
                  <a:pt x="344" y="1107"/>
                  <a:pt x="274" y="1143"/>
                </a:cubicBezTo>
                <a:cubicBezTo>
                  <a:pt x="245" y="1114"/>
                  <a:pt x="205" y="1095"/>
                  <a:pt x="160" y="1095"/>
                </a:cubicBezTo>
                <a:cubicBezTo>
                  <a:pt x="72" y="1095"/>
                  <a:pt x="0" y="1167"/>
                  <a:pt x="0" y="1255"/>
                </a:cubicBezTo>
                <a:cubicBezTo>
                  <a:pt x="0" y="1295"/>
                  <a:pt x="15" y="1331"/>
                  <a:pt x="40" y="1359"/>
                </a:cubicBezTo>
                <a:cubicBezTo>
                  <a:pt x="14" y="1408"/>
                  <a:pt x="0" y="1459"/>
                  <a:pt x="0" y="1511"/>
                </a:cubicBezTo>
                <a:cubicBezTo>
                  <a:pt x="0" y="1776"/>
                  <a:pt x="345" y="1991"/>
                  <a:pt x="768" y="1991"/>
                </a:cubicBezTo>
                <a:cubicBezTo>
                  <a:pt x="950" y="1991"/>
                  <a:pt x="1124" y="1951"/>
                  <a:pt x="1262" y="1879"/>
                </a:cubicBezTo>
                <a:cubicBezTo>
                  <a:pt x="1291" y="1908"/>
                  <a:pt x="1331" y="1927"/>
                  <a:pt x="1376" y="1927"/>
                </a:cubicBezTo>
                <a:cubicBezTo>
                  <a:pt x="1464" y="1927"/>
                  <a:pt x="1536" y="1855"/>
                  <a:pt x="1536" y="1767"/>
                </a:cubicBezTo>
                <a:cubicBezTo>
                  <a:pt x="1536" y="1727"/>
                  <a:pt x="1521" y="1691"/>
                  <a:pt x="1496" y="1663"/>
                </a:cubicBezTo>
                <a:cubicBezTo>
                  <a:pt x="1522" y="1614"/>
                  <a:pt x="1536" y="1563"/>
                  <a:pt x="1536" y="1511"/>
                </a:cubicBezTo>
                <a:close/>
                <a:moveTo>
                  <a:pt x="288" y="538"/>
                </a:moveTo>
                <a:cubicBezTo>
                  <a:pt x="295" y="288"/>
                  <a:pt x="495" y="83"/>
                  <a:pt x="744" y="72"/>
                </a:cubicBezTo>
                <a:cubicBezTo>
                  <a:pt x="877" y="65"/>
                  <a:pt x="1003" y="112"/>
                  <a:pt x="1099" y="204"/>
                </a:cubicBezTo>
                <a:cubicBezTo>
                  <a:pt x="1195" y="295"/>
                  <a:pt x="1248" y="418"/>
                  <a:pt x="1248" y="551"/>
                </a:cubicBezTo>
                <a:cubicBezTo>
                  <a:pt x="1248" y="706"/>
                  <a:pt x="1173" y="852"/>
                  <a:pt x="1047" y="942"/>
                </a:cubicBezTo>
                <a:cubicBezTo>
                  <a:pt x="978" y="991"/>
                  <a:pt x="935" y="1071"/>
                  <a:pt x="929" y="1159"/>
                </a:cubicBezTo>
                <a:cubicBezTo>
                  <a:pt x="607" y="1159"/>
                  <a:pt x="607" y="1159"/>
                  <a:pt x="607" y="1159"/>
                </a:cubicBezTo>
                <a:cubicBezTo>
                  <a:pt x="602" y="1073"/>
                  <a:pt x="558" y="992"/>
                  <a:pt x="486" y="939"/>
                </a:cubicBezTo>
                <a:cubicBezTo>
                  <a:pt x="358" y="846"/>
                  <a:pt x="284" y="696"/>
                  <a:pt x="288" y="538"/>
                </a:cubicBezTo>
                <a:close/>
                <a:moveTo>
                  <a:pt x="608" y="1415"/>
                </a:moveTo>
                <a:cubicBezTo>
                  <a:pt x="608" y="1351"/>
                  <a:pt x="608" y="1351"/>
                  <a:pt x="608" y="1351"/>
                </a:cubicBezTo>
                <a:cubicBezTo>
                  <a:pt x="928" y="1351"/>
                  <a:pt x="928" y="1351"/>
                  <a:pt x="928" y="1351"/>
                </a:cubicBezTo>
                <a:cubicBezTo>
                  <a:pt x="928" y="1415"/>
                  <a:pt x="928" y="1415"/>
                  <a:pt x="928" y="1415"/>
                </a:cubicBezTo>
                <a:lnTo>
                  <a:pt x="608" y="1415"/>
                </a:lnTo>
                <a:close/>
                <a:moveTo>
                  <a:pt x="858" y="1479"/>
                </a:moveTo>
                <a:cubicBezTo>
                  <a:pt x="845" y="1516"/>
                  <a:pt x="810" y="1543"/>
                  <a:pt x="768" y="1543"/>
                </a:cubicBezTo>
                <a:cubicBezTo>
                  <a:pt x="726" y="1543"/>
                  <a:pt x="691" y="1516"/>
                  <a:pt x="678" y="1479"/>
                </a:cubicBezTo>
                <a:lnTo>
                  <a:pt x="858" y="1479"/>
                </a:lnTo>
                <a:close/>
                <a:moveTo>
                  <a:pt x="608" y="1287"/>
                </a:moveTo>
                <a:cubicBezTo>
                  <a:pt x="608" y="1223"/>
                  <a:pt x="608" y="1223"/>
                  <a:pt x="608" y="1223"/>
                </a:cubicBezTo>
                <a:cubicBezTo>
                  <a:pt x="928" y="1223"/>
                  <a:pt x="928" y="1223"/>
                  <a:pt x="928" y="1223"/>
                </a:cubicBezTo>
                <a:cubicBezTo>
                  <a:pt x="928" y="1287"/>
                  <a:pt x="928" y="1287"/>
                  <a:pt x="928" y="1287"/>
                </a:cubicBezTo>
                <a:lnTo>
                  <a:pt x="608" y="1287"/>
                </a:lnTo>
                <a:close/>
                <a:moveTo>
                  <a:pt x="160" y="1159"/>
                </a:moveTo>
                <a:cubicBezTo>
                  <a:pt x="213" y="1159"/>
                  <a:pt x="256" y="1202"/>
                  <a:pt x="256" y="1255"/>
                </a:cubicBezTo>
                <a:cubicBezTo>
                  <a:pt x="256" y="1308"/>
                  <a:pt x="213" y="1351"/>
                  <a:pt x="160" y="1351"/>
                </a:cubicBezTo>
                <a:cubicBezTo>
                  <a:pt x="107" y="1351"/>
                  <a:pt x="64" y="1308"/>
                  <a:pt x="64" y="1255"/>
                </a:cubicBezTo>
                <a:cubicBezTo>
                  <a:pt x="64" y="1202"/>
                  <a:pt x="107" y="1159"/>
                  <a:pt x="160" y="1159"/>
                </a:cubicBezTo>
                <a:close/>
                <a:moveTo>
                  <a:pt x="768" y="1927"/>
                </a:moveTo>
                <a:cubicBezTo>
                  <a:pt x="380" y="1927"/>
                  <a:pt x="64" y="1740"/>
                  <a:pt x="64" y="1511"/>
                </a:cubicBezTo>
                <a:cubicBezTo>
                  <a:pt x="64" y="1473"/>
                  <a:pt x="73" y="1435"/>
                  <a:pt x="91" y="1399"/>
                </a:cubicBezTo>
                <a:cubicBezTo>
                  <a:pt x="112" y="1409"/>
                  <a:pt x="135" y="1415"/>
                  <a:pt x="160" y="1415"/>
                </a:cubicBezTo>
                <a:cubicBezTo>
                  <a:pt x="248" y="1415"/>
                  <a:pt x="320" y="1343"/>
                  <a:pt x="320" y="1255"/>
                </a:cubicBezTo>
                <a:cubicBezTo>
                  <a:pt x="320" y="1235"/>
                  <a:pt x="316" y="1215"/>
                  <a:pt x="309" y="1198"/>
                </a:cubicBezTo>
                <a:cubicBezTo>
                  <a:pt x="376" y="1163"/>
                  <a:pt x="454" y="1136"/>
                  <a:pt x="537" y="1119"/>
                </a:cubicBezTo>
                <a:cubicBezTo>
                  <a:pt x="540" y="1132"/>
                  <a:pt x="542" y="1145"/>
                  <a:pt x="543" y="1159"/>
                </a:cubicBezTo>
                <a:cubicBezTo>
                  <a:pt x="480" y="1159"/>
                  <a:pt x="480" y="1159"/>
                  <a:pt x="480" y="1159"/>
                </a:cubicBezTo>
                <a:cubicBezTo>
                  <a:pt x="480" y="1223"/>
                  <a:pt x="480" y="1223"/>
                  <a:pt x="480" y="1223"/>
                </a:cubicBezTo>
                <a:cubicBezTo>
                  <a:pt x="544" y="1223"/>
                  <a:pt x="544" y="1223"/>
                  <a:pt x="544" y="1223"/>
                </a:cubicBezTo>
                <a:cubicBezTo>
                  <a:pt x="544" y="1287"/>
                  <a:pt x="544" y="1287"/>
                  <a:pt x="544" y="1287"/>
                </a:cubicBezTo>
                <a:cubicBezTo>
                  <a:pt x="480" y="1287"/>
                  <a:pt x="480" y="1287"/>
                  <a:pt x="480" y="1287"/>
                </a:cubicBezTo>
                <a:cubicBezTo>
                  <a:pt x="480" y="1351"/>
                  <a:pt x="480" y="1351"/>
                  <a:pt x="480" y="1351"/>
                </a:cubicBezTo>
                <a:cubicBezTo>
                  <a:pt x="544" y="1351"/>
                  <a:pt x="544" y="1351"/>
                  <a:pt x="544" y="1351"/>
                </a:cubicBezTo>
                <a:cubicBezTo>
                  <a:pt x="544" y="1447"/>
                  <a:pt x="544" y="1447"/>
                  <a:pt x="544" y="1447"/>
                </a:cubicBezTo>
                <a:cubicBezTo>
                  <a:pt x="544" y="1465"/>
                  <a:pt x="558" y="1479"/>
                  <a:pt x="576" y="1479"/>
                </a:cubicBezTo>
                <a:cubicBezTo>
                  <a:pt x="611" y="1479"/>
                  <a:pt x="611" y="1479"/>
                  <a:pt x="611" y="1479"/>
                </a:cubicBezTo>
                <a:cubicBezTo>
                  <a:pt x="626" y="1552"/>
                  <a:pt x="691" y="1607"/>
                  <a:pt x="768" y="1607"/>
                </a:cubicBezTo>
                <a:cubicBezTo>
                  <a:pt x="845" y="1607"/>
                  <a:pt x="910" y="1552"/>
                  <a:pt x="925" y="1479"/>
                </a:cubicBezTo>
                <a:cubicBezTo>
                  <a:pt x="960" y="1479"/>
                  <a:pt x="960" y="1479"/>
                  <a:pt x="960" y="1479"/>
                </a:cubicBezTo>
                <a:cubicBezTo>
                  <a:pt x="978" y="1479"/>
                  <a:pt x="992" y="1465"/>
                  <a:pt x="992" y="1447"/>
                </a:cubicBezTo>
                <a:cubicBezTo>
                  <a:pt x="992" y="1351"/>
                  <a:pt x="992" y="1351"/>
                  <a:pt x="992" y="1351"/>
                </a:cubicBezTo>
                <a:cubicBezTo>
                  <a:pt x="1056" y="1351"/>
                  <a:pt x="1056" y="1351"/>
                  <a:pt x="1056" y="1351"/>
                </a:cubicBezTo>
                <a:cubicBezTo>
                  <a:pt x="1056" y="1287"/>
                  <a:pt x="1056" y="1287"/>
                  <a:pt x="1056" y="1287"/>
                </a:cubicBezTo>
                <a:cubicBezTo>
                  <a:pt x="992" y="1287"/>
                  <a:pt x="992" y="1287"/>
                  <a:pt x="992" y="1287"/>
                </a:cubicBezTo>
                <a:cubicBezTo>
                  <a:pt x="992" y="1223"/>
                  <a:pt x="992" y="1223"/>
                  <a:pt x="992" y="1223"/>
                </a:cubicBezTo>
                <a:cubicBezTo>
                  <a:pt x="1056" y="1223"/>
                  <a:pt x="1056" y="1223"/>
                  <a:pt x="1056" y="1223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993" y="1159"/>
                  <a:pt x="993" y="1159"/>
                  <a:pt x="993" y="1159"/>
                </a:cubicBezTo>
                <a:cubicBezTo>
                  <a:pt x="994" y="1145"/>
                  <a:pt x="997" y="1132"/>
                  <a:pt x="1000" y="1119"/>
                </a:cubicBezTo>
                <a:cubicBezTo>
                  <a:pt x="1279" y="1177"/>
                  <a:pt x="1472" y="1336"/>
                  <a:pt x="1472" y="1511"/>
                </a:cubicBezTo>
                <a:cubicBezTo>
                  <a:pt x="1472" y="1549"/>
                  <a:pt x="1463" y="1587"/>
                  <a:pt x="1445" y="1623"/>
                </a:cubicBezTo>
                <a:cubicBezTo>
                  <a:pt x="1424" y="1613"/>
                  <a:pt x="1401" y="1607"/>
                  <a:pt x="1376" y="1607"/>
                </a:cubicBezTo>
                <a:cubicBezTo>
                  <a:pt x="1288" y="1607"/>
                  <a:pt x="1216" y="1679"/>
                  <a:pt x="1216" y="1767"/>
                </a:cubicBezTo>
                <a:cubicBezTo>
                  <a:pt x="1216" y="1787"/>
                  <a:pt x="1220" y="1807"/>
                  <a:pt x="1227" y="1825"/>
                </a:cubicBezTo>
                <a:cubicBezTo>
                  <a:pt x="1099" y="1891"/>
                  <a:pt x="938" y="1927"/>
                  <a:pt x="768" y="1927"/>
                </a:cubicBezTo>
                <a:close/>
                <a:moveTo>
                  <a:pt x="1376" y="1863"/>
                </a:moveTo>
                <a:cubicBezTo>
                  <a:pt x="1323" y="1863"/>
                  <a:pt x="1280" y="1820"/>
                  <a:pt x="1280" y="1767"/>
                </a:cubicBezTo>
                <a:cubicBezTo>
                  <a:pt x="1280" y="1714"/>
                  <a:pt x="1323" y="1671"/>
                  <a:pt x="1376" y="1671"/>
                </a:cubicBezTo>
                <a:cubicBezTo>
                  <a:pt x="1429" y="1671"/>
                  <a:pt x="1472" y="1714"/>
                  <a:pt x="1472" y="1767"/>
                </a:cubicBezTo>
                <a:cubicBezTo>
                  <a:pt x="1472" y="1820"/>
                  <a:pt x="1429" y="1863"/>
                  <a:pt x="1376" y="1863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44B2EA5-9DE4-422E-BED3-B4518C43EC0F}"/>
              </a:ext>
            </a:extLst>
          </p:cNvPr>
          <p:cNvSpPr/>
          <p:nvPr/>
        </p:nvSpPr>
        <p:spPr>
          <a:xfrm>
            <a:off x="1371686" y="1887505"/>
            <a:ext cx="91440" cy="91440"/>
          </a:xfrm>
          <a:prstGeom prst="ellipse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B8E170-517F-453A-8BAA-3BA991540574}"/>
              </a:ext>
            </a:extLst>
          </p:cNvPr>
          <p:cNvGrpSpPr/>
          <p:nvPr/>
        </p:nvGrpSpPr>
        <p:grpSpPr>
          <a:xfrm>
            <a:off x="1270946" y="1794321"/>
            <a:ext cx="10603333" cy="727309"/>
            <a:chOff x="1270946" y="1701418"/>
            <a:chExt cx="10603333" cy="727309"/>
          </a:xfrm>
        </p:grpSpPr>
        <p:sp>
          <p:nvSpPr>
            <p:cNvPr id="68" name="Freeform 5">
              <a:extLst>
                <a:ext uri="{FF2B5EF4-FFF2-40B4-BE49-F238E27FC236}">
                  <a16:creationId xmlns:a16="http://schemas.microsoft.com/office/drawing/2014/main" id="{02A415EA-F914-47C0-AB69-22C7952FB91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26929" y="1910373"/>
              <a:ext cx="10447350" cy="518354"/>
            </a:xfrm>
            <a:custGeom>
              <a:avLst/>
              <a:gdLst>
                <a:gd name="T0" fmla="*/ 0 w 6023"/>
                <a:gd name="T1" fmla="*/ 172 h 296"/>
                <a:gd name="T2" fmla="*/ 5307 w 6023"/>
                <a:gd name="T3" fmla="*/ 172 h 296"/>
                <a:gd name="T4" fmla="*/ 5339 w 6023"/>
                <a:gd name="T5" fmla="*/ 192 h 296"/>
                <a:gd name="T6" fmla="*/ 5362 w 6023"/>
                <a:gd name="T7" fmla="*/ 240 h 296"/>
                <a:gd name="T8" fmla="*/ 5371 w 6023"/>
                <a:gd name="T9" fmla="*/ 239 h 296"/>
                <a:gd name="T10" fmla="*/ 5433 w 6023"/>
                <a:gd name="T11" fmla="*/ 5 h 296"/>
                <a:gd name="T12" fmla="*/ 5442 w 6023"/>
                <a:gd name="T13" fmla="*/ 5 h 296"/>
                <a:gd name="T14" fmla="*/ 5521 w 6023"/>
                <a:gd name="T15" fmla="*/ 291 h 296"/>
                <a:gd name="T16" fmla="*/ 5530 w 6023"/>
                <a:gd name="T17" fmla="*/ 292 h 296"/>
                <a:gd name="T18" fmla="*/ 5603 w 6023"/>
                <a:gd name="T19" fmla="*/ 83 h 296"/>
                <a:gd name="T20" fmla="*/ 5611 w 6023"/>
                <a:gd name="T21" fmla="*/ 82 h 296"/>
                <a:gd name="T22" fmla="*/ 5640 w 6023"/>
                <a:gd name="T23" fmla="*/ 127 h 296"/>
                <a:gd name="T24" fmla="*/ 5670 w 6023"/>
                <a:gd name="T25" fmla="*/ 144 h 296"/>
                <a:gd name="T26" fmla="*/ 6023 w 6023"/>
                <a:gd name="T27" fmla="*/ 14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23" h="296">
                  <a:moveTo>
                    <a:pt x="0" y="172"/>
                  </a:moveTo>
                  <a:cubicBezTo>
                    <a:pt x="5307" y="172"/>
                    <a:pt x="5307" y="172"/>
                    <a:pt x="5307" y="172"/>
                  </a:cubicBezTo>
                  <a:cubicBezTo>
                    <a:pt x="5321" y="172"/>
                    <a:pt x="5333" y="179"/>
                    <a:pt x="5339" y="192"/>
                  </a:cubicBezTo>
                  <a:cubicBezTo>
                    <a:pt x="5362" y="240"/>
                    <a:pt x="5362" y="240"/>
                    <a:pt x="5362" y="240"/>
                  </a:cubicBezTo>
                  <a:cubicBezTo>
                    <a:pt x="5364" y="244"/>
                    <a:pt x="5370" y="243"/>
                    <a:pt x="5371" y="239"/>
                  </a:cubicBezTo>
                  <a:cubicBezTo>
                    <a:pt x="5433" y="5"/>
                    <a:pt x="5433" y="5"/>
                    <a:pt x="5433" y="5"/>
                  </a:cubicBezTo>
                  <a:cubicBezTo>
                    <a:pt x="5434" y="0"/>
                    <a:pt x="5441" y="0"/>
                    <a:pt x="5442" y="5"/>
                  </a:cubicBezTo>
                  <a:cubicBezTo>
                    <a:pt x="5521" y="291"/>
                    <a:pt x="5521" y="291"/>
                    <a:pt x="5521" y="291"/>
                  </a:cubicBezTo>
                  <a:cubicBezTo>
                    <a:pt x="5522" y="296"/>
                    <a:pt x="5528" y="296"/>
                    <a:pt x="5530" y="292"/>
                  </a:cubicBezTo>
                  <a:cubicBezTo>
                    <a:pt x="5603" y="83"/>
                    <a:pt x="5603" y="83"/>
                    <a:pt x="5603" y="83"/>
                  </a:cubicBezTo>
                  <a:cubicBezTo>
                    <a:pt x="5605" y="80"/>
                    <a:pt x="5609" y="79"/>
                    <a:pt x="5611" y="82"/>
                  </a:cubicBezTo>
                  <a:cubicBezTo>
                    <a:pt x="5640" y="127"/>
                    <a:pt x="5640" y="127"/>
                    <a:pt x="5640" y="127"/>
                  </a:cubicBezTo>
                  <a:cubicBezTo>
                    <a:pt x="5646" y="137"/>
                    <a:pt x="5658" y="144"/>
                    <a:pt x="5670" y="144"/>
                  </a:cubicBezTo>
                  <a:cubicBezTo>
                    <a:pt x="6023" y="144"/>
                    <a:pt x="6023" y="144"/>
                    <a:pt x="6023" y="144"/>
                  </a:cubicBezTo>
                </a:path>
              </a:pathLst>
            </a:custGeom>
            <a:noFill/>
            <a:ln w="19050" cap="flat">
              <a:gradFill>
                <a:gsLst>
                  <a:gs pos="0">
                    <a:srgbClr val="65A0F7"/>
                  </a:gs>
                  <a:gs pos="100000">
                    <a:srgbClr val="C4DBFC">
                      <a:alpha val="50000"/>
                    </a:srgbClr>
                  </a:gs>
                </a:gsLst>
                <a:lin ang="10800000" scaled="0"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94C0C78-2397-4DB8-8118-49C91301D612}"/>
                </a:ext>
              </a:extLst>
            </p:cNvPr>
            <p:cNvGrpSpPr/>
            <p:nvPr/>
          </p:nvGrpSpPr>
          <p:grpSpPr>
            <a:xfrm>
              <a:off x="1270946" y="1701418"/>
              <a:ext cx="292920" cy="292920"/>
              <a:chOff x="1270946" y="1701418"/>
              <a:chExt cx="292920" cy="29292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0BF1AB1-858C-454E-AA6C-C584DA533EC8}"/>
                  </a:ext>
                </a:extLst>
              </p:cNvPr>
              <p:cNvSpPr/>
              <p:nvPr/>
            </p:nvSpPr>
            <p:spPr>
              <a:xfrm>
                <a:off x="1371686" y="1819120"/>
                <a:ext cx="91440" cy="91440"/>
              </a:xfrm>
              <a:prstGeom prst="ellipse">
                <a:avLst/>
              </a:prstGeom>
              <a:solidFill>
                <a:srgbClr val="A2ABB0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66737C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03E4A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47F5306-B4C9-481F-B4BE-D9BDBDFBCAE2}"/>
                  </a:ext>
                </a:extLst>
              </p:cNvPr>
              <p:cNvSpPr/>
              <p:nvPr/>
            </p:nvSpPr>
            <p:spPr>
              <a:xfrm>
                <a:off x="1270946" y="1701418"/>
                <a:ext cx="292920" cy="292920"/>
              </a:xfrm>
              <a:prstGeom prst="ellipse">
                <a:avLst/>
              </a:prstGeom>
              <a:solidFill>
                <a:srgbClr val="65A0F7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38100" dir="5400000" rotWithShape="0">
                  <a:srgbClr val="063984">
                    <a:alpha val="20000"/>
                  </a:srgbClr>
                </a:outerShdw>
              </a:effectLst>
            </p:spPr>
            <p:txBody>
              <a:bodyPr wrap="squar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79" name="Freeform 45">
            <a:extLst>
              <a:ext uri="{FF2B5EF4-FFF2-40B4-BE49-F238E27FC236}">
                <a16:creationId xmlns:a16="http://schemas.microsoft.com/office/drawing/2014/main" id="{64A4FB50-C7F1-4141-8CDB-ED53F538685C}"/>
              </a:ext>
            </a:extLst>
          </p:cNvPr>
          <p:cNvSpPr>
            <a:spLocks noEditPoints="1"/>
          </p:cNvSpPr>
          <p:nvPr/>
        </p:nvSpPr>
        <p:spPr bwMode="auto">
          <a:xfrm>
            <a:off x="795703" y="3966487"/>
            <a:ext cx="290036" cy="304416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5" name="Freeform 9">
            <a:extLst>
              <a:ext uri="{FF2B5EF4-FFF2-40B4-BE49-F238E27FC236}">
                <a16:creationId xmlns:a16="http://schemas.microsoft.com/office/drawing/2014/main" id="{8906BAE3-646F-4946-AEB2-74CB42F1E47B}"/>
              </a:ext>
            </a:extLst>
          </p:cNvPr>
          <p:cNvSpPr>
            <a:spLocks noEditPoints="1"/>
          </p:cNvSpPr>
          <p:nvPr/>
        </p:nvSpPr>
        <p:spPr bwMode="auto">
          <a:xfrm>
            <a:off x="795704" y="4683067"/>
            <a:ext cx="290034" cy="328232"/>
          </a:xfrm>
          <a:custGeom>
            <a:avLst/>
            <a:gdLst>
              <a:gd name="T0" fmla="*/ 870 w 1721"/>
              <a:gd name="T1" fmla="*/ 1063 h 1948"/>
              <a:gd name="T2" fmla="*/ 774 w 1721"/>
              <a:gd name="T3" fmla="*/ 959 h 1948"/>
              <a:gd name="T4" fmla="*/ 843 w 1721"/>
              <a:gd name="T5" fmla="*/ 1122 h 1948"/>
              <a:gd name="T6" fmla="*/ 875 w 1721"/>
              <a:gd name="T7" fmla="*/ 1186 h 1948"/>
              <a:gd name="T8" fmla="*/ 907 w 1721"/>
              <a:gd name="T9" fmla="*/ 1124 h 1948"/>
              <a:gd name="T10" fmla="*/ 879 w 1721"/>
              <a:gd name="T11" fmla="*/ 854 h 1948"/>
              <a:gd name="T12" fmla="*/ 879 w 1721"/>
              <a:gd name="T13" fmla="*/ 709 h 1948"/>
              <a:gd name="T14" fmla="*/ 983 w 1721"/>
              <a:gd name="T15" fmla="*/ 814 h 1948"/>
              <a:gd name="T16" fmla="*/ 907 w 1721"/>
              <a:gd name="T17" fmla="*/ 648 h 1948"/>
              <a:gd name="T18" fmla="*/ 875 w 1721"/>
              <a:gd name="T19" fmla="*/ 587 h 1948"/>
              <a:gd name="T20" fmla="*/ 843 w 1721"/>
              <a:gd name="T21" fmla="*/ 650 h 1948"/>
              <a:gd name="T22" fmla="*/ 879 w 1721"/>
              <a:gd name="T23" fmla="*/ 918 h 1948"/>
              <a:gd name="T24" fmla="*/ 881 w 1721"/>
              <a:gd name="T25" fmla="*/ 1063 h 1948"/>
              <a:gd name="T26" fmla="*/ 879 w 1721"/>
              <a:gd name="T27" fmla="*/ 1352 h 1948"/>
              <a:gd name="T28" fmla="*/ 879 w 1721"/>
              <a:gd name="T29" fmla="*/ 425 h 1948"/>
              <a:gd name="T30" fmla="*/ 879 w 1721"/>
              <a:gd name="T31" fmla="*/ 489 h 1948"/>
              <a:gd name="T32" fmla="*/ 879 w 1721"/>
              <a:gd name="T33" fmla="*/ 1288 h 1948"/>
              <a:gd name="T34" fmla="*/ 879 w 1721"/>
              <a:gd name="T35" fmla="*/ 489 h 1948"/>
              <a:gd name="T36" fmla="*/ 1249 w 1721"/>
              <a:gd name="T37" fmla="*/ 1549 h 1948"/>
              <a:gd name="T38" fmla="*/ 844 w 1721"/>
              <a:gd name="T39" fmla="*/ 1435 h 1948"/>
              <a:gd name="T40" fmla="*/ 716 w 1721"/>
              <a:gd name="T41" fmla="*/ 1396 h 1948"/>
              <a:gd name="T42" fmla="*/ 333 w 1721"/>
              <a:gd name="T43" fmla="*/ 1343 h 1948"/>
              <a:gd name="T44" fmla="*/ 49 w 1721"/>
              <a:gd name="T45" fmla="*/ 1304 h 1948"/>
              <a:gd name="T46" fmla="*/ 1 w 1721"/>
              <a:gd name="T47" fmla="*/ 1891 h 1948"/>
              <a:gd name="T48" fmla="*/ 285 w 1721"/>
              <a:gd name="T49" fmla="*/ 1930 h 1948"/>
              <a:gd name="T50" fmla="*/ 318 w 1721"/>
              <a:gd name="T51" fmla="*/ 1899 h 1948"/>
              <a:gd name="T52" fmla="*/ 385 w 1721"/>
              <a:gd name="T53" fmla="*/ 1837 h 1948"/>
              <a:gd name="T54" fmla="*/ 862 w 1721"/>
              <a:gd name="T55" fmla="*/ 1939 h 1948"/>
              <a:gd name="T56" fmla="*/ 950 w 1721"/>
              <a:gd name="T57" fmla="*/ 1948 h 1948"/>
              <a:gd name="T58" fmla="*/ 1132 w 1721"/>
              <a:gd name="T59" fmla="*/ 1907 h 1948"/>
              <a:gd name="T60" fmla="*/ 1713 w 1721"/>
              <a:gd name="T61" fmla="*/ 1496 h 1948"/>
              <a:gd name="T62" fmla="*/ 65 w 1721"/>
              <a:gd name="T63" fmla="*/ 1860 h 1948"/>
              <a:gd name="T64" fmla="*/ 269 w 1721"/>
              <a:gd name="T65" fmla="*/ 1373 h 1948"/>
              <a:gd name="T66" fmla="*/ 65 w 1721"/>
              <a:gd name="T67" fmla="*/ 1860 h 1948"/>
              <a:gd name="T68" fmla="*/ 878 w 1721"/>
              <a:gd name="T69" fmla="*/ 1877 h 1948"/>
              <a:gd name="T70" fmla="*/ 354 w 1721"/>
              <a:gd name="T71" fmla="*/ 1781 h 1948"/>
              <a:gd name="T72" fmla="*/ 330 w 1721"/>
              <a:gd name="T73" fmla="*/ 1472 h 1948"/>
              <a:gd name="T74" fmla="*/ 710 w 1721"/>
              <a:gd name="T75" fmla="*/ 1465 h 1948"/>
              <a:gd name="T76" fmla="*/ 1074 w 1721"/>
              <a:gd name="T77" fmla="*/ 1506 h 1948"/>
              <a:gd name="T78" fmla="*/ 863 w 1721"/>
              <a:gd name="T79" fmla="*/ 1608 h 1948"/>
              <a:gd name="T80" fmla="*/ 861 w 1721"/>
              <a:gd name="T81" fmla="*/ 1672 h 1948"/>
              <a:gd name="T82" fmla="*/ 1242 w 1721"/>
              <a:gd name="T83" fmla="*/ 1682 h 1948"/>
              <a:gd name="T84" fmla="*/ 1271 w 1721"/>
              <a:gd name="T85" fmla="*/ 1610 h 1948"/>
              <a:gd name="T86" fmla="*/ 1528 w 1721"/>
              <a:gd name="T87" fmla="*/ 1488 h 1948"/>
              <a:gd name="T88" fmla="*/ 1100 w 1721"/>
              <a:gd name="T89" fmla="*/ 1852 h 1948"/>
              <a:gd name="T90" fmla="*/ 911 w 1721"/>
              <a:gd name="T91" fmla="*/ 32 h 1948"/>
              <a:gd name="T92" fmla="*/ 847 w 1721"/>
              <a:gd name="T93" fmla="*/ 32 h 1948"/>
              <a:gd name="T94" fmla="*/ 879 w 1721"/>
              <a:gd name="T95" fmla="*/ 367 h 1948"/>
              <a:gd name="T96" fmla="*/ 1150 w 1721"/>
              <a:gd name="T97" fmla="*/ 336 h 1948"/>
              <a:gd name="T98" fmla="*/ 1118 w 1721"/>
              <a:gd name="T99" fmla="*/ 160 h 1948"/>
              <a:gd name="T100" fmla="*/ 1086 w 1721"/>
              <a:gd name="T101" fmla="*/ 336 h 1948"/>
              <a:gd name="T102" fmla="*/ 1150 w 1721"/>
              <a:gd name="T103" fmla="*/ 336 h 1948"/>
              <a:gd name="T104" fmla="*/ 671 w 1721"/>
              <a:gd name="T105" fmla="*/ 192 h 1948"/>
              <a:gd name="T106" fmla="*/ 607 w 1721"/>
              <a:gd name="T107" fmla="*/ 192 h 1948"/>
              <a:gd name="T108" fmla="*/ 639 w 1721"/>
              <a:gd name="T109" fmla="*/ 367 h 1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721" h="1948">
                <a:moveTo>
                  <a:pt x="881" y="1063"/>
                </a:moveTo>
                <a:cubicBezTo>
                  <a:pt x="878" y="1062"/>
                  <a:pt x="874" y="1062"/>
                  <a:pt x="870" y="1063"/>
                </a:cubicBezTo>
                <a:cubicBezTo>
                  <a:pt x="834" y="1058"/>
                  <a:pt x="806" y="1028"/>
                  <a:pt x="806" y="991"/>
                </a:cubicBezTo>
                <a:cubicBezTo>
                  <a:pt x="806" y="973"/>
                  <a:pt x="792" y="959"/>
                  <a:pt x="774" y="959"/>
                </a:cubicBezTo>
                <a:cubicBezTo>
                  <a:pt x="757" y="959"/>
                  <a:pt x="742" y="973"/>
                  <a:pt x="742" y="991"/>
                </a:cubicBezTo>
                <a:cubicBezTo>
                  <a:pt x="742" y="1052"/>
                  <a:pt x="784" y="1106"/>
                  <a:pt x="843" y="1122"/>
                </a:cubicBezTo>
                <a:cubicBezTo>
                  <a:pt x="843" y="1154"/>
                  <a:pt x="843" y="1154"/>
                  <a:pt x="843" y="1154"/>
                </a:cubicBezTo>
                <a:cubicBezTo>
                  <a:pt x="843" y="1172"/>
                  <a:pt x="857" y="1186"/>
                  <a:pt x="875" y="1186"/>
                </a:cubicBezTo>
                <a:cubicBezTo>
                  <a:pt x="892" y="1186"/>
                  <a:pt x="907" y="1172"/>
                  <a:pt x="907" y="1154"/>
                </a:cubicBezTo>
                <a:cubicBezTo>
                  <a:pt x="907" y="1124"/>
                  <a:pt x="907" y="1124"/>
                  <a:pt x="907" y="1124"/>
                </a:cubicBezTo>
                <a:cubicBezTo>
                  <a:pt x="975" y="1110"/>
                  <a:pt x="1022" y="1046"/>
                  <a:pt x="1014" y="977"/>
                </a:cubicBezTo>
                <a:cubicBezTo>
                  <a:pt x="1007" y="907"/>
                  <a:pt x="949" y="854"/>
                  <a:pt x="879" y="854"/>
                </a:cubicBezTo>
                <a:cubicBezTo>
                  <a:pt x="839" y="854"/>
                  <a:pt x="806" y="822"/>
                  <a:pt x="806" y="782"/>
                </a:cubicBezTo>
                <a:cubicBezTo>
                  <a:pt x="806" y="742"/>
                  <a:pt x="839" y="709"/>
                  <a:pt x="879" y="709"/>
                </a:cubicBezTo>
                <a:cubicBezTo>
                  <a:pt x="919" y="709"/>
                  <a:pt x="951" y="742"/>
                  <a:pt x="951" y="782"/>
                </a:cubicBezTo>
                <a:cubicBezTo>
                  <a:pt x="951" y="799"/>
                  <a:pt x="966" y="814"/>
                  <a:pt x="983" y="814"/>
                </a:cubicBezTo>
                <a:cubicBezTo>
                  <a:pt x="1001" y="814"/>
                  <a:pt x="1015" y="799"/>
                  <a:pt x="1015" y="782"/>
                </a:cubicBezTo>
                <a:cubicBezTo>
                  <a:pt x="1015" y="717"/>
                  <a:pt x="970" y="661"/>
                  <a:pt x="907" y="648"/>
                </a:cubicBezTo>
                <a:cubicBezTo>
                  <a:pt x="907" y="619"/>
                  <a:pt x="907" y="619"/>
                  <a:pt x="907" y="619"/>
                </a:cubicBezTo>
                <a:cubicBezTo>
                  <a:pt x="907" y="601"/>
                  <a:pt x="892" y="587"/>
                  <a:pt x="875" y="587"/>
                </a:cubicBezTo>
                <a:cubicBezTo>
                  <a:pt x="857" y="587"/>
                  <a:pt x="843" y="601"/>
                  <a:pt x="843" y="619"/>
                </a:cubicBezTo>
                <a:cubicBezTo>
                  <a:pt x="843" y="650"/>
                  <a:pt x="843" y="650"/>
                  <a:pt x="843" y="650"/>
                </a:cubicBezTo>
                <a:cubicBezTo>
                  <a:pt x="777" y="668"/>
                  <a:pt x="734" y="732"/>
                  <a:pt x="744" y="800"/>
                </a:cubicBezTo>
                <a:cubicBezTo>
                  <a:pt x="753" y="868"/>
                  <a:pt x="810" y="918"/>
                  <a:pt x="879" y="918"/>
                </a:cubicBezTo>
                <a:cubicBezTo>
                  <a:pt x="918" y="918"/>
                  <a:pt x="951" y="950"/>
                  <a:pt x="951" y="989"/>
                </a:cubicBezTo>
                <a:cubicBezTo>
                  <a:pt x="952" y="1029"/>
                  <a:pt x="921" y="1062"/>
                  <a:pt x="881" y="1063"/>
                </a:cubicBezTo>
                <a:close/>
                <a:moveTo>
                  <a:pt x="415" y="889"/>
                </a:moveTo>
                <a:cubicBezTo>
                  <a:pt x="415" y="1145"/>
                  <a:pt x="623" y="1352"/>
                  <a:pt x="879" y="1352"/>
                </a:cubicBezTo>
                <a:cubicBezTo>
                  <a:pt x="1135" y="1352"/>
                  <a:pt x="1342" y="1145"/>
                  <a:pt x="1342" y="889"/>
                </a:cubicBezTo>
                <a:cubicBezTo>
                  <a:pt x="1342" y="633"/>
                  <a:pt x="1135" y="425"/>
                  <a:pt x="879" y="425"/>
                </a:cubicBezTo>
                <a:cubicBezTo>
                  <a:pt x="623" y="426"/>
                  <a:pt x="416" y="633"/>
                  <a:pt x="415" y="889"/>
                </a:cubicBezTo>
                <a:close/>
                <a:moveTo>
                  <a:pt x="879" y="489"/>
                </a:moveTo>
                <a:cubicBezTo>
                  <a:pt x="1099" y="489"/>
                  <a:pt x="1278" y="668"/>
                  <a:pt x="1278" y="889"/>
                </a:cubicBezTo>
                <a:cubicBezTo>
                  <a:pt x="1278" y="1109"/>
                  <a:pt x="1099" y="1288"/>
                  <a:pt x="879" y="1288"/>
                </a:cubicBezTo>
                <a:cubicBezTo>
                  <a:pt x="658" y="1288"/>
                  <a:pt x="479" y="1109"/>
                  <a:pt x="479" y="889"/>
                </a:cubicBezTo>
                <a:cubicBezTo>
                  <a:pt x="480" y="668"/>
                  <a:pt x="658" y="489"/>
                  <a:pt x="879" y="489"/>
                </a:cubicBezTo>
                <a:close/>
                <a:moveTo>
                  <a:pt x="1500" y="1431"/>
                </a:moveTo>
                <a:cubicBezTo>
                  <a:pt x="1249" y="1549"/>
                  <a:pt x="1249" y="1549"/>
                  <a:pt x="1249" y="1549"/>
                </a:cubicBezTo>
                <a:cubicBezTo>
                  <a:pt x="1215" y="1485"/>
                  <a:pt x="1148" y="1444"/>
                  <a:pt x="1076" y="1442"/>
                </a:cubicBezTo>
                <a:cubicBezTo>
                  <a:pt x="844" y="1435"/>
                  <a:pt x="844" y="1435"/>
                  <a:pt x="844" y="1435"/>
                </a:cubicBezTo>
                <a:cubicBezTo>
                  <a:pt x="808" y="1434"/>
                  <a:pt x="772" y="1425"/>
                  <a:pt x="739" y="1408"/>
                </a:cubicBezTo>
                <a:cubicBezTo>
                  <a:pt x="716" y="1396"/>
                  <a:pt x="716" y="1396"/>
                  <a:pt x="716" y="1396"/>
                </a:cubicBezTo>
                <a:cubicBezTo>
                  <a:pt x="596" y="1333"/>
                  <a:pt x="452" y="1334"/>
                  <a:pt x="332" y="1397"/>
                </a:cubicBezTo>
                <a:cubicBezTo>
                  <a:pt x="333" y="1343"/>
                  <a:pt x="333" y="1343"/>
                  <a:pt x="333" y="1343"/>
                </a:cubicBezTo>
                <a:cubicBezTo>
                  <a:pt x="334" y="1326"/>
                  <a:pt x="320" y="1311"/>
                  <a:pt x="302" y="1310"/>
                </a:cubicBezTo>
                <a:cubicBezTo>
                  <a:pt x="49" y="1304"/>
                  <a:pt x="49" y="1304"/>
                  <a:pt x="49" y="1304"/>
                </a:cubicBezTo>
                <a:cubicBezTo>
                  <a:pt x="31" y="1303"/>
                  <a:pt x="17" y="1317"/>
                  <a:pt x="16" y="1335"/>
                </a:cubicBezTo>
                <a:cubicBezTo>
                  <a:pt x="1" y="1891"/>
                  <a:pt x="1" y="1891"/>
                  <a:pt x="1" y="1891"/>
                </a:cubicBezTo>
                <a:cubicBezTo>
                  <a:pt x="0" y="1908"/>
                  <a:pt x="14" y="1923"/>
                  <a:pt x="32" y="1923"/>
                </a:cubicBezTo>
                <a:cubicBezTo>
                  <a:pt x="285" y="1930"/>
                  <a:pt x="285" y="1930"/>
                  <a:pt x="285" y="1930"/>
                </a:cubicBezTo>
                <a:cubicBezTo>
                  <a:pt x="286" y="1930"/>
                  <a:pt x="286" y="1930"/>
                  <a:pt x="286" y="1930"/>
                </a:cubicBezTo>
                <a:cubicBezTo>
                  <a:pt x="303" y="1930"/>
                  <a:pt x="318" y="1917"/>
                  <a:pt x="318" y="1899"/>
                </a:cubicBezTo>
                <a:cubicBezTo>
                  <a:pt x="319" y="1873"/>
                  <a:pt x="319" y="1873"/>
                  <a:pt x="319" y="1873"/>
                </a:cubicBezTo>
                <a:cubicBezTo>
                  <a:pt x="385" y="1837"/>
                  <a:pt x="385" y="1837"/>
                  <a:pt x="385" y="1837"/>
                </a:cubicBezTo>
                <a:cubicBezTo>
                  <a:pt x="410" y="1824"/>
                  <a:pt x="441" y="1820"/>
                  <a:pt x="469" y="1828"/>
                </a:cubicBezTo>
                <a:cubicBezTo>
                  <a:pt x="862" y="1939"/>
                  <a:pt x="862" y="1939"/>
                  <a:pt x="862" y="1939"/>
                </a:cubicBezTo>
                <a:cubicBezTo>
                  <a:pt x="863" y="1939"/>
                  <a:pt x="863" y="1939"/>
                  <a:pt x="864" y="1939"/>
                </a:cubicBezTo>
                <a:cubicBezTo>
                  <a:pt x="892" y="1945"/>
                  <a:pt x="921" y="1948"/>
                  <a:pt x="950" y="1948"/>
                </a:cubicBezTo>
                <a:cubicBezTo>
                  <a:pt x="1012" y="1948"/>
                  <a:pt x="1073" y="1935"/>
                  <a:pt x="1128" y="1909"/>
                </a:cubicBezTo>
                <a:cubicBezTo>
                  <a:pt x="1130" y="1909"/>
                  <a:pt x="1131" y="1908"/>
                  <a:pt x="1132" y="1907"/>
                </a:cubicBezTo>
                <a:cubicBezTo>
                  <a:pt x="1702" y="1538"/>
                  <a:pt x="1702" y="1538"/>
                  <a:pt x="1702" y="1538"/>
                </a:cubicBezTo>
                <a:cubicBezTo>
                  <a:pt x="1717" y="1529"/>
                  <a:pt x="1721" y="1510"/>
                  <a:pt x="1713" y="1496"/>
                </a:cubicBezTo>
                <a:cubicBezTo>
                  <a:pt x="1670" y="1421"/>
                  <a:pt x="1577" y="1392"/>
                  <a:pt x="1500" y="1431"/>
                </a:cubicBezTo>
                <a:close/>
                <a:moveTo>
                  <a:pt x="65" y="1860"/>
                </a:moveTo>
                <a:cubicBezTo>
                  <a:pt x="79" y="1368"/>
                  <a:pt x="79" y="1368"/>
                  <a:pt x="79" y="1368"/>
                </a:cubicBezTo>
                <a:cubicBezTo>
                  <a:pt x="269" y="1373"/>
                  <a:pt x="269" y="1373"/>
                  <a:pt x="269" y="1373"/>
                </a:cubicBezTo>
                <a:cubicBezTo>
                  <a:pt x="255" y="1866"/>
                  <a:pt x="255" y="1866"/>
                  <a:pt x="255" y="1866"/>
                </a:cubicBezTo>
                <a:lnTo>
                  <a:pt x="65" y="1860"/>
                </a:lnTo>
                <a:close/>
                <a:moveTo>
                  <a:pt x="1100" y="1852"/>
                </a:moveTo>
                <a:cubicBezTo>
                  <a:pt x="1030" y="1883"/>
                  <a:pt x="953" y="1892"/>
                  <a:pt x="878" y="1877"/>
                </a:cubicBezTo>
                <a:cubicBezTo>
                  <a:pt x="486" y="1767"/>
                  <a:pt x="486" y="1767"/>
                  <a:pt x="486" y="1767"/>
                </a:cubicBezTo>
                <a:cubicBezTo>
                  <a:pt x="442" y="1754"/>
                  <a:pt x="395" y="1759"/>
                  <a:pt x="354" y="1781"/>
                </a:cubicBezTo>
                <a:cubicBezTo>
                  <a:pt x="321" y="1799"/>
                  <a:pt x="321" y="1799"/>
                  <a:pt x="321" y="1799"/>
                </a:cubicBezTo>
                <a:cubicBezTo>
                  <a:pt x="330" y="1472"/>
                  <a:pt x="330" y="1472"/>
                  <a:pt x="330" y="1472"/>
                </a:cubicBezTo>
                <a:cubicBezTo>
                  <a:pt x="436" y="1401"/>
                  <a:pt x="573" y="1394"/>
                  <a:pt x="687" y="1453"/>
                </a:cubicBezTo>
                <a:cubicBezTo>
                  <a:pt x="710" y="1465"/>
                  <a:pt x="710" y="1465"/>
                  <a:pt x="710" y="1465"/>
                </a:cubicBezTo>
                <a:cubicBezTo>
                  <a:pt x="751" y="1486"/>
                  <a:pt x="796" y="1498"/>
                  <a:pt x="843" y="1499"/>
                </a:cubicBezTo>
                <a:cubicBezTo>
                  <a:pt x="1074" y="1506"/>
                  <a:pt x="1074" y="1506"/>
                  <a:pt x="1074" y="1506"/>
                </a:cubicBezTo>
                <a:cubicBezTo>
                  <a:pt x="1139" y="1508"/>
                  <a:pt x="1194" y="1554"/>
                  <a:pt x="1207" y="1617"/>
                </a:cubicBezTo>
                <a:cubicBezTo>
                  <a:pt x="863" y="1608"/>
                  <a:pt x="863" y="1608"/>
                  <a:pt x="863" y="1608"/>
                </a:cubicBezTo>
                <a:cubicBezTo>
                  <a:pt x="845" y="1607"/>
                  <a:pt x="830" y="1621"/>
                  <a:pt x="830" y="1639"/>
                </a:cubicBezTo>
                <a:cubicBezTo>
                  <a:pt x="829" y="1657"/>
                  <a:pt x="843" y="1671"/>
                  <a:pt x="861" y="1672"/>
                </a:cubicBezTo>
                <a:cubicBezTo>
                  <a:pt x="1241" y="1682"/>
                  <a:pt x="1241" y="1682"/>
                  <a:pt x="1241" y="1682"/>
                </a:cubicBezTo>
                <a:cubicBezTo>
                  <a:pt x="1242" y="1682"/>
                  <a:pt x="1242" y="1682"/>
                  <a:pt x="1242" y="1682"/>
                </a:cubicBezTo>
                <a:cubicBezTo>
                  <a:pt x="1259" y="1682"/>
                  <a:pt x="1273" y="1668"/>
                  <a:pt x="1274" y="1651"/>
                </a:cubicBezTo>
                <a:cubicBezTo>
                  <a:pt x="1274" y="1637"/>
                  <a:pt x="1273" y="1623"/>
                  <a:pt x="1271" y="1610"/>
                </a:cubicBezTo>
                <a:cubicBezTo>
                  <a:pt x="1527" y="1488"/>
                  <a:pt x="1527" y="1488"/>
                  <a:pt x="1527" y="1488"/>
                </a:cubicBezTo>
                <a:cubicBezTo>
                  <a:pt x="1528" y="1488"/>
                  <a:pt x="1528" y="1488"/>
                  <a:pt x="1528" y="1488"/>
                </a:cubicBezTo>
                <a:cubicBezTo>
                  <a:pt x="1565" y="1470"/>
                  <a:pt x="1609" y="1476"/>
                  <a:pt x="1638" y="1503"/>
                </a:cubicBezTo>
                <a:lnTo>
                  <a:pt x="1100" y="1852"/>
                </a:lnTo>
                <a:close/>
                <a:moveTo>
                  <a:pt x="911" y="336"/>
                </a:moveTo>
                <a:cubicBezTo>
                  <a:pt x="911" y="32"/>
                  <a:pt x="911" y="32"/>
                  <a:pt x="911" y="32"/>
                </a:cubicBezTo>
                <a:cubicBezTo>
                  <a:pt x="911" y="14"/>
                  <a:pt x="896" y="0"/>
                  <a:pt x="879" y="0"/>
                </a:cubicBezTo>
                <a:cubicBezTo>
                  <a:pt x="861" y="0"/>
                  <a:pt x="847" y="14"/>
                  <a:pt x="847" y="32"/>
                </a:cubicBezTo>
                <a:cubicBezTo>
                  <a:pt x="847" y="336"/>
                  <a:pt x="847" y="336"/>
                  <a:pt x="847" y="336"/>
                </a:cubicBezTo>
                <a:cubicBezTo>
                  <a:pt x="847" y="353"/>
                  <a:pt x="861" y="367"/>
                  <a:pt x="879" y="367"/>
                </a:cubicBezTo>
                <a:cubicBezTo>
                  <a:pt x="896" y="367"/>
                  <a:pt x="911" y="353"/>
                  <a:pt x="911" y="336"/>
                </a:cubicBezTo>
                <a:close/>
                <a:moveTo>
                  <a:pt x="1150" y="336"/>
                </a:moveTo>
                <a:cubicBezTo>
                  <a:pt x="1150" y="192"/>
                  <a:pt x="1150" y="192"/>
                  <a:pt x="1150" y="192"/>
                </a:cubicBezTo>
                <a:cubicBezTo>
                  <a:pt x="1150" y="174"/>
                  <a:pt x="1136" y="160"/>
                  <a:pt x="1118" y="160"/>
                </a:cubicBezTo>
                <a:cubicBezTo>
                  <a:pt x="1101" y="160"/>
                  <a:pt x="1086" y="174"/>
                  <a:pt x="1086" y="192"/>
                </a:cubicBezTo>
                <a:cubicBezTo>
                  <a:pt x="1086" y="336"/>
                  <a:pt x="1086" y="336"/>
                  <a:pt x="1086" y="336"/>
                </a:cubicBezTo>
                <a:cubicBezTo>
                  <a:pt x="1086" y="353"/>
                  <a:pt x="1101" y="367"/>
                  <a:pt x="1118" y="367"/>
                </a:cubicBezTo>
                <a:cubicBezTo>
                  <a:pt x="1136" y="367"/>
                  <a:pt x="1150" y="353"/>
                  <a:pt x="1150" y="336"/>
                </a:cubicBezTo>
                <a:close/>
                <a:moveTo>
                  <a:pt x="671" y="336"/>
                </a:moveTo>
                <a:cubicBezTo>
                  <a:pt x="671" y="192"/>
                  <a:pt x="671" y="192"/>
                  <a:pt x="671" y="192"/>
                </a:cubicBezTo>
                <a:cubicBezTo>
                  <a:pt x="671" y="174"/>
                  <a:pt x="657" y="160"/>
                  <a:pt x="639" y="160"/>
                </a:cubicBezTo>
                <a:cubicBezTo>
                  <a:pt x="621" y="160"/>
                  <a:pt x="607" y="174"/>
                  <a:pt x="607" y="192"/>
                </a:cubicBezTo>
                <a:cubicBezTo>
                  <a:pt x="607" y="336"/>
                  <a:pt x="607" y="336"/>
                  <a:pt x="607" y="336"/>
                </a:cubicBezTo>
                <a:cubicBezTo>
                  <a:pt x="607" y="353"/>
                  <a:pt x="621" y="367"/>
                  <a:pt x="639" y="367"/>
                </a:cubicBezTo>
                <a:cubicBezTo>
                  <a:pt x="657" y="367"/>
                  <a:pt x="671" y="353"/>
                  <a:pt x="671" y="336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78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0EB10A-1D6C-4FF1-86AB-D3F1B5C1F484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6F31141-FABE-43EE-88AC-0E69B4CAF35F}"/>
              </a:ext>
            </a:extLst>
          </p:cNvPr>
          <p:cNvCxnSpPr>
            <a:cxnSpLocks/>
          </p:cNvCxnSpPr>
          <p:nvPr/>
        </p:nvCxnSpPr>
        <p:spPr bwMode="auto">
          <a:xfrm flipH="1">
            <a:off x="1797634" y="947613"/>
            <a:ext cx="964616" cy="0"/>
          </a:xfrm>
          <a:prstGeom prst="line">
            <a:avLst/>
          </a:prstGeom>
          <a:noFill/>
          <a:ln w="9525" cap="rnd" cmpd="sng" algn="ctr">
            <a:gradFill>
              <a:gsLst>
                <a:gs pos="49000">
                  <a:srgbClr val="358EC4"/>
                </a:gs>
                <a:gs pos="100000">
                  <a:srgbClr val="1B406F"/>
                </a:gs>
                <a:gs pos="0">
                  <a:srgbClr val="13638C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06241967-31B3-4A7C-8440-A8608E29333B}"/>
              </a:ext>
            </a:extLst>
          </p:cNvPr>
          <p:cNvSpPr>
            <a:spLocks noChangeAspect="1"/>
          </p:cNvSpPr>
          <p:nvPr/>
        </p:nvSpPr>
        <p:spPr bwMode="auto">
          <a:xfrm>
            <a:off x="2209822" y="751017"/>
            <a:ext cx="393192" cy="393192"/>
          </a:xfrm>
          <a:prstGeom prst="ellipse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3175">
            <a:solidFill>
              <a:srgbClr val="439EEC"/>
            </a:solidFill>
            <a:miter lim="800000"/>
            <a:headEnd/>
            <a:tailEnd/>
          </a:ln>
          <a:effectLst>
            <a:glow rad="101600">
              <a:srgbClr val="0F9ECB">
                <a:alpha val="16000"/>
              </a:srgbClr>
            </a:glow>
            <a:outerShdw blurRad="165100" dist="50800" sx="102000" sy="102000" algn="ctr" rotWithShape="0">
              <a:prstClr val="black">
                <a:alpha val="49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8C2877-13DC-4978-B45A-5AFC663195E1}"/>
              </a:ext>
            </a:extLst>
          </p:cNvPr>
          <p:cNvCxnSpPr>
            <a:cxnSpLocks/>
          </p:cNvCxnSpPr>
          <p:nvPr/>
        </p:nvCxnSpPr>
        <p:spPr bwMode="auto">
          <a:xfrm>
            <a:off x="1575248" y="0"/>
            <a:ext cx="0" cy="5576359"/>
          </a:xfrm>
          <a:prstGeom prst="line">
            <a:avLst/>
          </a:prstGeom>
          <a:gradFill flip="none" rotWithShape="1">
            <a:gsLst>
              <a:gs pos="0">
                <a:srgbClr val="14294C"/>
              </a:gs>
              <a:gs pos="50000">
                <a:srgbClr val="828282">
                  <a:shade val="67500"/>
                  <a:satMod val="115000"/>
                </a:srgbClr>
              </a:gs>
              <a:gs pos="100000">
                <a:srgbClr val="14294C"/>
              </a:gs>
            </a:gsLst>
            <a:lin ang="10800000" scaled="1"/>
            <a:tileRect/>
          </a:gradFill>
          <a:ln w="38100" cap="flat">
            <a:gradFill>
              <a:gsLst>
                <a:gs pos="20000">
                  <a:srgbClr val="14294C"/>
                </a:gs>
                <a:gs pos="51000">
                  <a:schemeClr val="tx1">
                    <a:lumMod val="50000"/>
                    <a:lumOff val="50000"/>
                  </a:schemeClr>
                </a:gs>
                <a:gs pos="88000">
                  <a:srgbClr val="14294C"/>
                </a:gs>
              </a:gsLst>
              <a:lin ang="0" scaled="0"/>
            </a:gradFill>
            <a:prstDash val="solid"/>
            <a:miter/>
          </a:ln>
          <a:effectLst>
            <a:outerShdw blurRad="50800" dist="101600" algn="l" rotWithShape="0">
              <a:prstClr val="black">
                <a:alpha val="16000"/>
              </a:prstClr>
            </a:outerShdw>
          </a:effectLst>
        </p:spPr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526E62A-3343-462A-A37D-DF93C3928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1" t="10496" r="85638" b="69646"/>
          <a:stretch/>
        </p:blipFill>
        <p:spPr>
          <a:xfrm>
            <a:off x="1103970" y="1239097"/>
            <a:ext cx="884334" cy="1375629"/>
          </a:xfrm>
          <a:prstGeom prst="rect">
            <a:avLst/>
          </a:prstGeom>
          <a:effectLst>
            <a:outerShdw blurRad="203200" dist="228600" dir="900000" algn="l" rotWithShape="0">
              <a:srgbClr val="14294C">
                <a:alpha val="61000"/>
              </a:srgb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C0883F6-060D-45D4-A84B-6E77E36462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1" t="10496" r="85638" b="69646"/>
          <a:stretch/>
        </p:blipFill>
        <p:spPr>
          <a:xfrm>
            <a:off x="1103970" y="2218395"/>
            <a:ext cx="884334" cy="1375629"/>
          </a:xfrm>
          <a:prstGeom prst="rect">
            <a:avLst/>
          </a:prstGeom>
          <a:effectLst>
            <a:outerShdw blurRad="203200" dist="228600" dir="900000" algn="l" rotWithShape="0">
              <a:srgbClr val="14294C">
                <a:alpha val="61000"/>
              </a:srgbClr>
            </a:outerShdw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4B34DB6-33FB-49EF-B6FC-BC0F721821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1" t="10496" r="85638" b="69646"/>
          <a:stretch/>
        </p:blipFill>
        <p:spPr>
          <a:xfrm>
            <a:off x="1103970" y="3197692"/>
            <a:ext cx="884334" cy="1375629"/>
          </a:xfrm>
          <a:prstGeom prst="rect">
            <a:avLst/>
          </a:prstGeom>
          <a:effectLst>
            <a:outerShdw blurRad="203200" dist="228600" dir="900000" algn="l" rotWithShape="0">
              <a:srgbClr val="14294C">
                <a:alpha val="61000"/>
              </a:srgb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191FD7A-FE38-48CE-BCE5-1DFA0493E2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1" t="10496" r="85638" b="69646"/>
          <a:stretch/>
        </p:blipFill>
        <p:spPr>
          <a:xfrm>
            <a:off x="1103970" y="4176990"/>
            <a:ext cx="884334" cy="1375629"/>
          </a:xfrm>
          <a:prstGeom prst="rect">
            <a:avLst/>
          </a:prstGeom>
          <a:effectLst>
            <a:outerShdw blurRad="203200" dist="228600" dir="900000" algn="l" rotWithShape="0">
              <a:srgbClr val="14294C">
                <a:alpha val="61000"/>
              </a:srgb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72EEBBC-D04C-42BF-BDF2-852C324673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1" t="10496" r="85638" b="69646"/>
          <a:stretch/>
        </p:blipFill>
        <p:spPr>
          <a:xfrm>
            <a:off x="1103970" y="5156288"/>
            <a:ext cx="884334" cy="1375629"/>
          </a:xfrm>
          <a:prstGeom prst="rect">
            <a:avLst/>
          </a:prstGeom>
          <a:effectLst>
            <a:outerShdw blurRad="203200" dist="228600" dir="900000" algn="l" rotWithShape="0">
              <a:srgbClr val="14294C">
                <a:alpha val="61000"/>
              </a:srgbClr>
            </a:outerShdw>
          </a:effec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AFBF80C-9534-4054-913E-952B1C3BBD95}"/>
              </a:ext>
            </a:extLst>
          </p:cNvPr>
          <p:cNvSpPr txBox="1"/>
          <p:nvPr/>
        </p:nvSpPr>
        <p:spPr>
          <a:xfrm>
            <a:off x="2703676" y="742045"/>
            <a:ext cx="3674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2000" b="1">
                <a:solidFill>
                  <a:srgbClr val="A8F8FA"/>
                </a:solidFill>
                <a:cs typeface="Arial"/>
              </a:rPr>
              <a:t>Proposed Solution Overview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E58EC81-B624-474F-B93D-6BDF730C457C}"/>
              </a:ext>
            </a:extLst>
          </p:cNvPr>
          <p:cNvCxnSpPr>
            <a:cxnSpLocks/>
          </p:cNvCxnSpPr>
          <p:nvPr/>
        </p:nvCxnSpPr>
        <p:spPr bwMode="auto">
          <a:xfrm flipH="1">
            <a:off x="1797634" y="1934142"/>
            <a:ext cx="964616" cy="0"/>
          </a:xfrm>
          <a:prstGeom prst="line">
            <a:avLst/>
          </a:prstGeom>
          <a:noFill/>
          <a:ln w="9525" cap="rnd" cmpd="sng" algn="ctr">
            <a:gradFill>
              <a:gsLst>
                <a:gs pos="49000">
                  <a:srgbClr val="358EC4"/>
                </a:gs>
                <a:gs pos="100000">
                  <a:srgbClr val="1B406F"/>
                </a:gs>
                <a:gs pos="0">
                  <a:srgbClr val="13638C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8F811C83-7E86-4DFD-B4D7-D2567D08B9FA}"/>
              </a:ext>
            </a:extLst>
          </p:cNvPr>
          <p:cNvSpPr/>
          <p:nvPr/>
        </p:nvSpPr>
        <p:spPr bwMode="auto">
          <a:xfrm>
            <a:off x="2208305" y="1739600"/>
            <a:ext cx="389084" cy="389084"/>
          </a:xfrm>
          <a:prstGeom prst="ellipse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3175">
            <a:solidFill>
              <a:srgbClr val="0981A3"/>
            </a:solidFill>
            <a:miter lim="800000"/>
            <a:headEnd/>
            <a:tailEnd/>
          </a:ln>
          <a:effectLst>
            <a:outerShdw blurRad="190500" dist="38100" dir="5400000" rotWithShape="0">
              <a:srgbClr val="0F9ECB">
                <a:alpha val="57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2EFE51-1A5E-4180-8BE9-478823F4BF7F}"/>
              </a:ext>
            </a:extLst>
          </p:cNvPr>
          <p:cNvSpPr txBox="1"/>
          <p:nvPr/>
        </p:nvSpPr>
        <p:spPr>
          <a:xfrm>
            <a:off x="2703676" y="1728574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>
                <a:solidFill>
                  <a:srgbClr val="0F9ECB"/>
                </a:solidFill>
                <a:cs typeface="Arial"/>
              </a:rPr>
              <a:t>Proposed Solution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0DF4FA4-C8C4-45FC-B22B-0BAFB92CAE9F}"/>
              </a:ext>
            </a:extLst>
          </p:cNvPr>
          <p:cNvCxnSpPr>
            <a:cxnSpLocks/>
          </p:cNvCxnSpPr>
          <p:nvPr/>
        </p:nvCxnSpPr>
        <p:spPr bwMode="auto">
          <a:xfrm flipH="1">
            <a:off x="1797634" y="2920671"/>
            <a:ext cx="964616" cy="0"/>
          </a:xfrm>
          <a:prstGeom prst="line">
            <a:avLst/>
          </a:prstGeom>
          <a:noFill/>
          <a:ln w="9525" cap="rnd" cmpd="sng" algn="ctr">
            <a:gradFill>
              <a:gsLst>
                <a:gs pos="49000">
                  <a:srgbClr val="358EC4"/>
                </a:gs>
                <a:gs pos="100000">
                  <a:srgbClr val="1B406F"/>
                </a:gs>
                <a:gs pos="0">
                  <a:srgbClr val="13638C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C7B928C8-C07B-4053-B034-6F301BA0BB6A}"/>
              </a:ext>
            </a:extLst>
          </p:cNvPr>
          <p:cNvSpPr/>
          <p:nvPr/>
        </p:nvSpPr>
        <p:spPr bwMode="auto">
          <a:xfrm>
            <a:off x="2211876" y="2726129"/>
            <a:ext cx="389084" cy="389084"/>
          </a:xfrm>
          <a:prstGeom prst="ellipse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F9ECB">
                <a:alpha val="57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99C2BC-638A-4AF5-AD2B-9F7E74FC28A5}"/>
              </a:ext>
            </a:extLst>
          </p:cNvPr>
          <p:cNvSpPr txBox="1"/>
          <p:nvPr/>
        </p:nvSpPr>
        <p:spPr>
          <a:xfrm>
            <a:off x="2703676" y="2715103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>
                <a:solidFill>
                  <a:srgbClr val="0F9ECB"/>
                </a:solidFill>
                <a:cs typeface="Arial"/>
              </a:rPr>
              <a:t>Bridge Solution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D142412-9351-4A6A-B44C-935ED7142592}"/>
              </a:ext>
            </a:extLst>
          </p:cNvPr>
          <p:cNvCxnSpPr>
            <a:cxnSpLocks/>
          </p:cNvCxnSpPr>
          <p:nvPr/>
        </p:nvCxnSpPr>
        <p:spPr bwMode="auto">
          <a:xfrm flipH="1">
            <a:off x="1797634" y="3907200"/>
            <a:ext cx="964616" cy="0"/>
          </a:xfrm>
          <a:prstGeom prst="line">
            <a:avLst/>
          </a:prstGeom>
          <a:noFill/>
          <a:ln w="9525" cap="rnd" cmpd="sng" algn="ctr">
            <a:gradFill>
              <a:gsLst>
                <a:gs pos="49000">
                  <a:srgbClr val="358EC4"/>
                </a:gs>
                <a:gs pos="100000">
                  <a:srgbClr val="1B406F"/>
                </a:gs>
                <a:gs pos="0">
                  <a:srgbClr val="13638C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071F5F9B-BDFC-4DDD-96CF-DC98ED14590B}"/>
              </a:ext>
            </a:extLst>
          </p:cNvPr>
          <p:cNvSpPr/>
          <p:nvPr/>
        </p:nvSpPr>
        <p:spPr bwMode="auto">
          <a:xfrm>
            <a:off x="2211876" y="3712658"/>
            <a:ext cx="389084" cy="389084"/>
          </a:xfrm>
          <a:prstGeom prst="ellipse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F9ECB">
                <a:alpha val="57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281DD0-9B75-46F6-9D7C-5A7A3D5A5492}"/>
              </a:ext>
            </a:extLst>
          </p:cNvPr>
          <p:cNvSpPr txBox="1"/>
          <p:nvPr/>
        </p:nvSpPr>
        <p:spPr>
          <a:xfrm>
            <a:off x="2703676" y="3701632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>
                <a:solidFill>
                  <a:srgbClr val="0F9ECB"/>
                </a:solidFill>
                <a:cs typeface="Arial"/>
              </a:rPr>
              <a:t>Managed Services Solution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1184A59-496C-4500-8E31-BD9A0C21D9C0}"/>
              </a:ext>
            </a:extLst>
          </p:cNvPr>
          <p:cNvCxnSpPr>
            <a:cxnSpLocks/>
          </p:cNvCxnSpPr>
          <p:nvPr/>
        </p:nvCxnSpPr>
        <p:spPr bwMode="auto">
          <a:xfrm flipH="1">
            <a:off x="1797634" y="4893729"/>
            <a:ext cx="964616" cy="0"/>
          </a:xfrm>
          <a:prstGeom prst="line">
            <a:avLst/>
          </a:prstGeom>
          <a:noFill/>
          <a:ln w="9525" cap="rnd" cmpd="sng" algn="ctr">
            <a:gradFill>
              <a:gsLst>
                <a:gs pos="49000">
                  <a:srgbClr val="358EC4"/>
                </a:gs>
                <a:gs pos="100000">
                  <a:srgbClr val="1B406F"/>
                </a:gs>
                <a:gs pos="0">
                  <a:srgbClr val="13638C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07097647-EDCA-40E3-8D41-7E8AC6520247}"/>
              </a:ext>
            </a:extLst>
          </p:cNvPr>
          <p:cNvSpPr/>
          <p:nvPr/>
        </p:nvSpPr>
        <p:spPr bwMode="auto">
          <a:xfrm>
            <a:off x="2211876" y="4699187"/>
            <a:ext cx="389084" cy="389084"/>
          </a:xfrm>
          <a:prstGeom prst="ellipse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F9ECB">
                <a:alpha val="57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C9D4C83-06B4-444D-839D-DA33E32A6639}"/>
              </a:ext>
            </a:extLst>
          </p:cNvPr>
          <p:cNvSpPr txBox="1"/>
          <p:nvPr/>
        </p:nvSpPr>
        <p:spPr>
          <a:xfrm>
            <a:off x="2703676" y="4688161"/>
            <a:ext cx="245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>
                <a:solidFill>
                  <a:srgbClr val="0F9ECB"/>
                </a:solidFill>
                <a:cs typeface="Arial"/>
              </a:rPr>
              <a:t>Deployment Approach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B8161F6-F364-4872-A558-FBF6223C3042}"/>
              </a:ext>
            </a:extLst>
          </p:cNvPr>
          <p:cNvCxnSpPr>
            <a:cxnSpLocks/>
          </p:cNvCxnSpPr>
          <p:nvPr/>
        </p:nvCxnSpPr>
        <p:spPr bwMode="auto">
          <a:xfrm flipH="1">
            <a:off x="1797634" y="5880259"/>
            <a:ext cx="964616" cy="0"/>
          </a:xfrm>
          <a:prstGeom prst="line">
            <a:avLst/>
          </a:prstGeom>
          <a:noFill/>
          <a:ln w="9525" cap="rnd" cmpd="sng" algn="ctr">
            <a:gradFill>
              <a:gsLst>
                <a:gs pos="49000">
                  <a:srgbClr val="358EC4"/>
                </a:gs>
                <a:gs pos="100000">
                  <a:srgbClr val="1B406F"/>
                </a:gs>
                <a:gs pos="0">
                  <a:srgbClr val="13638C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5558D853-76D6-42B8-83F2-14E332572787}"/>
              </a:ext>
            </a:extLst>
          </p:cNvPr>
          <p:cNvSpPr/>
          <p:nvPr/>
        </p:nvSpPr>
        <p:spPr bwMode="auto">
          <a:xfrm>
            <a:off x="2211876" y="5685717"/>
            <a:ext cx="389084" cy="389084"/>
          </a:xfrm>
          <a:prstGeom prst="ellipse">
            <a:avLst/>
          </a:prstGeom>
          <a:gradFill>
            <a:gsLst>
              <a:gs pos="100000">
                <a:srgbClr val="0884A6"/>
              </a:gs>
              <a:gs pos="56000">
                <a:srgbClr val="126790"/>
              </a:gs>
              <a:gs pos="0">
                <a:srgbClr val="1D3768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0F9ECB">
                <a:alpha val="57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9F7686C-3DB4-4939-BDBD-FFA5356E9CBC}"/>
              </a:ext>
            </a:extLst>
          </p:cNvPr>
          <p:cNvSpPr txBox="1"/>
          <p:nvPr/>
        </p:nvSpPr>
        <p:spPr>
          <a:xfrm>
            <a:off x="2703676" y="5674691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>
                <a:solidFill>
                  <a:srgbClr val="0F9ECB"/>
                </a:solidFill>
                <a:cs typeface="Arial"/>
              </a:rPr>
              <a:t>Commercial 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5D1A21-024D-4287-A8A3-E9F2A11C44FE}"/>
              </a:ext>
            </a:extLst>
          </p:cNvPr>
          <p:cNvSpPr txBox="1"/>
          <p:nvPr/>
        </p:nvSpPr>
        <p:spPr>
          <a:xfrm rot="16200000">
            <a:off x="-602740" y="3136613"/>
            <a:ext cx="2040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100" normalizeH="0" baseline="0" noProof="0">
                <a:ln>
                  <a:noFill/>
                </a:ln>
                <a:gradFill>
                  <a:gsLst>
                    <a:gs pos="78000">
                      <a:srgbClr val="0981A3">
                        <a:lumMod val="48000"/>
                        <a:lumOff val="52000"/>
                      </a:srgbClr>
                    </a:gs>
                    <a:gs pos="100000">
                      <a:srgbClr val="3485D4"/>
                    </a:gs>
                    <a:gs pos="44000">
                      <a:srgbClr val="126790">
                        <a:lumMod val="72000"/>
                        <a:lumOff val="28000"/>
                      </a:srgbClr>
                    </a:gs>
                    <a:gs pos="15000">
                      <a:srgbClr val="1D3768">
                        <a:lumMod val="64000"/>
                        <a:lumOff val="36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Arial"/>
                <a:ea typeface="+mn-ea"/>
                <a:cs typeface="Arial"/>
              </a:rPr>
              <a:t>AGENDA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E00900-1819-42E7-AED9-440B530B44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9" t="40437" r="83438" b="39705"/>
          <a:stretch/>
        </p:blipFill>
        <p:spPr>
          <a:xfrm>
            <a:off x="956203" y="248568"/>
            <a:ext cx="1297360" cy="1346334"/>
          </a:xfrm>
          <a:prstGeom prst="rect">
            <a:avLst/>
          </a:prstGeom>
          <a:effectLst>
            <a:outerShdw blurRad="279400" dist="317500" dir="900000" algn="l" rotWithShape="0">
              <a:srgbClr val="14294C"/>
            </a:outerShdw>
          </a:effectLst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A38B744-FC5C-4842-980C-676DE66BDB0F}"/>
              </a:ext>
            </a:extLst>
          </p:cNvPr>
          <p:cNvCxnSpPr>
            <a:cxnSpLocks/>
          </p:cNvCxnSpPr>
          <p:nvPr/>
        </p:nvCxnSpPr>
        <p:spPr bwMode="auto">
          <a:xfrm>
            <a:off x="557431" y="0"/>
            <a:ext cx="0" cy="2574200"/>
          </a:xfrm>
          <a:prstGeom prst="line">
            <a:avLst/>
          </a:prstGeom>
          <a:noFill/>
          <a:ln w="9525" cap="rnd" cmpd="sng" algn="ctr">
            <a:gradFill>
              <a:gsLst>
                <a:gs pos="44000">
                  <a:srgbClr val="0E7299"/>
                </a:gs>
                <a:gs pos="0">
                  <a:srgbClr val="10557B"/>
                </a:gs>
                <a:gs pos="85000">
                  <a:srgbClr val="47A4E1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712225-BA8F-4831-B04F-932571E396AE}"/>
              </a:ext>
            </a:extLst>
          </p:cNvPr>
          <p:cNvCxnSpPr>
            <a:cxnSpLocks/>
          </p:cNvCxnSpPr>
          <p:nvPr/>
        </p:nvCxnSpPr>
        <p:spPr bwMode="auto">
          <a:xfrm flipV="1">
            <a:off x="561665" y="4294717"/>
            <a:ext cx="0" cy="2563284"/>
          </a:xfrm>
          <a:prstGeom prst="line">
            <a:avLst/>
          </a:prstGeom>
          <a:noFill/>
          <a:ln w="9525" cap="rnd" cmpd="sng" algn="ctr">
            <a:gradFill>
              <a:gsLst>
                <a:gs pos="44000">
                  <a:srgbClr val="0E7299"/>
                </a:gs>
                <a:gs pos="0">
                  <a:srgbClr val="10557B"/>
                </a:gs>
                <a:gs pos="86000">
                  <a:srgbClr val="4074CC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420DED7-FC91-4BBB-8DA9-65634FE79A59}"/>
              </a:ext>
            </a:extLst>
          </p:cNvPr>
          <p:cNvGrpSpPr/>
          <p:nvPr/>
        </p:nvGrpSpPr>
        <p:grpSpPr>
          <a:xfrm>
            <a:off x="2217760" y="1772920"/>
            <a:ext cx="355976" cy="344462"/>
            <a:chOff x="7484657" y="2332815"/>
            <a:chExt cx="310769" cy="300718"/>
          </a:xfrm>
          <a:solidFill>
            <a:srgbClr val="2EAEE7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313AE1FF-D409-4140-B532-D31731957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8080" y="2363483"/>
              <a:ext cx="237346" cy="270050"/>
            </a:xfrm>
            <a:custGeom>
              <a:avLst/>
              <a:gdLst>
                <a:gd name="T0" fmla="*/ 0 w 2101"/>
                <a:gd name="T1" fmla="*/ 1775 h 2390"/>
                <a:gd name="T2" fmla="*/ 624 w 2101"/>
                <a:gd name="T3" fmla="*/ 1925 h 2390"/>
                <a:gd name="T4" fmla="*/ 1284 w 2101"/>
                <a:gd name="T5" fmla="*/ 363 h 2390"/>
                <a:gd name="T6" fmla="*/ 888 w 2101"/>
                <a:gd name="T7" fmla="*/ 314 h 2390"/>
                <a:gd name="T8" fmla="*/ 881 w 2101"/>
                <a:gd name="T9" fmla="*/ 684 h 2390"/>
                <a:gd name="T10" fmla="*/ 694 w 2101"/>
                <a:gd name="T11" fmla="*/ 530 h 2390"/>
                <a:gd name="T12" fmla="*/ 771 w 2101"/>
                <a:gd name="T13" fmla="*/ 203 h 2390"/>
                <a:gd name="T14" fmla="*/ 1525 w 2101"/>
                <a:gd name="T15" fmla="*/ 138 h 2390"/>
                <a:gd name="T16" fmla="*/ 1775 w 2101"/>
                <a:gd name="T17" fmla="*/ 1631 h 2390"/>
                <a:gd name="T18" fmla="*/ 0 w 2101"/>
                <a:gd name="T19" fmla="*/ 1775 h 2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1" h="2390">
                  <a:moveTo>
                    <a:pt x="0" y="1775"/>
                  </a:moveTo>
                  <a:cubicBezTo>
                    <a:pt x="172" y="1863"/>
                    <a:pt x="366" y="1928"/>
                    <a:pt x="624" y="1925"/>
                  </a:cubicBezTo>
                  <a:cubicBezTo>
                    <a:pt x="1620" y="1913"/>
                    <a:pt x="1855" y="717"/>
                    <a:pt x="1284" y="363"/>
                  </a:cubicBezTo>
                  <a:cubicBezTo>
                    <a:pt x="1167" y="290"/>
                    <a:pt x="1026" y="270"/>
                    <a:pt x="888" y="314"/>
                  </a:cubicBezTo>
                  <a:cubicBezTo>
                    <a:pt x="714" y="371"/>
                    <a:pt x="692" y="613"/>
                    <a:pt x="881" y="684"/>
                  </a:cubicBezTo>
                  <a:cubicBezTo>
                    <a:pt x="776" y="678"/>
                    <a:pt x="717" y="607"/>
                    <a:pt x="694" y="530"/>
                  </a:cubicBezTo>
                  <a:cubicBezTo>
                    <a:pt x="664" y="420"/>
                    <a:pt x="692" y="291"/>
                    <a:pt x="771" y="203"/>
                  </a:cubicBezTo>
                  <a:cubicBezTo>
                    <a:pt x="942" y="13"/>
                    <a:pt x="1268" y="0"/>
                    <a:pt x="1525" y="138"/>
                  </a:cubicBezTo>
                  <a:cubicBezTo>
                    <a:pt x="2041" y="415"/>
                    <a:pt x="2101" y="1197"/>
                    <a:pt x="1775" y="1631"/>
                  </a:cubicBezTo>
                  <a:cubicBezTo>
                    <a:pt x="1459" y="2096"/>
                    <a:pt x="685" y="2390"/>
                    <a:pt x="0" y="1775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3E77CD"/>
                </a:solidFill>
              </a:endParaRPr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F176F7F8-534B-4D3F-B501-2B07EBE8A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4657" y="2381373"/>
              <a:ext cx="256982" cy="189972"/>
            </a:xfrm>
            <a:custGeom>
              <a:avLst/>
              <a:gdLst>
                <a:gd name="T0" fmla="*/ 683 w 2277"/>
                <a:gd name="T1" fmla="*/ 0 h 1681"/>
                <a:gd name="T2" fmla="*/ 772 w 2277"/>
                <a:gd name="T3" fmla="*/ 878 h 1681"/>
                <a:gd name="T4" fmla="*/ 1651 w 2277"/>
                <a:gd name="T5" fmla="*/ 959 h 1681"/>
                <a:gd name="T6" fmla="*/ 1792 w 2277"/>
                <a:gd name="T7" fmla="*/ 400 h 1681"/>
                <a:gd name="T8" fmla="*/ 1507 w 2277"/>
                <a:gd name="T9" fmla="*/ 477 h 1681"/>
                <a:gd name="T10" fmla="*/ 1446 w 2277"/>
                <a:gd name="T11" fmla="*/ 406 h 1681"/>
                <a:gd name="T12" fmla="*/ 1802 w 2277"/>
                <a:gd name="T13" fmla="*/ 275 h 1681"/>
                <a:gd name="T14" fmla="*/ 1351 w 2277"/>
                <a:gd name="T15" fmla="*/ 1561 h 1681"/>
                <a:gd name="T16" fmla="*/ 683 w 2277"/>
                <a:gd name="T17" fmla="*/ 0 h 1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7" h="1681">
                  <a:moveTo>
                    <a:pt x="683" y="0"/>
                  </a:moveTo>
                  <a:cubicBezTo>
                    <a:pt x="516" y="309"/>
                    <a:pt x="519" y="619"/>
                    <a:pt x="772" y="878"/>
                  </a:cubicBezTo>
                  <a:cubicBezTo>
                    <a:pt x="1023" y="1136"/>
                    <a:pt x="1415" y="1126"/>
                    <a:pt x="1651" y="959"/>
                  </a:cubicBezTo>
                  <a:cubicBezTo>
                    <a:pt x="1831" y="833"/>
                    <a:pt x="1900" y="597"/>
                    <a:pt x="1792" y="400"/>
                  </a:cubicBezTo>
                  <a:cubicBezTo>
                    <a:pt x="1636" y="173"/>
                    <a:pt x="1376" y="304"/>
                    <a:pt x="1507" y="477"/>
                  </a:cubicBezTo>
                  <a:cubicBezTo>
                    <a:pt x="1477" y="464"/>
                    <a:pt x="1456" y="439"/>
                    <a:pt x="1446" y="406"/>
                  </a:cubicBezTo>
                  <a:cubicBezTo>
                    <a:pt x="1405" y="271"/>
                    <a:pt x="1587" y="126"/>
                    <a:pt x="1802" y="275"/>
                  </a:cubicBezTo>
                  <a:cubicBezTo>
                    <a:pt x="2277" y="606"/>
                    <a:pt x="1993" y="1459"/>
                    <a:pt x="1351" y="1561"/>
                  </a:cubicBezTo>
                  <a:cubicBezTo>
                    <a:pt x="401" y="1681"/>
                    <a:pt x="0" y="726"/>
                    <a:pt x="683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3E77CD"/>
                </a:solidFill>
              </a:endParaRPr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C6EB51E6-81CF-4832-81E0-6B8D8E808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3812" y="2332815"/>
              <a:ext cx="160507" cy="171230"/>
            </a:xfrm>
            <a:custGeom>
              <a:avLst/>
              <a:gdLst>
                <a:gd name="T0" fmla="*/ 1420 w 1420"/>
                <a:gd name="T1" fmla="*/ 249 h 1525"/>
                <a:gd name="T2" fmla="*/ 570 w 1420"/>
                <a:gd name="T3" fmla="*/ 769 h 1525"/>
                <a:gd name="T4" fmla="*/ 931 w 1420"/>
                <a:gd name="T5" fmla="*/ 1061 h 1525"/>
                <a:gd name="T6" fmla="*/ 1046 w 1420"/>
                <a:gd name="T7" fmla="*/ 899 h 1525"/>
                <a:gd name="T8" fmla="*/ 885 w 1420"/>
                <a:gd name="T9" fmla="*/ 838 h 1525"/>
                <a:gd name="T10" fmla="*/ 1125 w 1420"/>
                <a:gd name="T11" fmla="*/ 1048 h 1525"/>
                <a:gd name="T12" fmla="*/ 109 w 1420"/>
                <a:gd name="T13" fmla="*/ 619 h 1525"/>
                <a:gd name="T14" fmla="*/ 1420 w 1420"/>
                <a:gd name="T15" fmla="*/ 249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0" h="1525">
                  <a:moveTo>
                    <a:pt x="1420" y="249"/>
                  </a:moveTo>
                  <a:cubicBezTo>
                    <a:pt x="802" y="90"/>
                    <a:pt x="553" y="466"/>
                    <a:pt x="570" y="769"/>
                  </a:cubicBezTo>
                  <a:cubicBezTo>
                    <a:pt x="577" y="978"/>
                    <a:pt x="773" y="1134"/>
                    <a:pt x="931" y="1061"/>
                  </a:cubicBezTo>
                  <a:cubicBezTo>
                    <a:pt x="995" y="1032"/>
                    <a:pt x="1043" y="971"/>
                    <a:pt x="1046" y="899"/>
                  </a:cubicBezTo>
                  <a:cubicBezTo>
                    <a:pt x="1050" y="792"/>
                    <a:pt x="927" y="760"/>
                    <a:pt x="885" y="838"/>
                  </a:cubicBezTo>
                  <a:cubicBezTo>
                    <a:pt x="926" y="668"/>
                    <a:pt x="1198" y="800"/>
                    <a:pt x="1125" y="1048"/>
                  </a:cubicBezTo>
                  <a:cubicBezTo>
                    <a:pt x="984" y="1525"/>
                    <a:pt x="0" y="1362"/>
                    <a:pt x="109" y="619"/>
                  </a:cubicBezTo>
                  <a:cubicBezTo>
                    <a:pt x="197" y="29"/>
                    <a:pt x="1059" y="0"/>
                    <a:pt x="1420" y="249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90500" dist="38100" dir="5400000" rotWithShape="0">
                <a:srgbClr val="0070C0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3E77CD"/>
                </a:solidFill>
              </a:endParaRPr>
            </a:p>
          </p:txBody>
        </p:sp>
      </p:grpSp>
      <p:sp>
        <p:nvSpPr>
          <p:cNvPr id="113" name="Freeform 13">
            <a:extLst>
              <a:ext uri="{FF2B5EF4-FFF2-40B4-BE49-F238E27FC236}">
                <a16:creationId xmlns:a16="http://schemas.microsoft.com/office/drawing/2014/main" id="{47DC205F-7B9B-41A7-93DD-5FE670D627FC}"/>
              </a:ext>
            </a:extLst>
          </p:cNvPr>
          <p:cNvSpPr>
            <a:spLocks noEditPoints="1"/>
          </p:cNvSpPr>
          <p:nvPr/>
        </p:nvSpPr>
        <p:spPr bwMode="auto">
          <a:xfrm>
            <a:off x="2253245" y="2726301"/>
            <a:ext cx="314272" cy="372518"/>
          </a:xfrm>
          <a:custGeom>
            <a:avLst/>
            <a:gdLst>
              <a:gd name="T0" fmla="*/ 1109 w 1720"/>
              <a:gd name="T1" fmla="*/ 340 h 2048"/>
              <a:gd name="T2" fmla="*/ 985 w 1720"/>
              <a:gd name="T3" fmla="*/ 216 h 2048"/>
              <a:gd name="T4" fmla="*/ 859 w 1720"/>
              <a:gd name="T5" fmla="*/ 0 h 2048"/>
              <a:gd name="T6" fmla="*/ 736 w 1720"/>
              <a:gd name="T7" fmla="*/ 216 h 2048"/>
              <a:gd name="T8" fmla="*/ 612 w 1720"/>
              <a:gd name="T9" fmla="*/ 340 h 2048"/>
              <a:gd name="T10" fmla="*/ 285 w 1720"/>
              <a:gd name="T11" fmla="*/ 1188 h 2048"/>
              <a:gd name="T12" fmla="*/ 861 w 1720"/>
              <a:gd name="T13" fmla="*/ 1763 h 2048"/>
              <a:gd name="T14" fmla="*/ 1176 w 1720"/>
              <a:gd name="T15" fmla="*/ 706 h 2048"/>
              <a:gd name="T16" fmla="*/ 951 w 1720"/>
              <a:gd name="T17" fmla="*/ 296 h 2048"/>
              <a:gd name="T18" fmla="*/ 860 w 1720"/>
              <a:gd name="T19" fmla="*/ 416 h 2048"/>
              <a:gd name="T20" fmla="*/ 1029 w 1720"/>
              <a:gd name="T21" fmla="*/ 496 h 2048"/>
              <a:gd name="T22" fmla="*/ 692 w 1720"/>
              <a:gd name="T23" fmla="*/ 373 h 2048"/>
              <a:gd name="T24" fmla="*/ 510 w 1720"/>
              <a:gd name="T25" fmla="*/ 1538 h 2048"/>
              <a:gd name="T26" fmla="*/ 683 w 1720"/>
              <a:gd name="T27" fmla="*/ 652 h 2048"/>
              <a:gd name="T28" fmla="*/ 704 w 1720"/>
              <a:gd name="T29" fmla="*/ 980 h 2048"/>
              <a:gd name="T30" fmla="*/ 704 w 1720"/>
              <a:gd name="T31" fmla="*/ 1196 h 2048"/>
              <a:gd name="T32" fmla="*/ 905 w 1720"/>
              <a:gd name="T33" fmla="*/ 1060 h 2048"/>
              <a:gd name="T34" fmla="*/ 1017 w 1720"/>
              <a:gd name="T35" fmla="*/ 1196 h 2048"/>
              <a:gd name="T36" fmla="*/ 1017 w 1720"/>
              <a:gd name="T37" fmla="*/ 980 h 2048"/>
              <a:gd name="T38" fmla="*/ 945 w 1720"/>
              <a:gd name="T39" fmla="*/ 892 h 2048"/>
              <a:gd name="T40" fmla="*/ 809 w 1720"/>
              <a:gd name="T41" fmla="*/ 980 h 2048"/>
              <a:gd name="T42" fmla="*/ 1132 w 1720"/>
              <a:gd name="T43" fmla="*/ 773 h 2048"/>
              <a:gd name="T44" fmla="*/ 729 w 1720"/>
              <a:gd name="T45" fmla="*/ 1060 h 2048"/>
              <a:gd name="T46" fmla="*/ 678 w 1720"/>
              <a:gd name="T47" fmla="*/ 1091 h 2048"/>
              <a:gd name="T48" fmla="*/ 729 w 1720"/>
              <a:gd name="T49" fmla="*/ 1060 h 2048"/>
              <a:gd name="T50" fmla="*/ 1017 w 1720"/>
              <a:gd name="T51" fmla="*/ 1060 h 2048"/>
              <a:gd name="T52" fmla="*/ 1017 w 1720"/>
              <a:gd name="T53" fmla="*/ 1116 h 2048"/>
              <a:gd name="T54" fmla="*/ 860 w 1720"/>
              <a:gd name="T55" fmla="*/ 1826 h 2048"/>
              <a:gd name="T56" fmla="*/ 860 w 1720"/>
              <a:gd name="T57" fmla="*/ 2048 h 2048"/>
              <a:gd name="T58" fmla="*/ 860 w 1720"/>
              <a:gd name="T59" fmla="*/ 1826 h 2048"/>
              <a:gd name="T60" fmla="*/ 1498 w 1720"/>
              <a:gd name="T61" fmla="*/ 1187 h 2048"/>
              <a:gd name="T62" fmla="*/ 1720 w 1720"/>
              <a:gd name="T63" fmla="*/ 1187 h 2048"/>
              <a:gd name="T64" fmla="*/ 40 w 1720"/>
              <a:gd name="T65" fmla="*/ 1148 h 2048"/>
              <a:gd name="T66" fmla="*/ 182 w 1720"/>
              <a:gd name="T67" fmla="*/ 1228 h 2048"/>
              <a:gd name="T68" fmla="*/ 1339 w 1720"/>
              <a:gd name="T69" fmla="*/ 748 h 2048"/>
              <a:gd name="T70" fmla="*/ 1468 w 1720"/>
              <a:gd name="T71" fmla="*/ 579 h 2048"/>
              <a:gd name="T72" fmla="*/ 1311 w 1720"/>
              <a:gd name="T73" fmla="*/ 736 h 2048"/>
              <a:gd name="T74" fmla="*/ 252 w 1720"/>
              <a:gd name="T75" fmla="*/ 1740 h 2048"/>
              <a:gd name="T76" fmla="*/ 309 w 1720"/>
              <a:gd name="T77" fmla="*/ 1796 h 2048"/>
              <a:gd name="T78" fmla="*/ 353 w 1720"/>
              <a:gd name="T79" fmla="*/ 1639 h 2048"/>
              <a:gd name="T80" fmla="*/ 1311 w 1720"/>
              <a:gd name="T81" fmla="*/ 1695 h 2048"/>
              <a:gd name="T82" fmla="*/ 1469 w 1720"/>
              <a:gd name="T83" fmla="*/ 1796 h 2048"/>
              <a:gd name="T84" fmla="*/ 352 w 1720"/>
              <a:gd name="T85" fmla="*/ 737 h 2048"/>
              <a:gd name="T86" fmla="*/ 409 w 1720"/>
              <a:gd name="T87" fmla="*/ 680 h 2048"/>
              <a:gd name="T88" fmla="*/ 251 w 1720"/>
              <a:gd name="T89" fmla="*/ 636 h 2048"/>
              <a:gd name="T90" fmla="*/ 1169 w 1720"/>
              <a:gd name="T91" fmla="*/ 1188 h 2048"/>
              <a:gd name="T92" fmla="*/ 1016 w 1720"/>
              <a:gd name="T93" fmla="*/ 1540 h 2048"/>
              <a:gd name="T94" fmla="*/ 1209 w 1720"/>
              <a:gd name="T95" fmla="*/ 1148 h 2048"/>
              <a:gd name="T96" fmla="*/ 905 w 1720"/>
              <a:gd name="T97" fmla="*/ 772 h 2048"/>
              <a:gd name="T98" fmla="*/ 973 w 1720"/>
              <a:gd name="T99" fmla="*/ 800 h 2048"/>
              <a:gd name="T100" fmla="*/ 945 w 1720"/>
              <a:gd name="T101" fmla="*/ 732 h 2048"/>
              <a:gd name="T102" fmla="*/ 821 w 1720"/>
              <a:gd name="T103" fmla="*/ 1536 h 2048"/>
              <a:gd name="T104" fmla="*/ 889 w 1720"/>
              <a:gd name="T105" fmla="*/ 1564 h 2048"/>
              <a:gd name="T106" fmla="*/ 861 w 1720"/>
              <a:gd name="T107" fmla="*/ 1496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20" h="2048">
                <a:moveTo>
                  <a:pt x="1176" y="706"/>
                </a:moveTo>
                <a:cubicBezTo>
                  <a:pt x="1141" y="684"/>
                  <a:pt x="1117" y="648"/>
                  <a:pt x="1109" y="608"/>
                </a:cubicBezTo>
                <a:cubicBezTo>
                  <a:pt x="1109" y="340"/>
                  <a:pt x="1109" y="340"/>
                  <a:pt x="1109" y="340"/>
                </a:cubicBezTo>
                <a:cubicBezTo>
                  <a:pt x="1109" y="318"/>
                  <a:pt x="1091" y="300"/>
                  <a:pt x="1069" y="300"/>
                </a:cubicBezTo>
                <a:cubicBezTo>
                  <a:pt x="1045" y="300"/>
                  <a:pt x="1025" y="280"/>
                  <a:pt x="1025" y="256"/>
                </a:cubicBezTo>
                <a:cubicBezTo>
                  <a:pt x="1025" y="234"/>
                  <a:pt x="1007" y="216"/>
                  <a:pt x="985" y="216"/>
                </a:cubicBezTo>
                <a:cubicBezTo>
                  <a:pt x="899" y="216"/>
                  <a:pt x="899" y="216"/>
                  <a:pt x="899" y="216"/>
                </a:cubicBezTo>
                <a:cubicBezTo>
                  <a:pt x="899" y="40"/>
                  <a:pt x="899" y="40"/>
                  <a:pt x="899" y="40"/>
                </a:cubicBezTo>
                <a:cubicBezTo>
                  <a:pt x="899" y="18"/>
                  <a:pt x="882" y="0"/>
                  <a:pt x="859" y="0"/>
                </a:cubicBezTo>
                <a:cubicBezTo>
                  <a:pt x="837" y="0"/>
                  <a:pt x="819" y="18"/>
                  <a:pt x="819" y="40"/>
                </a:cubicBezTo>
                <a:cubicBezTo>
                  <a:pt x="819" y="216"/>
                  <a:pt x="819" y="216"/>
                  <a:pt x="819" y="216"/>
                </a:cubicBezTo>
                <a:cubicBezTo>
                  <a:pt x="736" y="216"/>
                  <a:pt x="736" y="216"/>
                  <a:pt x="736" y="216"/>
                </a:cubicBezTo>
                <a:cubicBezTo>
                  <a:pt x="714" y="216"/>
                  <a:pt x="696" y="234"/>
                  <a:pt x="696" y="256"/>
                </a:cubicBezTo>
                <a:cubicBezTo>
                  <a:pt x="696" y="280"/>
                  <a:pt x="676" y="300"/>
                  <a:pt x="652" y="300"/>
                </a:cubicBezTo>
                <a:cubicBezTo>
                  <a:pt x="630" y="300"/>
                  <a:pt x="612" y="318"/>
                  <a:pt x="612" y="340"/>
                </a:cubicBezTo>
                <a:cubicBezTo>
                  <a:pt x="612" y="608"/>
                  <a:pt x="612" y="608"/>
                  <a:pt x="612" y="608"/>
                </a:cubicBezTo>
                <a:cubicBezTo>
                  <a:pt x="604" y="648"/>
                  <a:pt x="580" y="684"/>
                  <a:pt x="546" y="706"/>
                </a:cubicBezTo>
                <a:cubicBezTo>
                  <a:pt x="383" y="812"/>
                  <a:pt x="285" y="993"/>
                  <a:pt x="285" y="1188"/>
                </a:cubicBezTo>
                <a:cubicBezTo>
                  <a:pt x="285" y="1341"/>
                  <a:pt x="345" y="1486"/>
                  <a:pt x="454" y="1595"/>
                </a:cubicBezTo>
                <a:cubicBezTo>
                  <a:pt x="562" y="1703"/>
                  <a:pt x="707" y="1763"/>
                  <a:pt x="860" y="1763"/>
                </a:cubicBezTo>
                <a:cubicBezTo>
                  <a:pt x="860" y="1763"/>
                  <a:pt x="861" y="1763"/>
                  <a:pt x="861" y="1763"/>
                </a:cubicBezTo>
                <a:cubicBezTo>
                  <a:pt x="1014" y="1763"/>
                  <a:pt x="1159" y="1703"/>
                  <a:pt x="1268" y="1595"/>
                </a:cubicBezTo>
                <a:cubicBezTo>
                  <a:pt x="1376" y="1486"/>
                  <a:pt x="1436" y="1342"/>
                  <a:pt x="1436" y="1188"/>
                </a:cubicBezTo>
                <a:cubicBezTo>
                  <a:pt x="1436" y="993"/>
                  <a:pt x="1339" y="813"/>
                  <a:pt x="1176" y="706"/>
                </a:cubicBezTo>
                <a:close/>
                <a:moveTo>
                  <a:pt x="692" y="373"/>
                </a:moveTo>
                <a:cubicBezTo>
                  <a:pt x="728" y="361"/>
                  <a:pt x="757" y="332"/>
                  <a:pt x="769" y="296"/>
                </a:cubicBezTo>
                <a:cubicBezTo>
                  <a:pt x="951" y="296"/>
                  <a:pt x="951" y="296"/>
                  <a:pt x="951" y="296"/>
                </a:cubicBezTo>
                <a:cubicBezTo>
                  <a:pt x="964" y="332"/>
                  <a:pt x="993" y="361"/>
                  <a:pt x="1029" y="373"/>
                </a:cubicBezTo>
                <a:cubicBezTo>
                  <a:pt x="1029" y="416"/>
                  <a:pt x="1029" y="416"/>
                  <a:pt x="1029" y="416"/>
                </a:cubicBezTo>
                <a:cubicBezTo>
                  <a:pt x="860" y="416"/>
                  <a:pt x="860" y="416"/>
                  <a:pt x="860" y="416"/>
                </a:cubicBezTo>
                <a:cubicBezTo>
                  <a:pt x="838" y="416"/>
                  <a:pt x="820" y="434"/>
                  <a:pt x="820" y="456"/>
                </a:cubicBezTo>
                <a:cubicBezTo>
                  <a:pt x="820" y="478"/>
                  <a:pt x="838" y="496"/>
                  <a:pt x="860" y="496"/>
                </a:cubicBezTo>
                <a:cubicBezTo>
                  <a:pt x="1029" y="496"/>
                  <a:pt x="1029" y="496"/>
                  <a:pt x="1029" y="496"/>
                </a:cubicBezTo>
                <a:cubicBezTo>
                  <a:pt x="1029" y="572"/>
                  <a:pt x="1029" y="572"/>
                  <a:pt x="1029" y="572"/>
                </a:cubicBezTo>
                <a:cubicBezTo>
                  <a:pt x="692" y="572"/>
                  <a:pt x="692" y="572"/>
                  <a:pt x="692" y="572"/>
                </a:cubicBezTo>
                <a:cubicBezTo>
                  <a:pt x="692" y="373"/>
                  <a:pt x="692" y="373"/>
                  <a:pt x="692" y="373"/>
                </a:cubicBezTo>
                <a:close/>
                <a:moveTo>
                  <a:pt x="861" y="1683"/>
                </a:moveTo>
                <a:cubicBezTo>
                  <a:pt x="861" y="1683"/>
                  <a:pt x="860" y="1683"/>
                  <a:pt x="860" y="1683"/>
                </a:cubicBezTo>
                <a:cubicBezTo>
                  <a:pt x="728" y="1683"/>
                  <a:pt x="604" y="1632"/>
                  <a:pt x="510" y="1538"/>
                </a:cubicBezTo>
                <a:cubicBezTo>
                  <a:pt x="417" y="1444"/>
                  <a:pt x="365" y="1320"/>
                  <a:pt x="365" y="1188"/>
                </a:cubicBezTo>
                <a:cubicBezTo>
                  <a:pt x="365" y="1020"/>
                  <a:pt x="449" y="865"/>
                  <a:pt x="590" y="773"/>
                </a:cubicBezTo>
                <a:cubicBezTo>
                  <a:pt x="633" y="744"/>
                  <a:pt x="666" y="701"/>
                  <a:pt x="683" y="652"/>
                </a:cubicBezTo>
                <a:cubicBezTo>
                  <a:pt x="729" y="652"/>
                  <a:pt x="729" y="652"/>
                  <a:pt x="729" y="652"/>
                </a:cubicBezTo>
                <a:cubicBezTo>
                  <a:pt x="729" y="980"/>
                  <a:pt x="729" y="980"/>
                  <a:pt x="729" y="980"/>
                </a:cubicBezTo>
                <a:cubicBezTo>
                  <a:pt x="704" y="980"/>
                  <a:pt x="704" y="980"/>
                  <a:pt x="704" y="980"/>
                </a:cubicBezTo>
                <a:cubicBezTo>
                  <a:pt x="646" y="980"/>
                  <a:pt x="598" y="1027"/>
                  <a:pt x="598" y="1085"/>
                </a:cubicBezTo>
                <a:cubicBezTo>
                  <a:pt x="598" y="1091"/>
                  <a:pt x="598" y="1091"/>
                  <a:pt x="598" y="1091"/>
                </a:cubicBezTo>
                <a:cubicBezTo>
                  <a:pt x="598" y="1149"/>
                  <a:pt x="646" y="1196"/>
                  <a:pt x="704" y="1196"/>
                </a:cubicBezTo>
                <a:cubicBezTo>
                  <a:pt x="762" y="1196"/>
                  <a:pt x="809" y="1149"/>
                  <a:pt x="809" y="1091"/>
                </a:cubicBezTo>
                <a:cubicBezTo>
                  <a:pt x="809" y="1060"/>
                  <a:pt x="809" y="1060"/>
                  <a:pt x="809" y="1060"/>
                </a:cubicBezTo>
                <a:cubicBezTo>
                  <a:pt x="905" y="1060"/>
                  <a:pt x="905" y="1060"/>
                  <a:pt x="905" y="1060"/>
                </a:cubicBezTo>
                <a:cubicBezTo>
                  <a:pt x="905" y="1091"/>
                  <a:pt x="905" y="1091"/>
                  <a:pt x="905" y="1091"/>
                </a:cubicBezTo>
                <a:cubicBezTo>
                  <a:pt x="905" y="1149"/>
                  <a:pt x="952" y="1196"/>
                  <a:pt x="1010" y="1196"/>
                </a:cubicBezTo>
                <a:cubicBezTo>
                  <a:pt x="1017" y="1196"/>
                  <a:pt x="1017" y="1196"/>
                  <a:pt x="1017" y="1196"/>
                </a:cubicBezTo>
                <a:cubicBezTo>
                  <a:pt x="1075" y="1196"/>
                  <a:pt x="1123" y="1149"/>
                  <a:pt x="1123" y="1091"/>
                </a:cubicBezTo>
                <a:cubicBezTo>
                  <a:pt x="1123" y="1085"/>
                  <a:pt x="1123" y="1085"/>
                  <a:pt x="1123" y="1085"/>
                </a:cubicBezTo>
                <a:cubicBezTo>
                  <a:pt x="1123" y="1027"/>
                  <a:pt x="1075" y="980"/>
                  <a:pt x="1017" y="980"/>
                </a:cubicBezTo>
                <a:cubicBezTo>
                  <a:pt x="985" y="980"/>
                  <a:pt x="985" y="980"/>
                  <a:pt x="985" y="980"/>
                </a:cubicBezTo>
                <a:cubicBezTo>
                  <a:pt x="985" y="932"/>
                  <a:pt x="985" y="932"/>
                  <a:pt x="985" y="932"/>
                </a:cubicBezTo>
                <a:cubicBezTo>
                  <a:pt x="985" y="910"/>
                  <a:pt x="967" y="892"/>
                  <a:pt x="945" y="892"/>
                </a:cubicBezTo>
                <a:cubicBezTo>
                  <a:pt x="923" y="892"/>
                  <a:pt x="905" y="910"/>
                  <a:pt x="905" y="932"/>
                </a:cubicBezTo>
                <a:cubicBezTo>
                  <a:pt x="905" y="980"/>
                  <a:pt x="905" y="980"/>
                  <a:pt x="905" y="980"/>
                </a:cubicBezTo>
                <a:cubicBezTo>
                  <a:pt x="809" y="980"/>
                  <a:pt x="809" y="980"/>
                  <a:pt x="809" y="980"/>
                </a:cubicBezTo>
                <a:cubicBezTo>
                  <a:pt x="809" y="652"/>
                  <a:pt x="809" y="652"/>
                  <a:pt x="809" y="652"/>
                </a:cubicBezTo>
                <a:cubicBezTo>
                  <a:pt x="1038" y="652"/>
                  <a:pt x="1038" y="652"/>
                  <a:pt x="1038" y="652"/>
                </a:cubicBezTo>
                <a:cubicBezTo>
                  <a:pt x="1055" y="701"/>
                  <a:pt x="1088" y="744"/>
                  <a:pt x="1132" y="773"/>
                </a:cubicBezTo>
                <a:cubicBezTo>
                  <a:pt x="1272" y="865"/>
                  <a:pt x="1356" y="1020"/>
                  <a:pt x="1356" y="1188"/>
                </a:cubicBezTo>
                <a:cubicBezTo>
                  <a:pt x="1356" y="1461"/>
                  <a:pt x="1134" y="1683"/>
                  <a:pt x="861" y="1683"/>
                </a:cubicBezTo>
                <a:close/>
                <a:moveTo>
                  <a:pt x="729" y="1060"/>
                </a:moveTo>
                <a:cubicBezTo>
                  <a:pt x="729" y="1091"/>
                  <a:pt x="729" y="1091"/>
                  <a:pt x="729" y="1091"/>
                </a:cubicBezTo>
                <a:cubicBezTo>
                  <a:pt x="729" y="1105"/>
                  <a:pt x="718" y="1116"/>
                  <a:pt x="704" y="1116"/>
                </a:cubicBezTo>
                <a:cubicBezTo>
                  <a:pt x="690" y="1116"/>
                  <a:pt x="678" y="1105"/>
                  <a:pt x="678" y="1091"/>
                </a:cubicBezTo>
                <a:cubicBezTo>
                  <a:pt x="678" y="1085"/>
                  <a:pt x="678" y="1085"/>
                  <a:pt x="678" y="1085"/>
                </a:cubicBezTo>
                <a:cubicBezTo>
                  <a:pt x="678" y="1071"/>
                  <a:pt x="690" y="1060"/>
                  <a:pt x="704" y="1060"/>
                </a:cubicBezTo>
                <a:cubicBezTo>
                  <a:pt x="729" y="1060"/>
                  <a:pt x="729" y="1060"/>
                  <a:pt x="729" y="1060"/>
                </a:cubicBezTo>
                <a:close/>
                <a:moveTo>
                  <a:pt x="985" y="1091"/>
                </a:moveTo>
                <a:cubicBezTo>
                  <a:pt x="985" y="1060"/>
                  <a:pt x="985" y="1060"/>
                  <a:pt x="985" y="1060"/>
                </a:cubicBezTo>
                <a:cubicBezTo>
                  <a:pt x="1017" y="1060"/>
                  <a:pt x="1017" y="1060"/>
                  <a:pt x="1017" y="1060"/>
                </a:cubicBezTo>
                <a:cubicBezTo>
                  <a:pt x="1031" y="1060"/>
                  <a:pt x="1043" y="1071"/>
                  <a:pt x="1043" y="1085"/>
                </a:cubicBezTo>
                <a:cubicBezTo>
                  <a:pt x="1043" y="1091"/>
                  <a:pt x="1043" y="1091"/>
                  <a:pt x="1043" y="1091"/>
                </a:cubicBezTo>
                <a:cubicBezTo>
                  <a:pt x="1043" y="1105"/>
                  <a:pt x="1031" y="1116"/>
                  <a:pt x="1017" y="1116"/>
                </a:cubicBezTo>
                <a:cubicBezTo>
                  <a:pt x="1010" y="1116"/>
                  <a:pt x="1010" y="1116"/>
                  <a:pt x="1010" y="1116"/>
                </a:cubicBezTo>
                <a:cubicBezTo>
                  <a:pt x="996" y="1116"/>
                  <a:pt x="985" y="1105"/>
                  <a:pt x="985" y="1091"/>
                </a:cubicBezTo>
                <a:close/>
                <a:moveTo>
                  <a:pt x="860" y="1826"/>
                </a:moveTo>
                <a:cubicBezTo>
                  <a:pt x="838" y="1826"/>
                  <a:pt x="820" y="1843"/>
                  <a:pt x="820" y="1866"/>
                </a:cubicBezTo>
                <a:cubicBezTo>
                  <a:pt x="820" y="2008"/>
                  <a:pt x="820" y="2008"/>
                  <a:pt x="820" y="2008"/>
                </a:cubicBezTo>
                <a:cubicBezTo>
                  <a:pt x="820" y="2030"/>
                  <a:pt x="838" y="2048"/>
                  <a:pt x="860" y="2048"/>
                </a:cubicBezTo>
                <a:cubicBezTo>
                  <a:pt x="883" y="2048"/>
                  <a:pt x="900" y="2030"/>
                  <a:pt x="900" y="2008"/>
                </a:cubicBezTo>
                <a:cubicBezTo>
                  <a:pt x="900" y="1866"/>
                  <a:pt x="900" y="1866"/>
                  <a:pt x="900" y="1866"/>
                </a:cubicBezTo>
                <a:cubicBezTo>
                  <a:pt x="900" y="1843"/>
                  <a:pt x="883" y="1826"/>
                  <a:pt x="860" y="1826"/>
                </a:cubicBezTo>
                <a:close/>
                <a:moveTo>
                  <a:pt x="1680" y="1147"/>
                </a:moveTo>
                <a:cubicBezTo>
                  <a:pt x="1538" y="1147"/>
                  <a:pt x="1538" y="1147"/>
                  <a:pt x="1538" y="1147"/>
                </a:cubicBezTo>
                <a:cubicBezTo>
                  <a:pt x="1516" y="1147"/>
                  <a:pt x="1498" y="1165"/>
                  <a:pt x="1498" y="1187"/>
                </a:cubicBezTo>
                <a:cubicBezTo>
                  <a:pt x="1498" y="1209"/>
                  <a:pt x="1516" y="1227"/>
                  <a:pt x="1538" y="1227"/>
                </a:cubicBezTo>
                <a:cubicBezTo>
                  <a:pt x="1680" y="1227"/>
                  <a:pt x="1680" y="1227"/>
                  <a:pt x="1680" y="1227"/>
                </a:cubicBezTo>
                <a:cubicBezTo>
                  <a:pt x="1702" y="1227"/>
                  <a:pt x="1720" y="1209"/>
                  <a:pt x="1720" y="1187"/>
                </a:cubicBezTo>
                <a:cubicBezTo>
                  <a:pt x="1720" y="1165"/>
                  <a:pt x="1702" y="1147"/>
                  <a:pt x="1680" y="1147"/>
                </a:cubicBezTo>
                <a:close/>
                <a:moveTo>
                  <a:pt x="182" y="1148"/>
                </a:moveTo>
                <a:cubicBezTo>
                  <a:pt x="40" y="1148"/>
                  <a:pt x="40" y="1148"/>
                  <a:pt x="40" y="1148"/>
                </a:cubicBezTo>
                <a:cubicBezTo>
                  <a:pt x="18" y="1148"/>
                  <a:pt x="0" y="1166"/>
                  <a:pt x="0" y="1188"/>
                </a:cubicBezTo>
                <a:cubicBezTo>
                  <a:pt x="0" y="1210"/>
                  <a:pt x="18" y="1228"/>
                  <a:pt x="40" y="1228"/>
                </a:cubicBezTo>
                <a:cubicBezTo>
                  <a:pt x="182" y="1228"/>
                  <a:pt x="182" y="1228"/>
                  <a:pt x="182" y="1228"/>
                </a:cubicBezTo>
                <a:cubicBezTo>
                  <a:pt x="204" y="1228"/>
                  <a:pt x="222" y="1210"/>
                  <a:pt x="222" y="1188"/>
                </a:cubicBezTo>
                <a:cubicBezTo>
                  <a:pt x="222" y="1166"/>
                  <a:pt x="204" y="1148"/>
                  <a:pt x="182" y="1148"/>
                </a:cubicBezTo>
                <a:close/>
                <a:moveTo>
                  <a:pt x="1339" y="748"/>
                </a:moveTo>
                <a:cubicBezTo>
                  <a:pt x="1349" y="748"/>
                  <a:pt x="1359" y="744"/>
                  <a:pt x="1367" y="736"/>
                </a:cubicBezTo>
                <a:cubicBezTo>
                  <a:pt x="1468" y="636"/>
                  <a:pt x="1468" y="636"/>
                  <a:pt x="1468" y="636"/>
                </a:cubicBezTo>
                <a:cubicBezTo>
                  <a:pt x="1484" y="620"/>
                  <a:pt x="1484" y="595"/>
                  <a:pt x="1468" y="579"/>
                </a:cubicBezTo>
                <a:cubicBezTo>
                  <a:pt x="1452" y="563"/>
                  <a:pt x="1427" y="563"/>
                  <a:pt x="1411" y="579"/>
                </a:cubicBezTo>
                <a:cubicBezTo>
                  <a:pt x="1311" y="680"/>
                  <a:pt x="1311" y="680"/>
                  <a:pt x="1311" y="680"/>
                </a:cubicBezTo>
                <a:cubicBezTo>
                  <a:pt x="1295" y="695"/>
                  <a:pt x="1295" y="721"/>
                  <a:pt x="1311" y="736"/>
                </a:cubicBezTo>
                <a:cubicBezTo>
                  <a:pt x="1319" y="744"/>
                  <a:pt x="1329" y="748"/>
                  <a:pt x="1339" y="748"/>
                </a:cubicBezTo>
                <a:close/>
                <a:moveTo>
                  <a:pt x="353" y="1639"/>
                </a:moveTo>
                <a:cubicBezTo>
                  <a:pt x="252" y="1740"/>
                  <a:pt x="252" y="1740"/>
                  <a:pt x="252" y="1740"/>
                </a:cubicBezTo>
                <a:cubicBezTo>
                  <a:pt x="236" y="1755"/>
                  <a:pt x="236" y="1781"/>
                  <a:pt x="252" y="1796"/>
                </a:cubicBezTo>
                <a:cubicBezTo>
                  <a:pt x="260" y="1804"/>
                  <a:pt x="270" y="1808"/>
                  <a:pt x="280" y="1808"/>
                </a:cubicBezTo>
                <a:cubicBezTo>
                  <a:pt x="291" y="1808"/>
                  <a:pt x="301" y="1804"/>
                  <a:pt x="309" y="1796"/>
                </a:cubicBezTo>
                <a:cubicBezTo>
                  <a:pt x="409" y="1696"/>
                  <a:pt x="409" y="1696"/>
                  <a:pt x="409" y="1696"/>
                </a:cubicBezTo>
                <a:cubicBezTo>
                  <a:pt x="425" y="1680"/>
                  <a:pt x="425" y="1655"/>
                  <a:pt x="409" y="1639"/>
                </a:cubicBezTo>
                <a:cubicBezTo>
                  <a:pt x="394" y="1623"/>
                  <a:pt x="368" y="1623"/>
                  <a:pt x="353" y="1639"/>
                </a:cubicBezTo>
                <a:close/>
                <a:moveTo>
                  <a:pt x="1368" y="1638"/>
                </a:moveTo>
                <a:cubicBezTo>
                  <a:pt x="1352" y="1623"/>
                  <a:pt x="1327" y="1623"/>
                  <a:pt x="1311" y="1638"/>
                </a:cubicBezTo>
                <a:cubicBezTo>
                  <a:pt x="1296" y="1654"/>
                  <a:pt x="1296" y="1679"/>
                  <a:pt x="1311" y="1695"/>
                </a:cubicBezTo>
                <a:cubicBezTo>
                  <a:pt x="1412" y="1796"/>
                  <a:pt x="1412" y="1796"/>
                  <a:pt x="1412" y="1796"/>
                </a:cubicBezTo>
                <a:cubicBezTo>
                  <a:pt x="1420" y="1804"/>
                  <a:pt x="1430" y="1807"/>
                  <a:pt x="1440" y="1807"/>
                </a:cubicBezTo>
                <a:cubicBezTo>
                  <a:pt x="1451" y="1807"/>
                  <a:pt x="1461" y="1804"/>
                  <a:pt x="1469" y="1796"/>
                </a:cubicBezTo>
                <a:cubicBezTo>
                  <a:pt x="1484" y="1780"/>
                  <a:pt x="1484" y="1755"/>
                  <a:pt x="1469" y="1739"/>
                </a:cubicBezTo>
                <a:lnTo>
                  <a:pt x="1368" y="1638"/>
                </a:lnTo>
                <a:close/>
                <a:moveTo>
                  <a:pt x="352" y="737"/>
                </a:moveTo>
                <a:cubicBezTo>
                  <a:pt x="360" y="745"/>
                  <a:pt x="370" y="749"/>
                  <a:pt x="380" y="749"/>
                </a:cubicBezTo>
                <a:cubicBezTo>
                  <a:pt x="391" y="749"/>
                  <a:pt x="401" y="745"/>
                  <a:pt x="409" y="737"/>
                </a:cubicBezTo>
                <a:cubicBezTo>
                  <a:pt x="424" y="721"/>
                  <a:pt x="424" y="696"/>
                  <a:pt x="409" y="680"/>
                </a:cubicBezTo>
                <a:cubicBezTo>
                  <a:pt x="308" y="580"/>
                  <a:pt x="308" y="580"/>
                  <a:pt x="308" y="580"/>
                </a:cubicBezTo>
                <a:cubicBezTo>
                  <a:pt x="292" y="564"/>
                  <a:pt x="267" y="564"/>
                  <a:pt x="251" y="580"/>
                </a:cubicBezTo>
                <a:cubicBezTo>
                  <a:pt x="236" y="595"/>
                  <a:pt x="236" y="621"/>
                  <a:pt x="251" y="636"/>
                </a:cubicBezTo>
                <a:lnTo>
                  <a:pt x="352" y="737"/>
                </a:lnTo>
                <a:close/>
                <a:moveTo>
                  <a:pt x="1209" y="1148"/>
                </a:moveTo>
                <a:cubicBezTo>
                  <a:pt x="1187" y="1148"/>
                  <a:pt x="1169" y="1166"/>
                  <a:pt x="1169" y="1188"/>
                </a:cubicBezTo>
                <a:cubicBezTo>
                  <a:pt x="1169" y="1305"/>
                  <a:pt x="1103" y="1411"/>
                  <a:pt x="998" y="1464"/>
                </a:cubicBezTo>
                <a:cubicBezTo>
                  <a:pt x="978" y="1474"/>
                  <a:pt x="970" y="1498"/>
                  <a:pt x="980" y="1517"/>
                </a:cubicBezTo>
                <a:cubicBezTo>
                  <a:pt x="987" y="1531"/>
                  <a:pt x="1001" y="1540"/>
                  <a:pt x="1016" y="1540"/>
                </a:cubicBezTo>
                <a:cubicBezTo>
                  <a:pt x="1022" y="1540"/>
                  <a:pt x="1028" y="1538"/>
                  <a:pt x="1034" y="1535"/>
                </a:cubicBezTo>
                <a:cubicBezTo>
                  <a:pt x="1167" y="1469"/>
                  <a:pt x="1249" y="1336"/>
                  <a:pt x="1249" y="1188"/>
                </a:cubicBezTo>
                <a:cubicBezTo>
                  <a:pt x="1249" y="1166"/>
                  <a:pt x="1231" y="1148"/>
                  <a:pt x="1209" y="1148"/>
                </a:cubicBezTo>
                <a:close/>
                <a:moveTo>
                  <a:pt x="945" y="732"/>
                </a:moveTo>
                <a:cubicBezTo>
                  <a:pt x="935" y="732"/>
                  <a:pt x="924" y="736"/>
                  <a:pt x="917" y="744"/>
                </a:cubicBezTo>
                <a:cubicBezTo>
                  <a:pt x="909" y="751"/>
                  <a:pt x="905" y="762"/>
                  <a:pt x="905" y="772"/>
                </a:cubicBezTo>
                <a:cubicBezTo>
                  <a:pt x="905" y="783"/>
                  <a:pt x="909" y="793"/>
                  <a:pt x="917" y="800"/>
                </a:cubicBezTo>
                <a:cubicBezTo>
                  <a:pt x="924" y="808"/>
                  <a:pt x="935" y="812"/>
                  <a:pt x="945" y="812"/>
                </a:cubicBezTo>
                <a:cubicBezTo>
                  <a:pt x="956" y="812"/>
                  <a:pt x="966" y="808"/>
                  <a:pt x="973" y="800"/>
                </a:cubicBezTo>
                <a:cubicBezTo>
                  <a:pt x="981" y="793"/>
                  <a:pt x="985" y="783"/>
                  <a:pt x="985" y="772"/>
                </a:cubicBezTo>
                <a:cubicBezTo>
                  <a:pt x="985" y="762"/>
                  <a:pt x="981" y="751"/>
                  <a:pt x="973" y="744"/>
                </a:cubicBezTo>
                <a:cubicBezTo>
                  <a:pt x="966" y="736"/>
                  <a:pt x="956" y="732"/>
                  <a:pt x="945" y="732"/>
                </a:cubicBezTo>
                <a:close/>
                <a:moveTo>
                  <a:pt x="861" y="1496"/>
                </a:moveTo>
                <a:cubicBezTo>
                  <a:pt x="850" y="1496"/>
                  <a:pt x="840" y="1500"/>
                  <a:pt x="832" y="1508"/>
                </a:cubicBezTo>
                <a:cubicBezTo>
                  <a:pt x="825" y="1515"/>
                  <a:pt x="821" y="1525"/>
                  <a:pt x="821" y="1536"/>
                </a:cubicBezTo>
                <a:cubicBezTo>
                  <a:pt x="821" y="1547"/>
                  <a:pt x="825" y="1557"/>
                  <a:pt x="832" y="1564"/>
                </a:cubicBezTo>
                <a:cubicBezTo>
                  <a:pt x="840" y="1572"/>
                  <a:pt x="850" y="1576"/>
                  <a:pt x="861" y="1576"/>
                </a:cubicBezTo>
                <a:cubicBezTo>
                  <a:pt x="871" y="1576"/>
                  <a:pt x="881" y="1572"/>
                  <a:pt x="889" y="1564"/>
                </a:cubicBezTo>
                <a:cubicBezTo>
                  <a:pt x="896" y="1557"/>
                  <a:pt x="901" y="1547"/>
                  <a:pt x="901" y="1536"/>
                </a:cubicBezTo>
                <a:cubicBezTo>
                  <a:pt x="901" y="1525"/>
                  <a:pt x="896" y="1515"/>
                  <a:pt x="889" y="1508"/>
                </a:cubicBezTo>
                <a:cubicBezTo>
                  <a:pt x="881" y="1500"/>
                  <a:pt x="871" y="1496"/>
                  <a:pt x="861" y="1496"/>
                </a:cubicBezTo>
                <a:close/>
              </a:path>
            </a:pathLst>
          </a:custGeom>
          <a:solidFill>
            <a:srgbClr val="2EAE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39EEC"/>
              </a:solidFill>
            </a:endParaRPr>
          </a:p>
        </p:txBody>
      </p:sp>
      <p:sp>
        <p:nvSpPr>
          <p:cNvPr id="114" name="Freeform 61">
            <a:extLst>
              <a:ext uri="{FF2B5EF4-FFF2-40B4-BE49-F238E27FC236}">
                <a16:creationId xmlns:a16="http://schemas.microsoft.com/office/drawing/2014/main" id="{B60AAA2C-C462-446A-825E-F39907650B1B}"/>
              </a:ext>
            </a:extLst>
          </p:cNvPr>
          <p:cNvSpPr>
            <a:spLocks noEditPoints="1"/>
          </p:cNvSpPr>
          <p:nvPr/>
        </p:nvSpPr>
        <p:spPr bwMode="auto">
          <a:xfrm>
            <a:off x="2252929" y="3756468"/>
            <a:ext cx="296802" cy="295030"/>
          </a:xfrm>
          <a:custGeom>
            <a:avLst/>
            <a:gdLst>
              <a:gd name="T0" fmla="*/ 113 w 2053"/>
              <a:gd name="T1" fmla="*/ 1390 h 2049"/>
              <a:gd name="T2" fmla="*/ 176 w 2053"/>
              <a:gd name="T3" fmla="*/ 1598 h 2049"/>
              <a:gd name="T4" fmla="*/ 330 w 2053"/>
              <a:gd name="T5" fmla="*/ 1878 h 2049"/>
              <a:gd name="T6" fmla="*/ 1673 w 2053"/>
              <a:gd name="T7" fmla="*/ 2047 h 2049"/>
              <a:gd name="T8" fmla="*/ 1611 w 2053"/>
              <a:gd name="T9" fmla="*/ 1803 h 2049"/>
              <a:gd name="T10" fmla="*/ 1839 w 2053"/>
              <a:gd name="T11" fmla="*/ 903 h 2049"/>
              <a:gd name="T12" fmla="*/ 1553 w 2053"/>
              <a:gd name="T13" fmla="*/ 1274 h 2049"/>
              <a:gd name="T14" fmla="*/ 1617 w 2053"/>
              <a:gd name="T15" fmla="*/ 1978 h 2049"/>
              <a:gd name="T16" fmla="*/ 1019 w 2053"/>
              <a:gd name="T17" fmla="*/ 1537 h 2049"/>
              <a:gd name="T18" fmla="*/ 731 w 2053"/>
              <a:gd name="T19" fmla="*/ 1688 h 2049"/>
              <a:gd name="T20" fmla="*/ 265 w 2053"/>
              <a:gd name="T21" fmla="*/ 1703 h 2049"/>
              <a:gd name="T22" fmla="*/ 216 w 2053"/>
              <a:gd name="T23" fmla="*/ 1513 h 2049"/>
              <a:gd name="T24" fmla="*/ 190 w 2053"/>
              <a:gd name="T25" fmla="*/ 1390 h 2049"/>
              <a:gd name="T26" fmla="*/ 105 w 2053"/>
              <a:gd name="T27" fmla="*/ 1155 h 2049"/>
              <a:gd name="T28" fmla="*/ 201 w 2053"/>
              <a:gd name="T29" fmla="*/ 711 h 2049"/>
              <a:gd name="T30" fmla="*/ 713 w 2053"/>
              <a:gd name="T31" fmla="*/ 116 h 2049"/>
              <a:gd name="T32" fmla="*/ 1148 w 2053"/>
              <a:gd name="T33" fmla="*/ 4 h 2049"/>
              <a:gd name="T34" fmla="*/ 187 w 2053"/>
              <a:gd name="T35" fmla="*/ 562 h 2049"/>
              <a:gd name="T36" fmla="*/ 206 w 2053"/>
              <a:gd name="T37" fmla="*/ 855 h 2049"/>
              <a:gd name="T38" fmla="*/ 412 w 2053"/>
              <a:gd name="T39" fmla="*/ 509 h 2049"/>
              <a:gd name="T40" fmla="*/ 457 w 2053"/>
              <a:gd name="T41" fmla="*/ 309 h 2049"/>
              <a:gd name="T42" fmla="*/ 1127 w 2053"/>
              <a:gd name="T43" fmla="*/ 192 h 2049"/>
              <a:gd name="T44" fmla="*/ 820 w 2053"/>
              <a:gd name="T45" fmla="*/ 326 h 2049"/>
              <a:gd name="T46" fmla="*/ 688 w 2053"/>
              <a:gd name="T47" fmla="*/ 643 h 2049"/>
              <a:gd name="T48" fmla="*/ 810 w 2053"/>
              <a:gd name="T49" fmla="*/ 956 h 2049"/>
              <a:gd name="T50" fmla="*/ 1106 w 2053"/>
              <a:gd name="T51" fmla="*/ 1073 h 2049"/>
              <a:gd name="T52" fmla="*/ 1361 w 2053"/>
              <a:gd name="T53" fmla="*/ 1073 h 2049"/>
              <a:gd name="T54" fmla="*/ 1657 w 2053"/>
              <a:gd name="T55" fmla="*/ 955 h 2049"/>
              <a:gd name="T56" fmla="*/ 1824 w 2053"/>
              <a:gd name="T57" fmla="*/ 790 h 2049"/>
              <a:gd name="T58" fmla="*/ 1910 w 2053"/>
              <a:gd name="T59" fmla="*/ 592 h 2049"/>
              <a:gd name="T60" fmla="*/ 2004 w 2053"/>
              <a:gd name="T61" fmla="*/ 352 h 2049"/>
              <a:gd name="T62" fmla="*/ 1900 w 2053"/>
              <a:gd name="T63" fmla="*/ 108 h 2049"/>
              <a:gd name="T64" fmla="*/ 1641 w 2053"/>
              <a:gd name="T65" fmla="*/ 1 h 2049"/>
              <a:gd name="T66" fmla="*/ 1395 w 2053"/>
              <a:gd name="T67" fmla="*/ 100 h 2049"/>
              <a:gd name="T68" fmla="*/ 1127 w 2053"/>
              <a:gd name="T69" fmla="*/ 192 h 2049"/>
              <a:gd name="T70" fmla="*/ 1623 w 2053"/>
              <a:gd name="T71" fmla="*/ 556 h 2049"/>
              <a:gd name="T72" fmla="*/ 1441 w 2053"/>
              <a:gd name="T73" fmla="*/ 213 h 2049"/>
              <a:gd name="T74" fmla="*/ 1636 w 2053"/>
              <a:gd name="T75" fmla="*/ 69 h 2049"/>
              <a:gd name="T76" fmla="*/ 1856 w 2053"/>
              <a:gd name="T77" fmla="*/ 160 h 2049"/>
              <a:gd name="T78" fmla="*/ 1893 w 2053"/>
              <a:gd name="T79" fmla="*/ 400 h 2049"/>
              <a:gd name="T80" fmla="*/ 1841 w 2053"/>
              <a:gd name="T81" fmla="*/ 577 h 2049"/>
              <a:gd name="T82" fmla="*/ 1780 w 2053"/>
              <a:gd name="T83" fmla="*/ 643 h 2049"/>
              <a:gd name="T84" fmla="*/ 1505 w 2053"/>
              <a:gd name="T85" fmla="*/ 260 h 2049"/>
              <a:gd name="T86" fmla="*/ 1363 w 2053"/>
              <a:gd name="T87" fmla="*/ 160 h 2049"/>
              <a:gd name="T88" fmla="*/ 1323 w 2053"/>
              <a:gd name="T89" fmla="*/ 354 h 2049"/>
              <a:gd name="T90" fmla="*/ 1531 w 2053"/>
              <a:gd name="T91" fmla="*/ 478 h 2049"/>
              <a:gd name="T92" fmla="*/ 1712 w 2053"/>
              <a:gd name="T93" fmla="*/ 724 h 2049"/>
              <a:gd name="T94" fmla="*/ 1600 w 2053"/>
              <a:gd name="T95" fmla="*/ 993 h 2049"/>
              <a:gd name="T96" fmla="*/ 1299 w 2053"/>
              <a:gd name="T97" fmla="*/ 1039 h 2049"/>
              <a:gd name="T98" fmla="*/ 1064 w 2053"/>
              <a:gd name="T99" fmla="*/ 980 h 2049"/>
              <a:gd name="T100" fmla="*/ 938 w 2053"/>
              <a:gd name="T101" fmla="*/ 854 h 2049"/>
              <a:gd name="T102" fmla="*/ 878 w 2053"/>
              <a:gd name="T103" fmla="*/ 619 h 2049"/>
              <a:gd name="T104" fmla="*/ 924 w 2053"/>
              <a:gd name="T105" fmla="*/ 317 h 2049"/>
              <a:gd name="T106" fmla="*/ 1234 w 2053"/>
              <a:gd name="T107" fmla="*/ 923 h 2049"/>
              <a:gd name="T108" fmla="*/ 1234 w 2053"/>
              <a:gd name="T109" fmla="*/ 513 h 2049"/>
              <a:gd name="T110" fmla="*/ 1234 w 2053"/>
              <a:gd name="T111" fmla="*/ 650 h 2049"/>
              <a:gd name="T112" fmla="*/ 312 w 2053"/>
              <a:gd name="T113" fmla="*/ 684 h 2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53" h="2049">
                <a:moveTo>
                  <a:pt x="55" y="1277"/>
                </a:moveTo>
                <a:cubicBezTo>
                  <a:pt x="66" y="1285"/>
                  <a:pt x="78" y="1292"/>
                  <a:pt x="91" y="1298"/>
                </a:cubicBezTo>
                <a:cubicBezTo>
                  <a:pt x="105" y="1305"/>
                  <a:pt x="130" y="1318"/>
                  <a:pt x="132" y="1327"/>
                </a:cubicBezTo>
                <a:cubicBezTo>
                  <a:pt x="134" y="1338"/>
                  <a:pt x="133" y="1350"/>
                  <a:pt x="128" y="1361"/>
                </a:cubicBezTo>
                <a:cubicBezTo>
                  <a:pt x="123" y="1372"/>
                  <a:pt x="117" y="1382"/>
                  <a:pt x="113" y="1390"/>
                </a:cubicBezTo>
                <a:cubicBezTo>
                  <a:pt x="100" y="1412"/>
                  <a:pt x="79" y="1449"/>
                  <a:pt x="111" y="1475"/>
                </a:cubicBezTo>
                <a:cubicBezTo>
                  <a:pt x="118" y="1481"/>
                  <a:pt x="131" y="1491"/>
                  <a:pt x="143" y="1500"/>
                </a:cubicBezTo>
                <a:cubicBezTo>
                  <a:pt x="134" y="1515"/>
                  <a:pt x="130" y="1532"/>
                  <a:pt x="132" y="1549"/>
                </a:cubicBezTo>
                <a:cubicBezTo>
                  <a:pt x="133" y="1563"/>
                  <a:pt x="141" y="1575"/>
                  <a:pt x="152" y="1583"/>
                </a:cubicBezTo>
                <a:cubicBezTo>
                  <a:pt x="159" y="1588"/>
                  <a:pt x="168" y="1593"/>
                  <a:pt x="176" y="1598"/>
                </a:cubicBezTo>
                <a:cubicBezTo>
                  <a:pt x="196" y="1609"/>
                  <a:pt x="203" y="1615"/>
                  <a:pt x="206" y="1625"/>
                </a:cubicBezTo>
                <a:cubicBezTo>
                  <a:pt x="208" y="1639"/>
                  <a:pt x="207" y="1653"/>
                  <a:pt x="202" y="1666"/>
                </a:cubicBezTo>
                <a:cubicBezTo>
                  <a:pt x="200" y="1675"/>
                  <a:pt x="199" y="1684"/>
                  <a:pt x="197" y="1693"/>
                </a:cubicBezTo>
                <a:cubicBezTo>
                  <a:pt x="194" y="1724"/>
                  <a:pt x="198" y="1756"/>
                  <a:pt x="209" y="1785"/>
                </a:cubicBezTo>
                <a:cubicBezTo>
                  <a:pt x="224" y="1840"/>
                  <a:pt x="273" y="1877"/>
                  <a:pt x="330" y="1878"/>
                </a:cubicBezTo>
                <a:cubicBezTo>
                  <a:pt x="339" y="1878"/>
                  <a:pt x="348" y="1877"/>
                  <a:pt x="358" y="1875"/>
                </a:cubicBezTo>
                <a:cubicBezTo>
                  <a:pt x="455" y="1852"/>
                  <a:pt x="551" y="1824"/>
                  <a:pt x="645" y="1789"/>
                </a:cubicBezTo>
                <a:cubicBezTo>
                  <a:pt x="722" y="1834"/>
                  <a:pt x="771" y="1972"/>
                  <a:pt x="784" y="2023"/>
                </a:cubicBezTo>
                <a:cubicBezTo>
                  <a:pt x="787" y="2038"/>
                  <a:pt x="801" y="2049"/>
                  <a:pt x="817" y="2049"/>
                </a:cubicBezTo>
                <a:cubicBezTo>
                  <a:pt x="1673" y="2047"/>
                  <a:pt x="1673" y="2047"/>
                  <a:pt x="1673" y="2047"/>
                </a:cubicBezTo>
                <a:cubicBezTo>
                  <a:pt x="1684" y="2047"/>
                  <a:pt x="1694" y="2041"/>
                  <a:pt x="1701" y="2033"/>
                </a:cubicBezTo>
                <a:cubicBezTo>
                  <a:pt x="1707" y="2024"/>
                  <a:pt x="1709" y="2013"/>
                  <a:pt x="1706" y="2002"/>
                </a:cubicBezTo>
                <a:cubicBezTo>
                  <a:pt x="1697" y="1979"/>
                  <a:pt x="1686" y="1957"/>
                  <a:pt x="1671" y="1937"/>
                </a:cubicBezTo>
                <a:cubicBezTo>
                  <a:pt x="1663" y="1926"/>
                  <a:pt x="1656" y="1913"/>
                  <a:pt x="1649" y="1901"/>
                </a:cubicBezTo>
                <a:cubicBezTo>
                  <a:pt x="1634" y="1869"/>
                  <a:pt x="1621" y="1837"/>
                  <a:pt x="1611" y="1803"/>
                </a:cubicBezTo>
                <a:cubicBezTo>
                  <a:pt x="1591" y="1737"/>
                  <a:pt x="1578" y="1670"/>
                  <a:pt x="1570" y="1601"/>
                </a:cubicBezTo>
                <a:cubicBezTo>
                  <a:pt x="1558" y="1499"/>
                  <a:pt x="1574" y="1396"/>
                  <a:pt x="1615" y="1302"/>
                </a:cubicBezTo>
                <a:cubicBezTo>
                  <a:pt x="1640" y="1249"/>
                  <a:pt x="1672" y="1200"/>
                  <a:pt x="1708" y="1155"/>
                </a:cubicBezTo>
                <a:cubicBezTo>
                  <a:pt x="1728" y="1128"/>
                  <a:pt x="1750" y="1099"/>
                  <a:pt x="1769" y="1069"/>
                </a:cubicBezTo>
                <a:cubicBezTo>
                  <a:pt x="1802" y="1018"/>
                  <a:pt x="1825" y="962"/>
                  <a:pt x="1839" y="903"/>
                </a:cubicBezTo>
                <a:cubicBezTo>
                  <a:pt x="1843" y="884"/>
                  <a:pt x="1832" y="866"/>
                  <a:pt x="1813" y="862"/>
                </a:cubicBezTo>
                <a:cubicBezTo>
                  <a:pt x="1795" y="858"/>
                  <a:pt x="1777" y="869"/>
                  <a:pt x="1773" y="887"/>
                </a:cubicBezTo>
                <a:cubicBezTo>
                  <a:pt x="1761" y="939"/>
                  <a:pt x="1740" y="988"/>
                  <a:pt x="1711" y="1032"/>
                </a:cubicBezTo>
                <a:cubicBezTo>
                  <a:pt x="1693" y="1060"/>
                  <a:pt x="1673" y="1088"/>
                  <a:pt x="1653" y="1114"/>
                </a:cubicBezTo>
                <a:cubicBezTo>
                  <a:pt x="1614" y="1164"/>
                  <a:pt x="1580" y="1217"/>
                  <a:pt x="1553" y="1274"/>
                </a:cubicBezTo>
                <a:cubicBezTo>
                  <a:pt x="1506" y="1380"/>
                  <a:pt x="1489" y="1495"/>
                  <a:pt x="1503" y="1610"/>
                </a:cubicBezTo>
                <a:cubicBezTo>
                  <a:pt x="1510" y="1682"/>
                  <a:pt x="1525" y="1754"/>
                  <a:pt x="1546" y="1824"/>
                </a:cubicBezTo>
                <a:cubicBezTo>
                  <a:pt x="1557" y="1860"/>
                  <a:pt x="1571" y="1896"/>
                  <a:pt x="1588" y="1931"/>
                </a:cubicBezTo>
                <a:cubicBezTo>
                  <a:pt x="1596" y="1946"/>
                  <a:pt x="1605" y="1961"/>
                  <a:pt x="1614" y="1975"/>
                </a:cubicBezTo>
                <a:cubicBezTo>
                  <a:pt x="1617" y="1978"/>
                  <a:pt x="1617" y="1978"/>
                  <a:pt x="1617" y="1978"/>
                </a:cubicBezTo>
                <a:cubicBezTo>
                  <a:pt x="842" y="1981"/>
                  <a:pt x="842" y="1981"/>
                  <a:pt x="842" y="1981"/>
                </a:cubicBezTo>
                <a:cubicBezTo>
                  <a:pt x="820" y="1900"/>
                  <a:pt x="779" y="1825"/>
                  <a:pt x="722" y="1763"/>
                </a:cubicBezTo>
                <a:cubicBezTo>
                  <a:pt x="753" y="1752"/>
                  <a:pt x="753" y="1752"/>
                  <a:pt x="753" y="1752"/>
                </a:cubicBezTo>
                <a:cubicBezTo>
                  <a:pt x="776" y="1744"/>
                  <a:pt x="793" y="1738"/>
                  <a:pt x="802" y="1735"/>
                </a:cubicBezTo>
                <a:cubicBezTo>
                  <a:pt x="948" y="1688"/>
                  <a:pt x="1021" y="1622"/>
                  <a:pt x="1019" y="1537"/>
                </a:cubicBezTo>
                <a:cubicBezTo>
                  <a:pt x="1019" y="1528"/>
                  <a:pt x="1016" y="1519"/>
                  <a:pt x="1009" y="1513"/>
                </a:cubicBezTo>
                <a:cubicBezTo>
                  <a:pt x="1002" y="1507"/>
                  <a:pt x="994" y="1504"/>
                  <a:pt x="985" y="1504"/>
                </a:cubicBezTo>
                <a:cubicBezTo>
                  <a:pt x="966" y="1504"/>
                  <a:pt x="951" y="1520"/>
                  <a:pt x="951" y="1539"/>
                </a:cubicBezTo>
                <a:cubicBezTo>
                  <a:pt x="952" y="1574"/>
                  <a:pt x="923" y="1625"/>
                  <a:pt x="781" y="1670"/>
                </a:cubicBezTo>
                <a:cubicBezTo>
                  <a:pt x="772" y="1673"/>
                  <a:pt x="754" y="1679"/>
                  <a:pt x="731" y="1688"/>
                </a:cubicBezTo>
                <a:cubicBezTo>
                  <a:pt x="705" y="1696"/>
                  <a:pt x="673" y="1708"/>
                  <a:pt x="638" y="1720"/>
                </a:cubicBezTo>
                <a:cubicBezTo>
                  <a:pt x="637" y="1720"/>
                  <a:pt x="637" y="1720"/>
                  <a:pt x="637" y="1720"/>
                </a:cubicBezTo>
                <a:cubicBezTo>
                  <a:pt x="541" y="1755"/>
                  <a:pt x="443" y="1785"/>
                  <a:pt x="344" y="1808"/>
                </a:cubicBezTo>
                <a:cubicBezTo>
                  <a:pt x="312" y="1814"/>
                  <a:pt x="281" y="1794"/>
                  <a:pt x="274" y="1763"/>
                </a:cubicBezTo>
                <a:cubicBezTo>
                  <a:pt x="266" y="1744"/>
                  <a:pt x="263" y="1723"/>
                  <a:pt x="265" y="1703"/>
                </a:cubicBezTo>
                <a:cubicBezTo>
                  <a:pt x="266" y="1696"/>
                  <a:pt x="268" y="1689"/>
                  <a:pt x="269" y="1682"/>
                </a:cubicBezTo>
                <a:cubicBezTo>
                  <a:pt x="277" y="1658"/>
                  <a:pt x="278" y="1632"/>
                  <a:pt x="273" y="1608"/>
                </a:cubicBezTo>
                <a:cubicBezTo>
                  <a:pt x="263" y="1577"/>
                  <a:pt x="240" y="1551"/>
                  <a:pt x="210" y="1538"/>
                </a:cubicBezTo>
                <a:cubicBezTo>
                  <a:pt x="202" y="1534"/>
                  <a:pt x="202" y="1534"/>
                  <a:pt x="202" y="1534"/>
                </a:cubicBezTo>
                <a:cubicBezTo>
                  <a:pt x="206" y="1527"/>
                  <a:pt x="211" y="1520"/>
                  <a:pt x="216" y="1513"/>
                </a:cubicBezTo>
                <a:cubicBezTo>
                  <a:pt x="221" y="1506"/>
                  <a:pt x="224" y="1497"/>
                  <a:pt x="223" y="1487"/>
                </a:cubicBezTo>
                <a:cubicBezTo>
                  <a:pt x="221" y="1478"/>
                  <a:pt x="216" y="1470"/>
                  <a:pt x="209" y="1464"/>
                </a:cubicBezTo>
                <a:cubicBezTo>
                  <a:pt x="201" y="1458"/>
                  <a:pt x="182" y="1444"/>
                  <a:pt x="167" y="1433"/>
                </a:cubicBezTo>
                <a:cubicBezTo>
                  <a:pt x="169" y="1430"/>
                  <a:pt x="171" y="1426"/>
                  <a:pt x="173" y="1423"/>
                </a:cubicBezTo>
                <a:cubicBezTo>
                  <a:pt x="178" y="1414"/>
                  <a:pt x="184" y="1403"/>
                  <a:pt x="190" y="1390"/>
                </a:cubicBezTo>
                <a:cubicBezTo>
                  <a:pt x="201" y="1366"/>
                  <a:pt x="204" y="1340"/>
                  <a:pt x="199" y="1314"/>
                </a:cubicBezTo>
                <a:cubicBezTo>
                  <a:pt x="191" y="1272"/>
                  <a:pt x="151" y="1252"/>
                  <a:pt x="122" y="1237"/>
                </a:cubicBezTo>
                <a:cubicBezTo>
                  <a:pt x="112" y="1232"/>
                  <a:pt x="103" y="1227"/>
                  <a:pt x="94" y="1221"/>
                </a:cubicBezTo>
                <a:cubicBezTo>
                  <a:pt x="86" y="1216"/>
                  <a:pt x="80" y="1210"/>
                  <a:pt x="73" y="1204"/>
                </a:cubicBezTo>
                <a:cubicBezTo>
                  <a:pt x="73" y="1199"/>
                  <a:pt x="79" y="1186"/>
                  <a:pt x="105" y="1155"/>
                </a:cubicBezTo>
                <a:cubicBezTo>
                  <a:pt x="166" y="1076"/>
                  <a:pt x="218" y="991"/>
                  <a:pt x="261" y="901"/>
                </a:cubicBezTo>
                <a:cubicBezTo>
                  <a:pt x="269" y="887"/>
                  <a:pt x="274" y="871"/>
                  <a:pt x="274" y="855"/>
                </a:cubicBezTo>
                <a:cubicBezTo>
                  <a:pt x="271" y="821"/>
                  <a:pt x="252" y="789"/>
                  <a:pt x="224" y="770"/>
                </a:cubicBezTo>
                <a:cubicBezTo>
                  <a:pt x="210" y="757"/>
                  <a:pt x="197" y="745"/>
                  <a:pt x="196" y="735"/>
                </a:cubicBezTo>
                <a:cubicBezTo>
                  <a:pt x="196" y="726"/>
                  <a:pt x="198" y="718"/>
                  <a:pt x="201" y="711"/>
                </a:cubicBezTo>
                <a:cubicBezTo>
                  <a:pt x="207" y="696"/>
                  <a:pt x="213" y="682"/>
                  <a:pt x="220" y="667"/>
                </a:cubicBezTo>
                <a:cubicBezTo>
                  <a:pt x="234" y="638"/>
                  <a:pt x="246" y="607"/>
                  <a:pt x="254" y="575"/>
                </a:cubicBezTo>
                <a:cubicBezTo>
                  <a:pt x="262" y="536"/>
                  <a:pt x="272" y="499"/>
                  <a:pt x="285" y="462"/>
                </a:cubicBezTo>
                <a:cubicBezTo>
                  <a:pt x="311" y="388"/>
                  <a:pt x="353" y="319"/>
                  <a:pt x="407" y="262"/>
                </a:cubicBezTo>
                <a:cubicBezTo>
                  <a:pt x="472" y="193"/>
                  <a:pt x="575" y="144"/>
                  <a:pt x="713" y="116"/>
                </a:cubicBezTo>
                <a:cubicBezTo>
                  <a:pt x="818" y="93"/>
                  <a:pt x="925" y="78"/>
                  <a:pt x="1033" y="70"/>
                </a:cubicBezTo>
                <a:cubicBezTo>
                  <a:pt x="1069" y="68"/>
                  <a:pt x="1106" y="69"/>
                  <a:pt x="1142" y="73"/>
                </a:cubicBezTo>
                <a:cubicBezTo>
                  <a:pt x="1154" y="74"/>
                  <a:pt x="1166" y="68"/>
                  <a:pt x="1173" y="58"/>
                </a:cubicBezTo>
                <a:cubicBezTo>
                  <a:pt x="1180" y="48"/>
                  <a:pt x="1181" y="35"/>
                  <a:pt x="1176" y="24"/>
                </a:cubicBezTo>
                <a:cubicBezTo>
                  <a:pt x="1171" y="13"/>
                  <a:pt x="1160" y="6"/>
                  <a:pt x="1148" y="4"/>
                </a:cubicBezTo>
                <a:cubicBezTo>
                  <a:pt x="1109" y="1"/>
                  <a:pt x="1069" y="0"/>
                  <a:pt x="1030" y="2"/>
                </a:cubicBezTo>
                <a:cubicBezTo>
                  <a:pt x="919" y="10"/>
                  <a:pt x="808" y="26"/>
                  <a:pt x="699" y="49"/>
                </a:cubicBezTo>
                <a:cubicBezTo>
                  <a:pt x="546" y="80"/>
                  <a:pt x="434" y="134"/>
                  <a:pt x="357" y="215"/>
                </a:cubicBezTo>
                <a:cubicBezTo>
                  <a:pt x="297" y="279"/>
                  <a:pt x="251" y="355"/>
                  <a:pt x="220" y="438"/>
                </a:cubicBezTo>
                <a:cubicBezTo>
                  <a:pt x="207" y="479"/>
                  <a:pt x="195" y="520"/>
                  <a:pt x="187" y="562"/>
                </a:cubicBezTo>
                <a:cubicBezTo>
                  <a:pt x="179" y="588"/>
                  <a:pt x="170" y="614"/>
                  <a:pt x="158" y="639"/>
                </a:cubicBezTo>
                <a:cubicBezTo>
                  <a:pt x="151" y="655"/>
                  <a:pt x="144" y="670"/>
                  <a:pt x="138" y="687"/>
                </a:cubicBezTo>
                <a:cubicBezTo>
                  <a:pt x="130" y="705"/>
                  <a:pt x="127" y="724"/>
                  <a:pt x="128" y="744"/>
                </a:cubicBezTo>
                <a:cubicBezTo>
                  <a:pt x="135" y="774"/>
                  <a:pt x="153" y="801"/>
                  <a:pt x="178" y="820"/>
                </a:cubicBezTo>
                <a:cubicBezTo>
                  <a:pt x="195" y="835"/>
                  <a:pt x="206" y="846"/>
                  <a:pt x="206" y="855"/>
                </a:cubicBezTo>
                <a:cubicBezTo>
                  <a:pt x="205" y="861"/>
                  <a:pt x="203" y="866"/>
                  <a:pt x="200" y="870"/>
                </a:cubicBezTo>
                <a:cubicBezTo>
                  <a:pt x="159" y="956"/>
                  <a:pt x="109" y="1038"/>
                  <a:pt x="51" y="1113"/>
                </a:cubicBezTo>
                <a:cubicBezTo>
                  <a:pt x="26" y="1143"/>
                  <a:pt x="0" y="1178"/>
                  <a:pt x="6" y="1213"/>
                </a:cubicBezTo>
                <a:cubicBezTo>
                  <a:pt x="13" y="1240"/>
                  <a:pt x="31" y="1263"/>
                  <a:pt x="55" y="1277"/>
                </a:cubicBezTo>
                <a:close/>
                <a:moveTo>
                  <a:pt x="412" y="509"/>
                </a:moveTo>
                <a:cubicBezTo>
                  <a:pt x="433" y="452"/>
                  <a:pt x="465" y="400"/>
                  <a:pt x="506" y="356"/>
                </a:cubicBezTo>
                <a:cubicBezTo>
                  <a:pt x="552" y="307"/>
                  <a:pt x="630" y="272"/>
                  <a:pt x="740" y="250"/>
                </a:cubicBezTo>
                <a:cubicBezTo>
                  <a:pt x="759" y="247"/>
                  <a:pt x="771" y="229"/>
                  <a:pt x="767" y="210"/>
                </a:cubicBezTo>
                <a:cubicBezTo>
                  <a:pt x="763" y="192"/>
                  <a:pt x="745" y="180"/>
                  <a:pt x="727" y="183"/>
                </a:cubicBezTo>
                <a:cubicBezTo>
                  <a:pt x="603" y="208"/>
                  <a:pt x="512" y="250"/>
                  <a:pt x="457" y="309"/>
                </a:cubicBezTo>
                <a:cubicBezTo>
                  <a:pt x="409" y="360"/>
                  <a:pt x="372" y="420"/>
                  <a:pt x="348" y="486"/>
                </a:cubicBezTo>
                <a:cubicBezTo>
                  <a:pt x="337" y="520"/>
                  <a:pt x="328" y="555"/>
                  <a:pt x="320" y="590"/>
                </a:cubicBezTo>
                <a:cubicBezTo>
                  <a:pt x="387" y="605"/>
                  <a:pt x="387" y="605"/>
                  <a:pt x="387" y="605"/>
                </a:cubicBezTo>
                <a:cubicBezTo>
                  <a:pt x="394" y="572"/>
                  <a:pt x="402" y="540"/>
                  <a:pt x="412" y="509"/>
                </a:cubicBezTo>
                <a:close/>
                <a:moveTo>
                  <a:pt x="1127" y="192"/>
                </a:moveTo>
                <a:cubicBezTo>
                  <a:pt x="1106" y="294"/>
                  <a:pt x="1106" y="294"/>
                  <a:pt x="1106" y="294"/>
                </a:cubicBezTo>
                <a:cubicBezTo>
                  <a:pt x="1086" y="301"/>
                  <a:pt x="1067" y="309"/>
                  <a:pt x="1049" y="318"/>
                </a:cubicBezTo>
                <a:cubicBezTo>
                  <a:pt x="962" y="260"/>
                  <a:pt x="962" y="260"/>
                  <a:pt x="962" y="260"/>
                </a:cubicBezTo>
                <a:cubicBezTo>
                  <a:pt x="935" y="242"/>
                  <a:pt x="899" y="246"/>
                  <a:pt x="876" y="269"/>
                </a:cubicBezTo>
                <a:cubicBezTo>
                  <a:pt x="820" y="326"/>
                  <a:pt x="820" y="326"/>
                  <a:pt x="820" y="326"/>
                </a:cubicBezTo>
                <a:cubicBezTo>
                  <a:pt x="796" y="349"/>
                  <a:pt x="792" y="385"/>
                  <a:pt x="811" y="412"/>
                </a:cubicBezTo>
                <a:cubicBezTo>
                  <a:pt x="868" y="498"/>
                  <a:pt x="868" y="498"/>
                  <a:pt x="868" y="498"/>
                </a:cubicBezTo>
                <a:cubicBezTo>
                  <a:pt x="859" y="517"/>
                  <a:pt x="851" y="536"/>
                  <a:pt x="844" y="556"/>
                </a:cubicBezTo>
                <a:cubicBezTo>
                  <a:pt x="742" y="576"/>
                  <a:pt x="742" y="576"/>
                  <a:pt x="742" y="576"/>
                </a:cubicBezTo>
                <a:cubicBezTo>
                  <a:pt x="711" y="583"/>
                  <a:pt x="688" y="611"/>
                  <a:pt x="688" y="643"/>
                </a:cubicBezTo>
                <a:cubicBezTo>
                  <a:pt x="688" y="724"/>
                  <a:pt x="688" y="724"/>
                  <a:pt x="688" y="724"/>
                </a:cubicBezTo>
                <a:cubicBezTo>
                  <a:pt x="688" y="756"/>
                  <a:pt x="710" y="784"/>
                  <a:pt x="742" y="791"/>
                </a:cubicBezTo>
                <a:cubicBezTo>
                  <a:pt x="844" y="811"/>
                  <a:pt x="844" y="811"/>
                  <a:pt x="844" y="811"/>
                </a:cubicBezTo>
                <a:cubicBezTo>
                  <a:pt x="851" y="831"/>
                  <a:pt x="859" y="850"/>
                  <a:pt x="868" y="869"/>
                </a:cubicBezTo>
                <a:cubicBezTo>
                  <a:pt x="810" y="956"/>
                  <a:pt x="810" y="956"/>
                  <a:pt x="810" y="956"/>
                </a:cubicBezTo>
                <a:cubicBezTo>
                  <a:pt x="793" y="983"/>
                  <a:pt x="796" y="1018"/>
                  <a:pt x="819" y="1041"/>
                </a:cubicBezTo>
                <a:cubicBezTo>
                  <a:pt x="876" y="1098"/>
                  <a:pt x="876" y="1098"/>
                  <a:pt x="876" y="1098"/>
                </a:cubicBezTo>
                <a:cubicBezTo>
                  <a:pt x="899" y="1121"/>
                  <a:pt x="935" y="1125"/>
                  <a:pt x="962" y="1107"/>
                </a:cubicBezTo>
                <a:cubicBezTo>
                  <a:pt x="1049" y="1049"/>
                  <a:pt x="1049" y="1049"/>
                  <a:pt x="1049" y="1049"/>
                </a:cubicBezTo>
                <a:cubicBezTo>
                  <a:pt x="1067" y="1059"/>
                  <a:pt x="1086" y="1067"/>
                  <a:pt x="1106" y="1073"/>
                </a:cubicBezTo>
                <a:cubicBezTo>
                  <a:pt x="1127" y="1175"/>
                  <a:pt x="1127" y="1175"/>
                  <a:pt x="1127" y="1175"/>
                </a:cubicBezTo>
                <a:cubicBezTo>
                  <a:pt x="1133" y="1207"/>
                  <a:pt x="1161" y="1230"/>
                  <a:pt x="1194" y="1230"/>
                </a:cubicBezTo>
                <a:cubicBezTo>
                  <a:pt x="1274" y="1230"/>
                  <a:pt x="1274" y="1230"/>
                  <a:pt x="1274" y="1230"/>
                </a:cubicBezTo>
                <a:cubicBezTo>
                  <a:pt x="1307" y="1230"/>
                  <a:pt x="1335" y="1207"/>
                  <a:pt x="1341" y="1175"/>
                </a:cubicBezTo>
                <a:cubicBezTo>
                  <a:pt x="1361" y="1073"/>
                  <a:pt x="1361" y="1073"/>
                  <a:pt x="1361" y="1073"/>
                </a:cubicBezTo>
                <a:cubicBezTo>
                  <a:pt x="1381" y="1067"/>
                  <a:pt x="1400" y="1059"/>
                  <a:pt x="1419" y="1049"/>
                </a:cubicBezTo>
                <a:cubicBezTo>
                  <a:pt x="1506" y="1107"/>
                  <a:pt x="1506" y="1107"/>
                  <a:pt x="1506" y="1107"/>
                </a:cubicBezTo>
                <a:cubicBezTo>
                  <a:pt x="1533" y="1125"/>
                  <a:pt x="1569" y="1121"/>
                  <a:pt x="1591" y="1098"/>
                </a:cubicBezTo>
                <a:cubicBezTo>
                  <a:pt x="1648" y="1042"/>
                  <a:pt x="1648" y="1042"/>
                  <a:pt x="1648" y="1042"/>
                </a:cubicBezTo>
                <a:cubicBezTo>
                  <a:pt x="1671" y="1019"/>
                  <a:pt x="1675" y="982"/>
                  <a:pt x="1657" y="955"/>
                </a:cubicBezTo>
                <a:cubicBezTo>
                  <a:pt x="1599" y="869"/>
                  <a:pt x="1599" y="869"/>
                  <a:pt x="1599" y="869"/>
                </a:cubicBezTo>
                <a:cubicBezTo>
                  <a:pt x="1609" y="850"/>
                  <a:pt x="1617" y="831"/>
                  <a:pt x="1623" y="811"/>
                </a:cubicBezTo>
                <a:cubicBezTo>
                  <a:pt x="1725" y="791"/>
                  <a:pt x="1725" y="791"/>
                  <a:pt x="1725" y="791"/>
                </a:cubicBezTo>
                <a:cubicBezTo>
                  <a:pt x="1745" y="787"/>
                  <a:pt x="1763" y="774"/>
                  <a:pt x="1772" y="755"/>
                </a:cubicBezTo>
                <a:cubicBezTo>
                  <a:pt x="1824" y="790"/>
                  <a:pt x="1824" y="790"/>
                  <a:pt x="1824" y="790"/>
                </a:cubicBezTo>
                <a:cubicBezTo>
                  <a:pt x="1834" y="796"/>
                  <a:pt x="1845" y="799"/>
                  <a:pt x="1857" y="799"/>
                </a:cubicBezTo>
                <a:cubicBezTo>
                  <a:pt x="1873" y="799"/>
                  <a:pt x="1889" y="793"/>
                  <a:pt x="1900" y="781"/>
                </a:cubicBezTo>
                <a:cubicBezTo>
                  <a:pt x="1946" y="736"/>
                  <a:pt x="1946" y="736"/>
                  <a:pt x="1946" y="736"/>
                </a:cubicBezTo>
                <a:cubicBezTo>
                  <a:pt x="1966" y="715"/>
                  <a:pt x="1970" y="683"/>
                  <a:pt x="1954" y="658"/>
                </a:cubicBezTo>
                <a:cubicBezTo>
                  <a:pt x="1910" y="592"/>
                  <a:pt x="1910" y="592"/>
                  <a:pt x="1910" y="592"/>
                </a:cubicBezTo>
                <a:cubicBezTo>
                  <a:pt x="1916" y="580"/>
                  <a:pt x="1922" y="566"/>
                  <a:pt x="1926" y="553"/>
                </a:cubicBezTo>
                <a:cubicBezTo>
                  <a:pt x="2003" y="537"/>
                  <a:pt x="2003" y="537"/>
                  <a:pt x="2003" y="537"/>
                </a:cubicBezTo>
                <a:cubicBezTo>
                  <a:pt x="2032" y="532"/>
                  <a:pt x="2053" y="506"/>
                  <a:pt x="2053" y="477"/>
                </a:cubicBezTo>
                <a:cubicBezTo>
                  <a:pt x="2053" y="413"/>
                  <a:pt x="2053" y="413"/>
                  <a:pt x="2053" y="413"/>
                </a:cubicBezTo>
                <a:cubicBezTo>
                  <a:pt x="2053" y="383"/>
                  <a:pt x="2032" y="358"/>
                  <a:pt x="2004" y="352"/>
                </a:cubicBezTo>
                <a:cubicBezTo>
                  <a:pt x="1926" y="337"/>
                  <a:pt x="1926" y="337"/>
                  <a:pt x="1926" y="337"/>
                </a:cubicBezTo>
                <a:cubicBezTo>
                  <a:pt x="1922" y="323"/>
                  <a:pt x="1916" y="310"/>
                  <a:pt x="1910" y="297"/>
                </a:cubicBezTo>
                <a:cubicBezTo>
                  <a:pt x="1954" y="230"/>
                  <a:pt x="1954" y="230"/>
                  <a:pt x="1954" y="230"/>
                </a:cubicBezTo>
                <a:cubicBezTo>
                  <a:pt x="1970" y="206"/>
                  <a:pt x="1966" y="174"/>
                  <a:pt x="1946" y="154"/>
                </a:cubicBezTo>
                <a:cubicBezTo>
                  <a:pt x="1900" y="108"/>
                  <a:pt x="1900" y="108"/>
                  <a:pt x="1900" y="108"/>
                </a:cubicBezTo>
                <a:cubicBezTo>
                  <a:pt x="1880" y="88"/>
                  <a:pt x="1847" y="84"/>
                  <a:pt x="1823" y="100"/>
                </a:cubicBezTo>
                <a:cubicBezTo>
                  <a:pt x="1757" y="144"/>
                  <a:pt x="1757" y="144"/>
                  <a:pt x="1757" y="144"/>
                </a:cubicBezTo>
                <a:cubicBezTo>
                  <a:pt x="1744" y="138"/>
                  <a:pt x="1731" y="132"/>
                  <a:pt x="1717" y="128"/>
                </a:cubicBezTo>
                <a:cubicBezTo>
                  <a:pt x="1702" y="51"/>
                  <a:pt x="1702" y="51"/>
                  <a:pt x="1702" y="51"/>
                </a:cubicBezTo>
                <a:cubicBezTo>
                  <a:pt x="1696" y="22"/>
                  <a:pt x="1671" y="1"/>
                  <a:pt x="1641" y="1"/>
                </a:cubicBezTo>
                <a:cubicBezTo>
                  <a:pt x="1577" y="1"/>
                  <a:pt x="1577" y="1"/>
                  <a:pt x="1577" y="1"/>
                </a:cubicBezTo>
                <a:cubicBezTo>
                  <a:pt x="1548" y="1"/>
                  <a:pt x="1523" y="22"/>
                  <a:pt x="1517" y="50"/>
                </a:cubicBezTo>
                <a:cubicBezTo>
                  <a:pt x="1501" y="128"/>
                  <a:pt x="1501" y="128"/>
                  <a:pt x="1501" y="128"/>
                </a:cubicBezTo>
                <a:cubicBezTo>
                  <a:pt x="1488" y="133"/>
                  <a:pt x="1474" y="138"/>
                  <a:pt x="1462" y="144"/>
                </a:cubicBezTo>
                <a:cubicBezTo>
                  <a:pt x="1395" y="100"/>
                  <a:pt x="1395" y="100"/>
                  <a:pt x="1395" y="100"/>
                </a:cubicBezTo>
                <a:cubicBezTo>
                  <a:pt x="1371" y="84"/>
                  <a:pt x="1339" y="88"/>
                  <a:pt x="1318" y="108"/>
                </a:cubicBezTo>
                <a:cubicBezTo>
                  <a:pt x="1287" y="139"/>
                  <a:pt x="1287" y="139"/>
                  <a:pt x="1287" y="139"/>
                </a:cubicBezTo>
                <a:cubicBezTo>
                  <a:pt x="1283" y="138"/>
                  <a:pt x="1279" y="138"/>
                  <a:pt x="1274" y="138"/>
                </a:cubicBezTo>
                <a:cubicBezTo>
                  <a:pt x="1194" y="138"/>
                  <a:pt x="1194" y="138"/>
                  <a:pt x="1194" y="138"/>
                </a:cubicBezTo>
                <a:cubicBezTo>
                  <a:pt x="1161" y="138"/>
                  <a:pt x="1133" y="160"/>
                  <a:pt x="1127" y="192"/>
                </a:cubicBezTo>
                <a:close/>
                <a:moveTo>
                  <a:pt x="1648" y="326"/>
                </a:moveTo>
                <a:cubicBezTo>
                  <a:pt x="1632" y="310"/>
                  <a:pt x="1632" y="310"/>
                  <a:pt x="1632" y="310"/>
                </a:cubicBezTo>
                <a:cubicBezTo>
                  <a:pt x="1692" y="318"/>
                  <a:pt x="1739" y="364"/>
                  <a:pt x="1748" y="422"/>
                </a:cubicBezTo>
                <a:cubicBezTo>
                  <a:pt x="1758" y="481"/>
                  <a:pt x="1728" y="540"/>
                  <a:pt x="1675" y="566"/>
                </a:cubicBezTo>
                <a:cubicBezTo>
                  <a:pt x="1623" y="556"/>
                  <a:pt x="1623" y="556"/>
                  <a:pt x="1623" y="556"/>
                </a:cubicBezTo>
                <a:cubicBezTo>
                  <a:pt x="1617" y="536"/>
                  <a:pt x="1609" y="517"/>
                  <a:pt x="1599" y="499"/>
                </a:cubicBezTo>
                <a:cubicBezTo>
                  <a:pt x="1657" y="412"/>
                  <a:pt x="1657" y="412"/>
                  <a:pt x="1657" y="412"/>
                </a:cubicBezTo>
                <a:cubicBezTo>
                  <a:pt x="1675" y="385"/>
                  <a:pt x="1671" y="349"/>
                  <a:pt x="1648" y="326"/>
                </a:cubicBezTo>
                <a:close/>
                <a:moveTo>
                  <a:pt x="1363" y="160"/>
                </a:moveTo>
                <a:cubicBezTo>
                  <a:pt x="1441" y="213"/>
                  <a:pt x="1441" y="213"/>
                  <a:pt x="1441" y="213"/>
                </a:cubicBezTo>
                <a:cubicBezTo>
                  <a:pt x="1452" y="220"/>
                  <a:pt x="1466" y="220"/>
                  <a:pt x="1477" y="214"/>
                </a:cubicBezTo>
                <a:cubicBezTo>
                  <a:pt x="1497" y="202"/>
                  <a:pt x="1518" y="193"/>
                  <a:pt x="1540" y="188"/>
                </a:cubicBezTo>
                <a:cubicBezTo>
                  <a:pt x="1552" y="184"/>
                  <a:pt x="1562" y="174"/>
                  <a:pt x="1564" y="161"/>
                </a:cubicBezTo>
                <a:cubicBezTo>
                  <a:pt x="1583" y="69"/>
                  <a:pt x="1583" y="69"/>
                  <a:pt x="1583" y="69"/>
                </a:cubicBezTo>
                <a:cubicBezTo>
                  <a:pt x="1636" y="69"/>
                  <a:pt x="1636" y="69"/>
                  <a:pt x="1636" y="69"/>
                </a:cubicBezTo>
                <a:cubicBezTo>
                  <a:pt x="1654" y="161"/>
                  <a:pt x="1654" y="161"/>
                  <a:pt x="1654" y="161"/>
                </a:cubicBezTo>
                <a:cubicBezTo>
                  <a:pt x="1657" y="174"/>
                  <a:pt x="1666" y="184"/>
                  <a:pt x="1679" y="188"/>
                </a:cubicBezTo>
                <a:cubicBezTo>
                  <a:pt x="1701" y="194"/>
                  <a:pt x="1722" y="202"/>
                  <a:pt x="1741" y="214"/>
                </a:cubicBezTo>
                <a:cubicBezTo>
                  <a:pt x="1753" y="220"/>
                  <a:pt x="1767" y="220"/>
                  <a:pt x="1778" y="213"/>
                </a:cubicBezTo>
                <a:cubicBezTo>
                  <a:pt x="1856" y="160"/>
                  <a:pt x="1856" y="160"/>
                  <a:pt x="1856" y="160"/>
                </a:cubicBezTo>
                <a:cubicBezTo>
                  <a:pt x="1894" y="198"/>
                  <a:pt x="1894" y="198"/>
                  <a:pt x="1894" y="198"/>
                </a:cubicBezTo>
                <a:cubicBezTo>
                  <a:pt x="1841" y="276"/>
                  <a:pt x="1841" y="276"/>
                  <a:pt x="1841" y="276"/>
                </a:cubicBezTo>
                <a:cubicBezTo>
                  <a:pt x="1834" y="287"/>
                  <a:pt x="1834" y="301"/>
                  <a:pt x="1840" y="313"/>
                </a:cubicBezTo>
                <a:cubicBezTo>
                  <a:pt x="1852" y="332"/>
                  <a:pt x="1861" y="353"/>
                  <a:pt x="1866" y="375"/>
                </a:cubicBezTo>
                <a:cubicBezTo>
                  <a:pt x="1870" y="388"/>
                  <a:pt x="1880" y="397"/>
                  <a:pt x="1893" y="400"/>
                </a:cubicBezTo>
                <a:cubicBezTo>
                  <a:pt x="1985" y="418"/>
                  <a:pt x="1985" y="418"/>
                  <a:pt x="1985" y="418"/>
                </a:cubicBezTo>
                <a:cubicBezTo>
                  <a:pt x="1985" y="471"/>
                  <a:pt x="1985" y="471"/>
                  <a:pt x="1985" y="471"/>
                </a:cubicBezTo>
                <a:cubicBezTo>
                  <a:pt x="1893" y="490"/>
                  <a:pt x="1893" y="490"/>
                  <a:pt x="1893" y="490"/>
                </a:cubicBezTo>
                <a:cubicBezTo>
                  <a:pt x="1880" y="492"/>
                  <a:pt x="1870" y="502"/>
                  <a:pt x="1867" y="514"/>
                </a:cubicBezTo>
                <a:cubicBezTo>
                  <a:pt x="1861" y="536"/>
                  <a:pt x="1852" y="557"/>
                  <a:pt x="1841" y="577"/>
                </a:cubicBezTo>
                <a:cubicBezTo>
                  <a:pt x="1834" y="588"/>
                  <a:pt x="1834" y="602"/>
                  <a:pt x="1842" y="613"/>
                </a:cubicBezTo>
                <a:cubicBezTo>
                  <a:pt x="1894" y="691"/>
                  <a:pt x="1894" y="691"/>
                  <a:pt x="1894" y="691"/>
                </a:cubicBezTo>
                <a:cubicBezTo>
                  <a:pt x="1856" y="729"/>
                  <a:pt x="1856" y="729"/>
                  <a:pt x="1856" y="729"/>
                </a:cubicBezTo>
                <a:cubicBezTo>
                  <a:pt x="1780" y="678"/>
                  <a:pt x="1780" y="678"/>
                  <a:pt x="1780" y="678"/>
                </a:cubicBezTo>
                <a:cubicBezTo>
                  <a:pt x="1780" y="643"/>
                  <a:pt x="1780" y="643"/>
                  <a:pt x="1780" y="643"/>
                </a:cubicBezTo>
                <a:cubicBezTo>
                  <a:pt x="1780" y="623"/>
                  <a:pt x="1771" y="604"/>
                  <a:pt x="1756" y="591"/>
                </a:cubicBezTo>
                <a:cubicBezTo>
                  <a:pt x="1816" y="534"/>
                  <a:pt x="1835" y="445"/>
                  <a:pt x="1804" y="368"/>
                </a:cubicBezTo>
                <a:cubicBezTo>
                  <a:pt x="1772" y="290"/>
                  <a:pt x="1697" y="240"/>
                  <a:pt x="1614" y="240"/>
                </a:cubicBezTo>
                <a:cubicBezTo>
                  <a:pt x="1593" y="240"/>
                  <a:pt x="1573" y="243"/>
                  <a:pt x="1553" y="250"/>
                </a:cubicBezTo>
                <a:cubicBezTo>
                  <a:pt x="1536" y="247"/>
                  <a:pt x="1519" y="251"/>
                  <a:pt x="1505" y="260"/>
                </a:cubicBezTo>
                <a:cubicBezTo>
                  <a:pt x="1419" y="318"/>
                  <a:pt x="1419" y="318"/>
                  <a:pt x="1419" y="318"/>
                </a:cubicBezTo>
                <a:cubicBezTo>
                  <a:pt x="1400" y="309"/>
                  <a:pt x="1381" y="301"/>
                  <a:pt x="1362" y="294"/>
                </a:cubicBezTo>
                <a:cubicBezTo>
                  <a:pt x="1341" y="192"/>
                  <a:pt x="1341" y="192"/>
                  <a:pt x="1341" y="192"/>
                </a:cubicBezTo>
                <a:cubicBezTo>
                  <a:pt x="1340" y="190"/>
                  <a:pt x="1340" y="187"/>
                  <a:pt x="1339" y="184"/>
                </a:cubicBezTo>
                <a:lnTo>
                  <a:pt x="1363" y="160"/>
                </a:lnTo>
                <a:close/>
                <a:moveTo>
                  <a:pt x="1169" y="328"/>
                </a:moveTo>
                <a:cubicBezTo>
                  <a:pt x="1194" y="206"/>
                  <a:pt x="1194" y="206"/>
                  <a:pt x="1194" y="206"/>
                </a:cubicBezTo>
                <a:cubicBezTo>
                  <a:pt x="1274" y="206"/>
                  <a:pt x="1274" y="206"/>
                  <a:pt x="1274" y="206"/>
                </a:cubicBezTo>
                <a:cubicBezTo>
                  <a:pt x="1299" y="328"/>
                  <a:pt x="1299" y="328"/>
                  <a:pt x="1299" y="328"/>
                </a:cubicBezTo>
                <a:cubicBezTo>
                  <a:pt x="1301" y="341"/>
                  <a:pt x="1311" y="351"/>
                  <a:pt x="1323" y="354"/>
                </a:cubicBezTo>
                <a:cubicBezTo>
                  <a:pt x="1351" y="362"/>
                  <a:pt x="1378" y="373"/>
                  <a:pt x="1404" y="388"/>
                </a:cubicBezTo>
                <a:cubicBezTo>
                  <a:pt x="1415" y="394"/>
                  <a:pt x="1429" y="394"/>
                  <a:pt x="1440" y="387"/>
                </a:cubicBezTo>
                <a:cubicBezTo>
                  <a:pt x="1543" y="317"/>
                  <a:pt x="1543" y="317"/>
                  <a:pt x="1543" y="317"/>
                </a:cubicBezTo>
                <a:cubicBezTo>
                  <a:pt x="1600" y="374"/>
                  <a:pt x="1600" y="374"/>
                  <a:pt x="1600" y="374"/>
                </a:cubicBezTo>
                <a:cubicBezTo>
                  <a:pt x="1531" y="478"/>
                  <a:pt x="1531" y="478"/>
                  <a:pt x="1531" y="478"/>
                </a:cubicBezTo>
                <a:cubicBezTo>
                  <a:pt x="1524" y="489"/>
                  <a:pt x="1523" y="503"/>
                  <a:pt x="1530" y="514"/>
                </a:cubicBezTo>
                <a:cubicBezTo>
                  <a:pt x="1545" y="539"/>
                  <a:pt x="1556" y="566"/>
                  <a:pt x="1563" y="594"/>
                </a:cubicBezTo>
                <a:cubicBezTo>
                  <a:pt x="1567" y="607"/>
                  <a:pt x="1577" y="616"/>
                  <a:pt x="1590" y="619"/>
                </a:cubicBezTo>
                <a:cubicBezTo>
                  <a:pt x="1712" y="643"/>
                  <a:pt x="1712" y="643"/>
                  <a:pt x="1712" y="643"/>
                </a:cubicBezTo>
                <a:cubicBezTo>
                  <a:pt x="1712" y="724"/>
                  <a:pt x="1712" y="724"/>
                  <a:pt x="1712" y="724"/>
                </a:cubicBezTo>
                <a:cubicBezTo>
                  <a:pt x="1589" y="748"/>
                  <a:pt x="1589" y="748"/>
                  <a:pt x="1589" y="748"/>
                </a:cubicBezTo>
                <a:cubicBezTo>
                  <a:pt x="1577" y="751"/>
                  <a:pt x="1567" y="761"/>
                  <a:pt x="1563" y="773"/>
                </a:cubicBezTo>
                <a:cubicBezTo>
                  <a:pt x="1556" y="801"/>
                  <a:pt x="1544" y="828"/>
                  <a:pt x="1530" y="854"/>
                </a:cubicBezTo>
                <a:cubicBezTo>
                  <a:pt x="1523" y="865"/>
                  <a:pt x="1524" y="879"/>
                  <a:pt x="1531" y="890"/>
                </a:cubicBezTo>
                <a:cubicBezTo>
                  <a:pt x="1600" y="993"/>
                  <a:pt x="1600" y="993"/>
                  <a:pt x="1600" y="993"/>
                </a:cubicBezTo>
                <a:cubicBezTo>
                  <a:pt x="1543" y="1050"/>
                  <a:pt x="1543" y="1050"/>
                  <a:pt x="1543" y="1050"/>
                </a:cubicBezTo>
                <a:cubicBezTo>
                  <a:pt x="1440" y="981"/>
                  <a:pt x="1440" y="981"/>
                  <a:pt x="1440" y="981"/>
                </a:cubicBezTo>
                <a:cubicBezTo>
                  <a:pt x="1429" y="974"/>
                  <a:pt x="1415" y="973"/>
                  <a:pt x="1404" y="980"/>
                </a:cubicBezTo>
                <a:cubicBezTo>
                  <a:pt x="1378" y="994"/>
                  <a:pt x="1351" y="1006"/>
                  <a:pt x="1323" y="1013"/>
                </a:cubicBezTo>
                <a:cubicBezTo>
                  <a:pt x="1311" y="1017"/>
                  <a:pt x="1301" y="1027"/>
                  <a:pt x="1299" y="1039"/>
                </a:cubicBezTo>
                <a:cubicBezTo>
                  <a:pt x="1274" y="1162"/>
                  <a:pt x="1274" y="1162"/>
                  <a:pt x="1274" y="1162"/>
                </a:cubicBezTo>
                <a:cubicBezTo>
                  <a:pt x="1194" y="1162"/>
                  <a:pt x="1194" y="1162"/>
                  <a:pt x="1194" y="1162"/>
                </a:cubicBezTo>
                <a:cubicBezTo>
                  <a:pt x="1169" y="1039"/>
                  <a:pt x="1169" y="1039"/>
                  <a:pt x="1169" y="1039"/>
                </a:cubicBezTo>
                <a:cubicBezTo>
                  <a:pt x="1166" y="1027"/>
                  <a:pt x="1157" y="1017"/>
                  <a:pt x="1144" y="1013"/>
                </a:cubicBezTo>
                <a:cubicBezTo>
                  <a:pt x="1116" y="1006"/>
                  <a:pt x="1089" y="994"/>
                  <a:pt x="1064" y="980"/>
                </a:cubicBezTo>
                <a:cubicBezTo>
                  <a:pt x="1053" y="973"/>
                  <a:pt x="1039" y="974"/>
                  <a:pt x="1028" y="981"/>
                </a:cubicBezTo>
                <a:cubicBezTo>
                  <a:pt x="924" y="1050"/>
                  <a:pt x="924" y="1050"/>
                  <a:pt x="924" y="1050"/>
                </a:cubicBezTo>
                <a:cubicBezTo>
                  <a:pt x="867" y="993"/>
                  <a:pt x="867" y="993"/>
                  <a:pt x="867" y="993"/>
                </a:cubicBezTo>
                <a:cubicBezTo>
                  <a:pt x="937" y="890"/>
                  <a:pt x="937" y="890"/>
                  <a:pt x="937" y="890"/>
                </a:cubicBezTo>
                <a:cubicBezTo>
                  <a:pt x="944" y="879"/>
                  <a:pt x="944" y="865"/>
                  <a:pt x="938" y="854"/>
                </a:cubicBezTo>
                <a:cubicBezTo>
                  <a:pt x="923" y="828"/>
                  <a:pt x="912" y="801"/>
                  <a:pt x="904" y="773"/>
                </a:cubicBezTo>
                <a:cubicBezTo>
                  <a:pt x="901" y="760"/>
                  <a:pt x="891" y="751"/>
                  <a:pt x="878" y="748"/>
                </a:cubicBezTo>
                <a:cubicBezTo>
                  <a:pt x="756" y="724"/>
                  <a:pt x="756" y="724"/>
                  <a:pt x="756" y="724"/>
                </a:cubicBezTo>
                <a:cubicBezTo>
                  <a:pt x="756" y="643"/>
                  <a:pt x="756" y="643"/>
                  <a:pt x="756" y="643"/>
                </a:cubicBezTo>
                <a:cubicBezTo>
                  <a:pt x="878" y="619"/>
                  <a:pt x="878" y="619"/>
                  <a:pt x="878" y="619"/>
                </a:cubicBezTo>
                <a:cubicBezTo>
                  <a:pt x="891" y="616"/>
                  <a:pt x="901" y="607"/>
                  <a:pt x="904" y="594"/>
                </a:cubicBezTo>
                <a:cubicBezTo>
                  <a:pt x="912" y="566"/>
                  <a:pt x="923" y="539"/>
                  <a:pt x="938" y="514"/>
                </a:cubicBezTo>
                <a:cubicBezTo>
                  <a:pt x="944" y="502"/>
                  <a:pt x="944" y="488"/>
                  <a:pt x="937" y="478"/>
                </a:cubicBezTo>
                <a:cubicBezTo>
                  <a:pt x="868" y="374"/>
                  <a:pt x="868" y="374"/>
                  <a:pt x="868" y="374"/>
                </a:cubicBezTo>
                <a:cubicBezTo>
                  <a:pt x="924" y="317"/>
                  <a:pt x="924" y="317"/>
                  <a:pt x="924" y="317"/>
                </a:cubicBezTo>
                <a:cubicBezTo>
                  <a:pt x="1028" y="386"/>
                  <a:pt x="1028" y="386"/>
                  <a:pt x="1028" y="386"/>
                </a:cubicBezTo>
                <a:cubicBezTo>
                  <a:pt x="1039" y="394"/>
                  <a:pt x="1053" y="394"/>
                  <a:pt x="1064" y="388"/>
                </a:cubicBezTo>
                <a:cubicBezTo>
                  <a:pt x="1089" y="373"/>
                  <a:pt x="1116" y="362"/>
                  <a:pt x="1145" y="354"/>
                </a:cubicBezTo>
                <a:cubicBezTo>
                  <a:pt x="1157" y="351"/>
                  <a:pt x="1166" y="341"/>
                  <a:pt x="1169" y="328"/>
                </a:cubicBezTo>
                <a:close/>
                <a:moveTo>
                  <a:pt x="1234" y="923"/>
                </a:moveTo>
                <a:cubicBezTo>
                  <a:pt x="1366" y="923"/>
                  <a:pt x="1473" y="816"/>
                  <a:pt x="1473" y="684"/>
                </a:cubicBezTo>
                <a:cubicBezTo>
                  <a:pt x="1473" y="552"/>
                  <a:pt x="1366" y="445"/>
                  <a:pt x="1234" y="445"/>
                </a:cubicBezTo>
                <a:cubicBezTo>
                  <a:pt x="1102" y="445"/>
                  <a:pt x="995" y="552"/>
                  <a:pt x="995" y="684"/>
                </a:cubicBezTo>
                <a:cubicBezTo>
                  <a:pt x="995" y="816"/>
                  <a:pt x="1102" y="922"/>
                  <a:pt x="1234" y="923"/>
                </a:cubicBezTo>
                <a:close/>
                <a:moveTo>
                  <a:pt x="1234" y="513"/>
                </a:moveTo>
                <a:cubicBezTo>
                  <a:pt x="1328" y="513"/>
                  <a:pt x="1404" y="589"/>
                  <a:pt x="1404" y="684"/>
                </a:cubicBezTo>
                <a:cubicBezTo>
                  <a:pt x="1404" y="778"/>
                  <a:pt x="1328" y="854"/>
                  <a:pt x="1234" y="854"/>
                </a:cubicBezTo>
                <a:cubicBezTo>
                  <a:pt x="1140" y="854"/>
                  <a:pt x="1063" y="778"/>
                  <a:pt x="1063" y="684"/>
                </a:cubicBezTo>
                <a:cubicBezTo>
                  <a:pt x="1063" y="589"/>
                  <a:pt x="1140" y="513"/>
                  <a:pt x="1234" y="513"/>
                </a:cubicBezTo>
                <a:close/>
                <a:moveTo>
                  <a:pt x="1234" y="650"/>
                </a:moveTo>
                <a:cubicBezTo>
                  <a:pt x="1253" y="650"/>
                  <a:pt x="1268" y="665"/>
                  <a:pt x="1268" y="684"/>
                </a:cubicBezTo>
                <a:cubicBezTo>
                  <a:pt x="1268" y="703"/>
                  <a:pt x="1253" y="718"/>
                  <a:pt x="1234" y="718"/>
                </a:cubicBezTo>
                <a:cubicBezTo>
                  <a:pt x="1215" y="718"/>
                  <a:pt x="1200" y="703"/>
                  <a:pt x="1200" y="684"/>
                </a:cubicBezTo>
                <a:cubicBezTo>
                  <a:pt x="1200" y="665"/>
                  <a:pt x="1215" y="650"/>
                  <a:pt x="1234" y="650"/>
                </a:cubicBezTo>
                <a:close/>
                <a:moveTo>
                  <a:pt x="312" y="684"/>
                </a:moveTo>
                <a:cubicBezTo>
                  <a:pt x="331" y="684"/>
                  <a:pt x="346" y="699"/>
                  <a:pt x="346" y="718"/>
                </a:cubicBezTo>
                <a:cubicBezTo>
                  <a:pt x="346" y="737"/>
                  <a:pt x="331" y="752"/>
                  <a:pt x="312" y="752"/>
                </a:cubicBezTo>
                <a:cubicBezTo>
                  <a:pt x="293" y="752"/>
                  <a:pt x="278" y="737"/>
                  <a:pt x="278" y="718"/>
                </a:cubicBezTo>
                <a:cubicBezTo>
                  <a:pt x="278" y="699"/>
                  <a:pt x="293" y="684"/>
                  <a:pt x="312" y="684"/>
                </a:cubicBezTo>
                <a:close/>
              </a:path>
            </a:pathLst>
          </a:custGeom>
          <a:solidFill>
            <a:srgbClr val="2EAE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5" name="Graphic 114">
            <a:extLst>
              <a:ext uri="{FF2B5EF4-FFF2-40B4-BE49-F238E27FC236}">
                <a16:creationId xmlns:a16="http://schemas.microsoft.com/office/drawing/2014/main" id="{80E5DE93-8890-43CB-849C-5106518026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2927" y="4724276"/>
            <a:ext cx="333586" cy="333586"/>
          </a:xfrm>
          <a:prstGeom prst="rect">
            <a:avLst/>
          </a:prstGeom>
        </p:spPr>
      </p:pic>
      <p:grpSp>
        <p:nvGrpSpPr>
          <p:cNvPr id="116" name="Group 84">
            <a:extLst>
              <a:ext uri="{FF2B5EF4-FFF2-40B4-BE49-F238E27FC236}">
                <a16:creationId xmlns:a16="http://schemas.microsoft.com/office/drawing/2014/main" id="{893EC472-FD40-48C3-A48D-372F4FB4FF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07614" y="5752356"/>
            <a:ext cx="200636" cy="254272"/>
            <a:chOff x="1280" y="2430"/>
            <a:chExt cx="303" cy="384"/>
          </a:xfrm>
          <a:solidFill>
            <a:srgbClr val="2EAEE7"/>
          </a:solidFill>
        </p:grpSpPr>
        <p:sp>
          <p:nvSpPr>
            <p:cNvPr id="117" name="Freeform 86">
              <a:extLst>
                <a:ext uri="{FF2B5EF4-FFF2-40B4-BE49-F238E27FC236}">
                  <a16:creationId xmlns:a16="http://schemas.microsoft.com/office/drawing/2014/main" id="{231D7074-3357-4AD6-A3A5-115D8022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571"/>
              <a:ext cx="174" cy="13"/>
            </a:xfrm>
            <a:custGeom>
              <a:avLst/>
              <a:gdLst>
                <a:gd name="T0" fmla="*/ 58 w 1566"/>
                <a:gd name="T1" fmla="*/ 0 h 115"/>
                <a:gd name="T2" fmla="*/ 1508 w 1566"/>
                <a:gd name="T3" fmla="*/ 0 h 115"/>
                <a:gd name="T4" fmla="*/ 1526 w 1566"/>
                <a:gd name="T5" fmla="*/ 3 h 115"/>
                <a:gd name="T6" fmla="*/ 1541 w 1566"/>
                <a:gd name="T7" fmla="*/ 12 h 115"/>
                <a:gd name="T8" fmla="*/ 1554 w 1566"/>
                <a:gd name="T9" fmla="*/ 24 h 115"/>
                <a:gd name="T10" fmla="*/ 1562 w 1566"/>
                <a:gd name="T11" fmla="*/ 40 h 115"/>
                <a:gd name="T12" fmla="*/ 1566 w 1566"/>
                <a:gd name="T13" fmla="*/ 58 h 115"/>
                <a:gd name="T14" fmla="*/ 1562 w 1566"/>
                <a:gd name="T15" fmla="*/ 76 h 115"/>
                <a:gd name="T16" fmla="*/ 1554 w 1566"/>
                <a:gd name="T17" fmla="*/ 91 h 115"/>
                <a:gd name="T18" fmla="*/ 1541 w 1566"/>
                <a:gd name="T19" fmla="*/ 104 h 115"/>
                <a:gd name="T20" fmla="*/ 1526 w 1566"/>
                <a:gd name="T21" fmla="*/ 112 h 115"/>
                <a:gd name="T22" fmla="*/ 1508 w 1566"/>
                <a:gd name="T23" fmla="*/ 115 h 115"/>
                <a:gd name="T24" fmla="*/ 58 w 1566"/>
                <a:gd name="T25" fmla="*/ 115 h 115"/>
                <a:gd name="T26" fmla="*/ 39 w 1566"/>
                <a:gd name="T27" fmla="*/ 112 h 115"/>
                <a:gd name="T28" fmla="*/ 23 w 1566"/>
                <a:gd name="T29" fmla="*/ 104 h 115"/>
                <a:gd name="T30" fmla="*/ 10 w 1566"/>
                <a:gd name="T31" fmla="*/ 91 h 115"/>
                <a:gd name="T32" fmla="*/ 3 w 1566"/>
                <a:gd name="T33" fmla="*/ 76 h 115"/>
                <a:gd name="T34" fmla="*/ 0 w 1566"/>
                <a:gd name="T35" fmla="*/ 58 h 115"/>
                <a:gd name="T36" fmla="*/ 3 w 1566"/>
                <a:gd name="T37" fmla="*/ 40 h 115"/>
                <a:gd name="T38" fmla="*/ 10 w 1566"/>
                <a:gd name="T39" fmla="*/ 24 h 115"/>
                <a:gd name="T40" fmla="*/ 23 w 1566"/>
                <a:gd name="T41" fmla="*/ 12 h 115"/>
                <a:gd name="T42" fmla="*/ 39 w 1566"/>
                <a:gd name="T43" fmla="*/ 3 h 115"/>
                <a:gd name="T44" fmla="*/ 58 w 1566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66" h="115">
                  <a:moveTo>
                    <a:pt x="58" y="0"/>
                  </a:moveTo>
                  <a:lnTo>
                    <a:pt x="1508" y="0"/>
                  </a:lnTo>
                  <a:lnTo>
                    <a:pt x="1526" y="3"/>
                  </a:lnTo>
                  <a:lnTo>
                    <a:pt x="1541" y="12"/>
                  </a:lnTo>
                  <a:lnTo>
                    <a:pt x="1554" y="24"/>
                  </a:lnTo>
                  <a:lnTo>
                    <a:pt x="1562" y="40"/>
                  </a:lnTo>
                  <a:lnTo>
                    <a:pt x="1566" y="58"/>
                  </a:lnTo>
                  <a:lnTo>
                    <a:pt x="1562" y="76"/>
                  </a:lnTo>
                  <a:lnTo>
                    <a:pt x="1554" y="91"/>
                  </a:lnTo>
                  <a:lnTo>
                    <a:pt x="1541" y="104"/>
                  </a:lnTo>
                  <a:lnTo>
                    <a:pt x="1526" y="112"/>
                  </a:lnTo>
                  <a:lnTo>
                    <a:pt x="1508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0" y="91"/>
                  </a:lnTo>
                  <a:lnTo>
                    <a:pt x="3" y="76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0" y="24"/>
                  </a:lnTo>
                  <a:lnTo>
                    <a:pt x="23" y="12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87">
              <a:extLst>
                <a:ext uri="{FF2B5EF4-FFF2-40B4-BE49-F238E27FC236}">
                  <a16:creationId xmlns:a16="http://schemas.microsoft.com/office/drawing/2014/main" id="{11387BAF-3A7D-4EE5-92EC-2693165C4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520"/>
              <a:ext cx="78" cy="12"/>
            </a:xfrm>
            <a:custGeom>
              <a:avLst/>
              <a:gdLst>
                <a:gd name="T0" fmla="*/ 58 w 696"/>
                <a:gd name="T1" fmla="*/ 0 h 116"/>
                <a:gd name="T2" fmla="*/ 638 w 696"/>
                <a:gd name="T3" fmla="*/ 0 h 116"/>
                <a:gd name="T4" fmla="*/ 656 w 696"/>
                <a:gd name="T5" fmla="*/ 4 h 116"/>
                <a:gd name="T6" fmla="*/ 672 w 696"/>
                <a:gd name="T7" fmla="*/ 12 h 116"/>
                <a:gd name="T8" fmla="*/ 684 w 696"/>
                <a:gd name="T9" fmla="*/ 24 h 116"/>
                <a:gd name="T10" fmla="*/ 693 w 696"/>
                <a:gd name="T11" fmla="*/ 40 h 116"/>
                <a:gd name="T12" fmla="*/ 696 w 696"/>
                <a:gd name="T13" fmla="*/ 58 h 116"/>
                <a:gd name="T14" fmla="*/ 693 w 696"/>
                <a:gd name="T15" fmla="*/ 76 h 116"/>
                <a:gd name="T16" fmla="*/ 684 w 696"/>
                <a:gd name="T17" fmla="*/ 92 h 116"/>
                <a:gd name="T18" fmla="*/ 672 w 696"/>
                <a:gd name="T19" fmla="*/ 104 h 116"/>
                <a:gd name="T20" fmla="*/ 656 w 696"/>
                <a:gd name="T21" fmla="*/ 112 h 116"/>
                <a:gd name="T22" fmla="*/ 638 w 696"/>
                <a:gd name="T23" fmla="*/ 116 h 116"/>
                <a:gd name="T24" fmla="*/ 58 w 696"/>
                <a:gd name="T25" fmla="*/ 116 h 116"/>
                <a:gd name="T26" fmla="*/ 39 w 696"/>
                <a:gd name="T27" fmla="*/ 112 h 116"/>
                <a:gd name="T28" fmla="*/ 23 w 696"/>
                <a:gd name="T29" fmla="*/ 104 h 116"/>
                <a:gd name="T30" fmla="*/ 10 w 696"/>
                <a:gd name="T31" fmla="*/ 92 h 116"/>
                <a:gd name="T32" fmla="*/ 3 w 696"/>
                <a:gd name="T33" fmla="*/ 76 h 116"/>
                <a:gd name="T34" fmla="*/ 0 w 696"/>
                <a:gd name="T35" fmla="*/ 58 h 116"/>
                <a:gd name="T36" fmla="*/ 3 w 696"/>
                <a:gd name="T37" fmla="*/ 40 h 116"/>
                <a:gd name="T38" fmla="*/ 10 w 696"/>
                <a:gd name="T39" fmla="*/ 24 h 116"/>
                <a:gd name="T40" fmla="*/ 23 w 696"/>
                <a:gd name="T41" fmla="*/ 12 h 116"/>
                <a:gd name="T42" fmla="*/ 39 w 696"/>
                <a:gd name="T43" fmla="*/ 4 h 116"/>
                <a:gd name="T44" fmla="*/ 58 w 696"/>
                <a:gd name="T4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96" h="116">
                  <a:moveTo>
                    <a:pt x="58" y="0"/>
                  </a:moveTo>
                  <a:lnTo>
                    <a:pt x="638" y="0"/>
                  </a:lnTo>
                  <a:lnTo>
                    <a:pt x="656" y="4"/>
                  </a:lnTo>
                  <a:lnTo>
                    <a:pt x="672" y="12"/>
                  </a:lnTo>
                  <a:lnTo>
                    <a:pt x="684" y="24"/>
                  </a:lnTo>
                  <a:lnTo>
                    <a:pt x="693" y="40"/>
                  </a:lnTo>
                  <a:lnTo>
                    <a:pt x="696" y="58"/>
                  </a:lnTo>
                  <a:lnTo>
                    <a:pt x="693" y="76"/>
                  </a:lnTo>
                  <a:lnTo>
                    <a:pt x="684" y="92"/>
                  </a:lnTo>
                  <a:lnTo>
                    <a:pt x="672" y="104"/>
                  </a:lnTo>
                  <a:lnTo>
                    <a:pt x="656" y="112"/>
                  </a:lnTo>
                  <a:lnTo>
                    <a:pt x="638" y="116"/>
                  </a:lnTo>
                  <a:lnTo>
                    <a:pt x="58" y="116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0" y="92"/>
                  </a:lnTo>
                  <a:lnTo>
                    <a:pt x="3" y="76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0" y="24"/>
                  </a:lnTo>
                  <a:lnTo>
                    <a:pt x="23" y="12"/>
                  </a:lnTo>
                  <a:lnTo>
                    <a:pt x="39" y="4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88">
              <a:extLst>
                <a:ext uri="{FF2B5EF4-FFF2-40B4-BE49-F238E27FC236}">
                  <a16:creationId xmlns:a16="http://schemas.microsoft.com/office/drawing/2014/main" id="{A335599B-41AA-4D7C-A090-D4B7D8A60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622"/>
              <a:ext cx="174" cy="13"/>
            </a:xfrm>
            <a:custGeom>
              <a:avLst/>
              <a:gdLst>
                <a:gd name="T0" fmla="*/ 58 w 1566"/>
                <a:gd name="T1" fmla="*/ 0 h 115"/>
                <a:gd name="T2" fmla="*/ 1508 w 1566"/>
                <a:gd name="T3" fmla="*/ 0 h 115"/>
                <a:gd name="T4" fmla="*/ 1526 w 1566"/>
                <a:gd name="T5" fmla="*/ 3 h 115"/>
                <a:gd name="T6" fmla="*/ 1541 w 1566"/>
                <a:gd name="T7" fmla="*/ 12 h 115"/>
                <a:gd name="T8" fmla="*/ 1554 w 1566"/>
                <a:gd name="T9" fmla="*/ 24 h 115"/>
                <a:gd name="T10" fmla="*/ 1562 w 1566"/>
                <a:gd name="T11" fmla="*/ 40 h 115"/>
                <a:gd name="T12" fmla="*/ 1566 w 1566"/>
                <a:gd name="T13" fmla="*/ 58 h 115"/>
                <a:gd name="T14" fmla="*/ 1562 w 1566"/>
                <a:gd name="T15" fmla="*/ 75 h 115"/>
                <a:gd name="T16" fmla="*/ 1554 w 1566"/>
                <a:gd name="T17" fmla="*/ 92 h 115"/>
                <a:gd name="T18" fmla="*/ 1541 w 1566"/>
                <a:gd name="T19" fmla="*/ 104 h 115"/>
                <a:gd name="T20" fmla="*/ 1526 w 1566"/>
                <a:gd name="T21" fmla="*/ 112 h 115"/>
                <a:gd name="T22" fmla="*/ 1508 w 1566"/>
                <a:gd name="T23" fmla="*/ 115 h 115"/>
                <a:gd name="T24" fmla="*/ 58 w 1566"/>
                <a:gd name="T25" fmla="*/ 115 h 115"/>
                <a:gd name="T26" fmla="*/ 39 w 1566"/>
                <a:gd name="T27" fmla="*/ 112 h 115"/>
                <a:gd name="T28" fmla="*/ 23 w 1566"/>
                <a:gd name="T29" fmla="*/ 104 h 115"/>
                <a:gd name="T30" fmla="*/ 10 w 1566"/>
                <a:gd name="T31" fmla="*/ 92 h 115"/>
                <a:gd name="T32" fmla="*/ 3 w 1566"/>
                <a:gd name="T33" fmla="*/ 75 h 115"/>
                <a:gd name="T34" fmla="*/ 0 w 1566"/>
                <a:gd name="T35" fmla="*/ 58 h 115"/>
                <a:gd name="T36" fmla="*/ 3 w 1566"/>
                <a:gd name="T37" fmla="*/ 40 h 115"/>
                <a:gd name="T38" fmla="*/ 10 w 1566"/>
                <a:gd name="T39" fmla="*/ 24 h 115"/>
                <a:gd name="T40" fmla="*/ 23 w 1566"/>
                <a:gd name="T41" fmla="*/ 12 h 115"/>
                <a:gd name="T42" fmla="*/ 39 w 1566"/>
                <a:gd name="T43" fmla="*/ 3 h 115"/>
                <a:gd name="T44" fmla="*/ 58 w 1566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66" h="115">
                  <a:moveTo>
                    <a:pt x="58" y="0"/>
                  </a:moveTo>
                  <a:lnTo>
                    <a:pt x="1508" y="0"/>
                  </a:lnTo>
                  <a:lnTo>
                    <a:pt x="1526" y="3"/>
                  </a:lnTo>
                  <a:lnTo>
                    <a:pt x="1541" y="12"/>
                  </a:lnTo>
                  <a:lnTo>
                    <a:pt x="1554" y="24"/>
                  </a:lnTo>
                  <a:lnTo>
                    <a:pt x="1562" y="40"/>
                  </a:lnTo>
                  <a:lnTo>
                    <a:pt x="1566" y="58"/>
                  </a:lnTo>
                  <a:lnTo>
                    <a:pt x="1562" y="75"/>
                  </a:lnTo>
                  <a:lnTo>
                    <a:pt x="1554" y="92"/>
                  </a:lnTo>
                  <a:lnTo>
                    <a:pt x="1541" y="104"/>
                  </a:lnTo>
                  <a:lnTo>
                    <a:pt x="1526" y="112"/>
                  </a:lnTo>
                  <a:lnTo>
                    <a:pt x="1508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0" y="92"/>
                  </a:lnTo>
                  <a:lnTo>
                    <a:pt x="3" y="75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0" y="24"/>
                  </a:lnTo>
                  <a:lnTo>
                    <a:pt x="23" y="12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89">
              <a:extLst>
                <a:ext uri="{FF2B5EF4-FFF2-40B4-BE49-F238E27FC236}">
                  <a16:creationId xmlns:a16="http://schemas.microsoft.com/office/drawing/2014/main" id="{9678DB2A-9539-4474-8723-19E111A67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673"/>
              <a:ext cx="174" cy="13"/>
            </a:xfrm>
            <a:custGeom>
              <a:avLst/>
              <a:gdLst>
                <a:gd name="T0" fmla="*/ 58 w 1566"/>
                <a:gd name="T1" fmla="*/ 0 h 115"/>
                <a:gd name="T2" fmla="*/ 1508 w 1566"/>
                <a:gd name="T3" fmla="*/ 0 h 115"/>
                <a:gd name="T4" fmla="*/ 1526 w 1566"/>
                <a:gd name="T5" fmla="*/ 3 h 115"/>
                <a:gd name="T6" fmla="*/ 1541 w 1566"/>
                <a:gd name="T7" fmla="*/ 11 h 115"/>
                <a:gd name="T8" fmla="*/ 1554 w 1566"/>
                <a:gd name="T9" fmla="*/ 23 h 115"/>
                <a:gd name="T10" fmla="*/ 1562 w 1566"/>
                <a:gd name="T11" fmla="*/ 40 h 115"/>
                <a:gd name="T12" fmla="*/ 1566 w 1566"/>
                <a:gd name="T13" fmla="*/ 57 h 115"/>
                <a:gd name="T14" fmla="*/ 1562 w 1566"/>
                <a:gd name="T15" fmla="*/ 75 h 115"/>
                <a:gd name="T16" fmla="*/ 1554 w 1566"/>
                <a:gd name="T17" fmla="*/ 91 h 115"/>
                <a:gd name="T18" fmla="*/ 1541 w 1566"/>
                <a:gd name="T19" fmla="*/ 103 h 115"/>
                <a:gd name="T20" fmla="*/ 1526 w 1566"/>
                <a:gd name="T21" fmla="*/ 112 h 115"/>
                <a:gd name="T22" fmla="*/ 1508 w 1566"/>
                <a:gd name="T23" fmla="*/ 115 h 115"/>
                <a:gd name="T24" fmla="*/ 58 w 1566"/>
                <a:gd name="T25" fmla="*/ 115 h 115"/>
                <a:gd name="T26" fmla="*/ 39 w 1566"/>
                <a:gd name="T27" fmla="*/ 112 h 115"/>
                <a:gd name="T28" fmla="*/ 23 w 1566"/>
                <a:gd name="T29" fmla="*/ 103 h 115"/>
                <a:gd name="T30" fmla="*/ 10 w 1566"/>
                <a:gd name="T31" fmla="*/ 91 h 115"/>
                <a:gd name="T32" fmla="*/ 3 w 1566"/>
                <a:gd name="T33" fmla="*/ 75 h 115"/>
                <a:gd name="T34" fmla="*/ 0 w 1566"/>
                <a:gd name="T35" fmla="*/ 57 h 115"/>
                <a:gd name="T36" fmla="*/ 3 w 1566"/>
                <a:gd name="T37" fmla="*/ 40 h 115"/>
                <a:gd name="T38" fmla="*/ 10 w 1566"/>
                <a:gd name="T39" fmla="*/ 23 h 115"/>
                <a:gd name="T40" fmla="*/ 23 w 1566"/>
                <a:gd name="T41" fmla="*/ 11 h 115"/>
                <a:gd name="T42" fmla="*/ 39 w 1566"/>
                <a:gd name="T43" fmla="*/ 3 h 115"/>
                <a:gd name="T44" fmla="*/ 58 w 1566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66" h="115">
                  <a:moveTo>
                    <a:pt x="58" y="0"/>
                  </a:moveTo>
                  <a:lnTo>
                    <a:pt x="1508" y="0"/>
                  </a:lnTo>
                  <a:lnTo>
                    <a:pt x="1526" y="3"/>
                  </a:lnTo>
                  <a:lnTo>
                    <a:pt x="1541" y="11"/>
                  </a:lnTo>
                  <a:lnTo>
                    <a:pt x="1554" y="23"/>
                  </a:lnTo>
                  <a:lnTo>
                    <a:pt x="1562" y="40"/>
                  </a:lnTo>
                  <a:lnTo>
                    <a:pt x="1566" y="57"/>
                  </a:lnTo>
                  <a:lnTo>
                    <a:pt x="1562" y="75"/>
                  </a:lnTo>
                  <a:lnTo>
                    <a:pt x="1554" y="91"/>
                  </a:lnTo>
                  <a:lnTo>
                    <a:pt x="1541" y="103"/>
                  </a:lnTo>
                  <a:lnTo>
                    <a:pt x="1526" y="112"/>
                  </a:lnTo>
                  <a:lnTo>
                    <a:pt x="1508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3"/>
                  </a:lnTo>
                  <a:lnTo>
                    <a:pt x="10" y="91"/>
                  </a:lnTo>
                  <a:lnTo>
                    <a:pt x="3" y="75"/>
                  </a:lnTo>
                  <a:lnTo>
                    <a:pt x="0" y="57"/>
                  </a:lnTo>
                  <a:lnTo>
                    <a:pt x="3" y="40"/>
                  </a:lnTo>
                  <a:lnTo>
                    <a:pt x="10" y="23"/>
                  </a:lnTo>
                  <a:lnTo>
                    <a:pt x="23" y="11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90">
              <a:extLst>
                <a:ext uri="{FF2B5EF4-FFF2-40B4-BE49-F238E27FC236}">
                  <a16:creationId xmlns:a16="http://schemas.microsoft.com/office/drawing/2014/main" id="{7B8D199B-DD22-4ED1-8697-265065248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724"/>
              <a:ext cx="174" cy="13"/>
            </a:xfrm>
            <a:custGeom>
              <a:avLst/>
              <a:gdLst>
                <a:gd name="T0" fmla="*/ 58 w 1566"/>
                <a:gd name="T1" fmla="*/ 0 h 115"/>
                <a:gd name="T2" fmla="*/ 1508 w 1566"/>
                <a:gd name="T3" fmla="*/ 0 h 115"/>
                <a:gd name="T4" fmla="*/ 1526 w 1566"/>
                <a:gd name="T5" fmla="*/ 3 h 115"/>
                <a:gd name="T6" fmla="*/ 1541 w 1566"/>
                <a:gd name="T7" fmla="*/ 11 h 115"/>
                <a:gd name="T8" fmla="*/ 1554 w 1566"/>
                <a:gd name="T9" fmla="*/ 24 h 115"/>
                <a:gd name="T10" fmla="*/ 1562 w 1566"/>
                <a:gd name="T11" fmla="*/ 39 h 115"/>
                <a:gd name="T12" fmla="*/ 1566 w 1566"/>
                <a:gd name="T13" fmla="*/ 57 h 115"/>
                <a:gd name="T14" fmla="*/ 1562 w 1566"/>
                <a:gd name="T15" fmla="*/ 75 h 115"/>
                <a:gd name="T16" fmla="*/ 1554 w 1566"/>
                <a:gd name="T17" fmla="*/ 91 h 115"/>
                <a:gd name="T18" fmla="*/ 1541 w 1566"/>
                <a:gd name="T19" fmla="*/ 103 h 115"/>
                <a:gd name="T20" fmla="*/ 1526 w 1566"/>
                <a:gd name="T21" fmla="*/ 112 h 115"/>
                <a:gd name="T22" fmla="*/ 1508 w 1566"/>
                <a:gd name="T23" fmla="*/ 115 h 115"/>
                <a:gd name="T24" fmla="*/ 58 w 1566"/>
                <a:gd name="T25" fmla="*/ 115 h 115"/>
                <a:gd name="T26" fmla="*/ 39 w 1566"/>
                <a:gd name="T27" fmla="*/ 112 h 115"/>
                <a:gd name="T28" fmla="*/ 23 w 1566"/>
                <a:gd name="T29" fmla="*/ 103 h 115"/>
                <a:gd name="T30" fmla="*/ 10 w 1566"/>
                <a:gd name="T31" fmla="*/ 91 h 115"/>
                <a:gd name="T32" fmla="*/ 3 w 1566"/>
                <a:gd name="T33" fmla="*/ 75 h 115"/>
                <a:gd name="T34" fmla="*/ 0 w 1566"/>
                <a:gd name="T35" fmla="*/ 57 h 115"/>
                <a:gd name="T36" fmla="*/ 3 w 1566"/>
                <a:gd name="T37" fmla="*/ 39 h 115"/>
                <a:gd name="T38" fmla="*/ 10 w 1566"/>
                <a:gd name="T39" fmla="*/ 24 h 115"/>
                <a:gd name="T40" fmla="*/ 23 w 1566"/>
                <a:gd name="T41" fmla="*/ 11 h 115"/>
                <a:gd name="T42" fmla="*/ 39 w 1566"/>
                <a:gd name="T43" fmla="*/ 3 h 115"/>
                <a:gd name="T44" fmla="*/ 58 w 1566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66" h="115">
                  <a:moveTo>
                    <a:pt x="58" y="0"/>
                  </a:moveTo>
                  <a:lnTo>
                    <a:pt x="1508" y="0"/>
                  </a:lnTo>
                  <a:lnTo>
                    <a:pt x="1526" y="3"/>
                  </a:lnTo>
                  <a:lnTo>
                    <a:pt x="1541" y="11"/>
                  </a:lnTo>
                  <a:lnTo>
                    <a:pt x="1554" y="24"/>
                  </a:lnTo>
                  <a:lnTo>
                    <a:pt x="1562" y="39"/>
                  </a:lnTo>
                  <a:lnTo>
                    <a:pt x="1566" y="57"/>
                  </a:lnTo>
                  <a:lnTo>
                    <a:pt x="1562" y="75"/>
                  </a:lnTo>
                  <a:lnTo>
                    <a:pt x="1554" y="91"/>
                  </a:lnTo>
                  <a:lnTo>
                    <a:pt x="1541" y="103"/>
                  </a:lnTo>
                  <a:lnTo>
                    <a:pt x="1526" y="112"/>
                  </a:lnTo>
                  <a:lnTo>
                    <a:pt x="1508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3"/>
                  </a:lnTo>
                  <a:lnTo>
                    <a:pt x="10" y="91"/>
                  </a:lnTo>
                  <a:lnTo>
                    <a:pt x="3" y="75"/>
                  </a:lnTo>
                  <a:lnTo>
                    <a:pt x="0" y="57"/>
                  </a:lnTo>
                  <a:lnTo>
                    <a:pt x="3" y="39"/>
                  </a:lnTo>
                  <a:lnTo>
                    <a:pt x="10" y="24"/>
                  </a:lnTo>
                  <a:lnTo>
                    <a:pt x="23" y="11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91">
              <a:extLst>
                <a:ext uri="{FF2B5EF4-FFF2-40B4-BE49-F238E27FC236}">
                  <a16:creationId xmlns:a16="http://schemas.microsoft.com/office/drawing/2014/main" id="{FA4B607C-D5CB-458C-9835-75EA1E95D5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0" y="2430"/>
              <a:ext cx="303" cy="384"/>
            </a:xfrm>
            <a:custGeom>
              <a:avLst/>
              <a:gdLst>
                <a:gd name="T0" fmla="*/ 1914 w 2726"/>
                <a:gd name="T1" fmla="*/ 197 h 3456"/>
                <a:gd name="T2" fmla="*/ 1914 w 2726"/>
                <a:gd name="T3" fmla="*/ 806 h 3456"/>
                <a:gd name="T4" fmla="*/ 2527 w 2726"/>
                <a:gd name="T5" fmla="*/ 806 h 3456"/>
                <a:gd name="T6" fmla="*/ 1914 w 2726"/>
                <a:gd name="T7" fmla="*/ 197 h 3456"/>
                <a:gd name="T8" fmla="*/ 116 w 2726"/>
                <a:gd name="T9" fmla="*/ 115 h 3456"/>
                <a:gd name="T10" fmla="*/ 116 w 2726"/>
                <a:gd name="T11" fmla="*/ 3341 h 3456"/>
                <a:gd name="T12" fmla="*/ 2610 w 2726"/>
                <a:gd name="T13" fmla="*/ 3341 h 3456"/>
                <a:gd name="T14" fmla="*/ 2610 w 2726"/>
                <a:gd name="T15" fmla="*/ 922 h 3456"/>
                <a:gd name="T16" fmla="*/ 1798 w 2726"/>
                <a:gd name="T17" fmla="*/ 922 h 3456"/>
                <a:gd name="T18" fmla="*/ 1798 w 2726"/>
                <a:gd name="T19" fmla="*/ 115 h 3456"/>
                <a:gd name="T20" fmla="*/ 116 w 2726"/>
                <a:gd name="T21" fmla="*/ 115 h 3456"/>
                <a:gd name="T22" fmla="*/ 0 w 2726"/>
                <a:gd name="T23" fmla="*/ 0 h 3456"/>
                <a:gd name="T24" fmla="*/ 1879 w 2726"/>
                <a:gd name="T25" fmla="*/ 0 h 3456"/>
                <a:gd name="T26" fmla="*/ 2726 w 2726"/>
                <a:gd name="T27" fmla="*/ 840 h 3456"/>
                <a:gd name="T28" fmla="*/ 2726 w 2726"/>
                <a:gd name="T29" fmla="*/ 3456 h 3456"/>
                <a:gd name="T30" fmla="*/ 0 w 2726"/>
                <a:gd name="T31" fmla="*/ 3456 h 3456"/>
                <a:gd name="T32" fmla="*/ 0 w 2726"/>
                <a:gd name="T33" fmla="*/ 0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26" h="3456">
                  <a:moveTo>
                    <a:pt x="1914" y="197"/>
                  </a:moveTo>
                  <a:lnTo>
                    <a:pt x="1914" y="806"/>
                  </a:lnTo>
                  <a:lnTo>
                    <a:pt x="2527" y="806"/>
                  </a:lnTo>
                  <a:lnTo>
                    <a:pt x="1914" y="197"/>
                  </a:lnTo>
                  <a:close/>
                  <a:moveTo>
                    <a:pt x="116" y="115"/>
                  </a:moveTo>
                  <a:lnTo>
                    <a:pt x="116" y="3341"/>
                  </a:lnTo>
                  <a:lnTo>
                    <a:pt x="2610" y="3341"/>
                  </a:lnTo>
                  <a:lnTo>
                    <a:pt x="2610" y="922"/>
                  </a:lnTo>
                  <a:lnTo>
                    <a:pt x="1798" y="922"/>
                  </a:lnTo>
                  <a:lnTo>
                    <a:pt x="1798" y="115"/>
                  </a:lnTo>
                  <a:lnTo>
                    <a:pt x="116" y="115"/>
                  </a:lnTo>
                  <a:close/>
                  <a:moveTo>
                    <a:pt x="0" y="0"/>
                  </a:moveTo>
                  <a:lnTo>
                    <a:pt x="1879" y="0"/>
                  </a:lnTo>
                  <a:lnTo>
                    <a:pt x="2726" y="840"/>
                  </a:lnTo>
                  <a:lnTo>
                    <a:pt x="2726" y="3456"/>
                  </a:lnTo>
                  <a:lnTo>
                    <a:pt x="0" y="34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0" name="Group 77">
            <a:extLst>
              <a:ext uri="{FF2B5EF4-FFF2-40B4-BE49-F238E27FC236}">
                <a16:creationId xmlns:a16="http://schemas.microsoft.com/office/drawing/2014/main" id="{655755FA-3E75-4C32-B956-2000A327EB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09741" y="817600"/>
            <a:ext cx="214384" cy="268152"/>
            <a:chOff x="1663" y="2160"/>
            <a:chExt cx="307" cy="384"/>
          </a:xfrm>
          <a:solidFill>
            <a:schemeClr val="tx1"/>
          </a:solidFill>
        </p:grpSpPr>
        <p:sp>
          <p:nvSpPr>
            <p:cNvPr id="63" name="Freeform 79">
              <a:extLst>
                <a:ext uri="{FF2B5EF4-FFF2-40B4-BE49-F238E27FC236}">
                  <a16:creationId xmlns:a16="http://schemas.microsoft.com/office/drawing/2014/main" id="{FE03F098-74E6-492D-BBF9-94AF47B091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3" y="2160"/>
              <a:ext cx="307" cy="384"/>
            </a:xfrm>
            <a:custGeom>
              <a:avLst/>
              <a:gdLst>
                <a:gd name="T0" fmla="*/ 1403 w 2765"/>
                <a:gd name="T1" fmla="*/ 1662 h 3456"/>
                <a:gd name="T2" fmla="*/ 1239 w 2765"/>
                <a:gd name="T3" fmla="*/ 1726 h 3456"/>
                <a:gd name="T4" fmla="*/ 1104 w 2765"/>
                <a:gd name="T5" fmla="*/ 1836 h 3456"/>
                <a:gd name="T6" fmla="*/ 1009 w 2765"/>
                <a:gd name="T7" fmla="*/ 1981 h 3456"/>
                <a:gd name="T8" fmla="*/ 961 w 2765"/>
                <a:gd name="T9" fmla="*/ 2153 h 3456"/>
                <a:gd name="T10" fmla="*/ 971 w 2765"/>
                <a:gd name="T11" fmla="*/ 2336 h 3456"/>
                <a:gd name="T12" fmla="*/ 1036 w 2765"/>
                <a:gd name="T13" fmla="*/ 2501 h 3456"/>
                <a:gd name="T14" fmla="*/ 1145 w 2765"/>
                <a:gd name="T15" fmla="*/ 2635 h 3456"/>
                <a:gd name="T16" fmla="*/ 1290 w 2765"/>
                <a:gd name="T17" fmla="*/ 2730 h 3456"/>
                <a:gd name="T18" fmla="*/ 1463 w 2765"/>
                <a:gd name="T19" fmla="*/ 2777 h 3456"/>
                <a:gd name="T20" fmla="*/ 1645 w 2765"/>
                <a:gd name="T21" fmla="*/ 2768 h 3456"/>
                <a:gd name="T22" fmla="*/ 1810 w 2765"/>
                <a:gd name="T23" fmla="*/ 2704 h 3456"/>
                <a:gd name="T24" fmla="*/ 1944 w 2765"/>
                <a:gd name="T25" fmla="*/ 2594 h 3456"/>
                <a:gd name="T26" fmla="*/ 2040 w 2765"/>
                <a:gd name="T27" fmla="*/ 2449 h 3456"/>
                <a:gd name="T28" fmla="*/ 2087 w 2765"/>
                <a:gd name="T29" fmla="*/ 2277 h 3456"/>
                <a:gd name="T30" fmla="*/ 2077 w 2765"/>
                <a:gd name="T31" fmla="*/ 2093 h 3456"/>
                <a:gd name="T32" fmla="*/ 2013 w 2765"/>
                <a:gd name="T33" fmla="*/ 1929 h 3456"/>
                <a:gd name="T34" fmla="*/ 1903 w 2765"/>
                <a:gd name="T35" fmla="*/ 1795 h 3456"/>
                <a:gd name="T36" fmla="*/ 1757 w 2765"/>
                <a:gd name="T37" fmla="*/ 1699 h 3456"/>
                <a:gd name="T38" fmla="*/ 1586 w 2765"/>
                <a:gd name="T39" fmla="*/ 1652 h 3456"/>
                <a:gd name="T40" fmla="*/ 1728 w 2765"/>
                <a:gd name="T41" fmla="*/ 1152 h 3456"/>
                <a:gd name="T42" fmla="*/ 404 w 2765"/>
                <a:gd name="T43" fmla="*/ 403 h 3456"/>
                <a:gd name="T44" fmla="*/ 1963 w 2765"/>
                <a:gd name="T45" fmla="*/ 2735 h 3456"/>
                <a:gd name="T46" fmla="*/ 1816 w 2765"/>
                <a:gd name="T47" fmla="*/ 2830 h 3456"/>
                <a:gd name="T48" fmla="*/ 1646 w 2765"/>
                <a:gd name="T49" fmla="*/ 2885 h 3456"/>
                <a:gd name="T50" fmla="*/ 1459 w 2765"/>
                <a:gd name="T51" fmla="*/ 2894 h 3456"/>
                <a:gd name="T52" fmla="*/ 1274 w 2765"/>
                <a:gd name="T53" fmla="*/ 2849 h 3456"/>
                <a:gd name="T54" fmla="*/ 1112 w 2765"/>
                <a:gd name="T55" fmla="*/ 2757 h 3456"/>
                <a:gd name="T56" fmla="*/ 981 w 2765"/>
                <a:gd name="T57" fmla="*/ 2627 h 3456"/>
                <a:gd name="T58" fmla="*/ 890 w 2765"/>
                <a:gd name="T59" fmla="*/ 2465 h 3456"/>
                <a:gd name="T60" fmla="*/ 846 w 2765"/>
                <a:gd name="T61" fmla="*/ 2280 h 3456"/>
                <a:gd name="T62" fmla="*/ 855 w 2765"/>
                <a:gd name="T63" fmla="*/ 2085 h 3456"/>
                <a:gd name="T64" fmla="*/ 916 w 2765"/>
                <a:gd name="T65" fmla="*/ 1907 h 3456"/>
                <a:gd name="T66" fmla="*/ 1021 w 2765"/>
                <a:gd name="T67" fmla="*/ 1755 h 3456"/>
                <a:gd name="T68" fmla="*/ 1163 w 2765"/>
                <a:gd name="T69" fmla="*/ 1638 h 3456"/>
                <a:gd name="T70" fmla="*/ 1333 w 2765"/>
                <a:gd name="T71" fmla="*/ 1560 h 3456"/>
                <a:gd name="T72" fmla="*/ 1524 w 2765"/>
                <a:gd name="T73" fmla="*/ 1533 h 3456"/>
                <a:gd name="T74" fmla="*/ 1716 w 2765"/>
                <a:gd name="T75" fmla="*/ 1560 h 3456"/>
                <a:gd name="T76" fmla="*/ 1885 w 2765"/>
                <a:gd name="T77" fmla="*/ 1638 h 3456"/>
                <a:gd name="T78" fmla="*/ 2027 w 2765"/>
                <a:gd name="T79" fmla="*/ 1755 h 3456"/>
                <a:gd name="T80" fmla="*/ 2132 w 2765"/>
                <a:gd name="T81" fmla="*/ 1907 h 3456"/>
                <a:gd name="T82" fmla="*/ 2193 w 2765"/>
                <a:gd name="T83" fmla="*/ 2085 h 3456"/>
                <a:gd name="T84" fmla="*/ 2203 w 2765"/>
                <a:gd name="T85" fmla="*/ 2277 h 3456"/>
                <a:gd name="T86" fmla="*/ 2163 w 2765"/>
                <a:gd name="T87" fmla="*/ 2453 h 3456"/>
                <a:gd name="T88" fmla="*/ 2080 w 2765"/>
                <a:gd name="T89" fmla="*/ 2608 h 3456"/>
                <a:gd name="T90" fmla="*/ 2477 w 2765"/>
                <a:gd name="T91" fmla="*/ 1267 h 3456"/>
                <a:gd name="T92" fmla="*/ 404 w 2765"/>
                <a:gd name="T93" fmla="*/ 403 h 3456"/>
                <a:gd name="T94" fmla="*/ 288 w 2765"/>
                <a:gd name="T95" fmla="*/ 2880 h 3456"/>
                <a:gd name="T96" fmla="*/ 2189 w 2765"/>
                <a:gd name="T97" fmla="*/ 782 h 3456"/>
                <a:gd name="T98" fmla="*/ 0 w 2765"/>
                <a:gd name="T99" fmla="*/ 0 h 3456"/>
                <a:gd name="T100" fmla="*/ 2592 w 2765"/>
                <a:gd name="T101" fmla="*/ 1186 h 3456"/>
                <a:gd name="T102" fmla="*/ 2758 w 2765"/>
                <a:gd name="T103" fmla="*/ 3370 h 3456"/>
                <a:gd name="T104" fmla="*/ 2763 w 2765"/>
                <a:gd name="T105" fmla="*/ 3413 h 3456"/>
                <a:gd name="T106" fmla="*/ 2736 w 2765"/>
                <a:gd name="T107" fmla="*/ 3449 h 3456"/>
                <a:gd name="T108" fmla="*/ 2693 w 2765"/>
                <a:gd name="T109" fmla="*/ 3454 h 3456"/>
                <a:gd name="T110" fmla="*/ 2510 w 2765"/>
                <a:gd name="T111" fmla="*/ 3283 h 3456"/>
                <a:gd name="T112" fmla="*/ 0 w 2765"/>
                <a:gd name="T113" fmla="*/ 2995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65" h="3456">
                  <a:moveTo>
                    <a:pt x="1524" y="1648"/>
                  </a:moveTo>
                  <a:lnTo>
                    <a:pt x="1463" y="1652"/>
                  </a:lnTo>
                  <a:lnTo>
                    <a:pt x="1403" y="1662"/>
                  </a:lnTo>
                  <a:lnTo>
                    <a:pt x="1346" y="1678"/>
                  </a:lnTo>
                  <a:lnTo>
                    <a:pt x="1290" y="1699"/>
                  </a:lnTo>
                  <a:lnTo>
                    <a:pt x="1239" y="1726"/>
                  </a:lnTo>
                  <a:lnTo>
                    <a:pt x="1190" y="1758"/>
                  </a:lnTo>
                  <a:lnTo>
                    <a:pt x="1145" y="1795"/>
                  </a:lnTo>
                  <a:lnTo>
                    <a:pt x="1104" y="1836"/>
                  </a:lnTo>
                  <a:lnTo>
                    <a:pt x="1067" y="1881"/>
                  </a:lnTo>
                  <a:lnTo>
                    <a:pt x="1036" y="1929"/>
                  </a:lnTo>
                  <a:lnTo>
                    <a:pt x="1009" y="1981"/>
                  </a:lnTo>
                  <a:lnTo>
                    <a:pt x="987" y="2036"/>
                  </a:lnTo>
                  <a:lnTo>
                    <a:pt x="971" y="2093"/>
                  </a:lnTo>
                  <a:lnTo>
                    <a:pt x="961" y="2153"/>
                  </a:lnTo>
                  <a:lnTo>
                    <a:pt x="958" y="2215"/>
                  </a:lnTo>
                  <a:lnTo>
                    <a:pt x="961" y="2277"/>
                  </a:lnTo>
                  <a:lnTo>
                    <a:pt x="971" y="2336"/>
                  </a:lnTo>
                  <a:lnTo>
                    <a:pt x="987" y="2394"/>
                  </a:lnTo>
                  <a:lnTo>
                    <a:pt x="1009" y="2449"/>
                  </a:lnTo>
                  <a:lnTo>
                    <a:pt x="1036" y="2501"/>
                  </a:lnTo>
                  <a:lnTo>
                    <a:pt x="1067" y="2549"/>
                  </a:lnTo>
                  <a:lnTo>
                    <a:pt x="1104" y="2594"/>
                  </a:lnTo>
                  <a:lnTo>
                    <a:pt x="1145" y="2635"/>
                  </a:lnTo>
                  <a:lnTo>
                    <a:pt x="1190" y="2672"/>
                  </a:lnTo>
                  <a:lnTo>
                    <a:pt x="1239" y="2704"/>
                  </a:lnTo>
                  <a:lnTo>
                    <a:pt x="1290" y="2730"/>
                  </a:lnTo>
                  <a:lnTo>
                    <a:pt x="1346" y="2752"/>
                  </a:lnTo>
                  <a:lnTo>
                    <a:pt x="1403" y="2768"/>
                  </a:lnTo>
                  <a:lnTo>
                    <a:pt x="1463" y="2777"/>
                  </a:lnTo>
                  <a:lnTo>
                    <a:pt x="1524" y="2781"/>
                  </a:lnTo>
                  <a:lnTo>
                    <a:pt x="1586" y="2777"/>
                  </a:lnTo>
                  <a:lnTo>
                    <a:pt x="1645" y="2768"/>
                  </a:lnTo>
                  <a:lnTo>
                    <a:pt x="1703" y="2752"/>
                  </a:lnTo>
                  <a:lnTo>
                    <a:pt x="1757" y="2730"/>
                  </a:lnTo>
                  <a:lnTo>
                    <a:pt x="1810" y="2704"/>
                  </a:lnTo>
                  <a:lnTo>
                    <a:pt x="1858" y="2672"/>
                  </a:lnTo>
                  <a:lnTo>
                    <a:pt x="1903" y="2635"/>
                  </a:lnTo>
                  <a:lnTo>
                    <a:pt x="1944" y="2594"/>
                  </a:lnTo>
                  <a:lnTo>
                    <a:pt x="1981" y="2549"/>
                  </a:lnTo>
                  <a:lnTo>
                    <a:pt x="2013" y="2501"/>
                  </a:lnTo>
                  <a:lnTo>
                    <a:pt x="2040" y="2449"/>
                  </a:lnTo>
                  <a:lnTo>
                    <a:pt x="2061" y="2394"/>
                  </a:lnTo>
                  <a:lnTo>
                    <a:pt x="2077" y="2336"/>
                  </a:lnTo>
                  <a:lnTo>
                    <a:pt x="2087" y="2277"/>
                  </a:lnTo>
                  <a:lnTo>
                    <a:pt x="2091" y="2215"/>
                  </a:lnTo>
                  <a:lnTo>
                    <a:pt x="2087" y="2153"/>
                  </a:lnTo>
                  <a:lnTo>
                    <a:pt x="2077" y="2093"/>
                  </a:lnTo>
                  <a:lnTo>
                    <a:pt x="2061" y="2036"/>
                  </a:lnTo>
                  <a:lnTo>
                    <a:pt x="2040" y="1981"/>
                  </a:lnTo>
                  <a:lnTo>
                    <a:pt x="2013" y="1929"/>
                  </a:lnTo>
                  <a:lnTo>
                    <a:pt x="1981" y="1881"/>
                  </a:lnTo>
                  <a:lnTo>
                    <a:pt x="1944" y="1836"/>
                  </a:lnTo>
                  <a:lnTo>
                    <a:pt x="1903" y="1795"/>
                  </a:lnTo>
                  <a:lnTo>
                    <a:pt x="1858" y="1758"/>
                  </a:lnTo>
                  <a:lnTo>
                    <a:pt x="1810" y="1726"/>
                  </a:lnTo>
                  <a:lnTo>
                    <a:pt x="1757" y="1699"/>
                  </a:lnTo>
                  <a:lnTo>
                    <a:pt x="1703" y="1678"/>
                  </a:lnTo>
                  <a:lnTo>
                    <a:pt x="1645" y="1662"/>
                  </a:lnTo>
                  <a:lnTo>
                    <a:pt x="1586" y="1652"/>
                  </a:lnTo>
                  <a:lnTo>
                    <a:pt x="1524" y="1648"/>
                  </a:lnTo>
                  <a:close/>
                  <a:moveTo>
                    <a:pt x="1728" y="485"/>
                  </a:moveTo>
                  <a:lnTo>
                    <a:pt x="1728" y="1152"/>
                  </a:lnTo>
                  <a:lnTo>
                    <a:pt x="2396" y="1152"/>
                  </a:lnTo>
                  <a:lnTo>
                    <a:pt x="1728" y="485"/>
                  </a:lnTo>
                  <a:close/>
                  <a:moveTo>
                    <a:pt x="404" y="403"/>
                  </a:moveTo>
                  <a:lnTo>
                    <a:pt x="404" y="3168"/>
                  </a:lnTo>
                  <a:lnTo>
                    <a:pt x="2396" y="3168"/>
                  </a:lnTo>
                  <a:lnTo>
                    <a:pt x="1963" y="2735"/>
                  </a:lnTo>
                  <a:lnTo>
                    <a:pt x="1917" y="2771"/>
                  </a:lnTo>
                  <a:lnTo>
                    <a:pt x="1868" y="2803"/>
                  </a:lnTo>
                  <a:lnTo>
                    <a:pt x="1816" y="2830"/>
                  </a:lnTo>
                  <a:lnTo>
                    <a:pt x="1762" y="2854"/>
                  </a:lnTo>
                  <a:lnTo>
                    <a:pt x="1705" y="2872"/>
                  </a:lnTo>
                  <a:lnTo>
                    <a:pt x="1646" y="2885"/>
                  </a:lnTo>
                  <a:lnTo>
                    <a:pt x="1587" y="2894"/>
                  </a:lnTo>
                  <a:lnTo>
                    <a:pt x="1524" y="2897"/>
                  </a:lnTo>
                  <a:lnTo>
                    <a:pt x="1459" y="2894"/>
                  </a:lnTo>
                  <a:lnTo>
                    <a:pt x="1395" y="2884"/>
                  </a:lnTo>
                  <a:lnTo>
                    <a:pt x="1333" y="2870"/>
                  </a:lnTo>
                  <a:lnTo>
                    <a:pt x="1274" y="2849"/>
                  </a:lnTo>
                  <a:lnTo>
                    <a:pt x="1217" y="2823"/>
                  </a:lnTo>
                  <a:lnTo>
                    <a:pt x="1163" y="2792"/>
                  </a:lnTo>
                  <a:lnTo>
                    <a:pt x="1112" y="2757"/>
                  </a:lnTo>
                  <a:lnTo>
                    <a:pt x="1065" y="2718"/>
                  </a:lnTo>
                  <a:lnTo>
                    <a:pt x="1021" y="2675"/>
                  </a:lnTo>
                  <a:lnTo>
                    <a:pt x="981" y="2627"/>
                  </a:lnTo>
                  <a:lnTo>
                    <a:pt x="947" y="2576"/>
                  </a:lnTo>
                  <a:lnTo>
                    <a:pt x="916" y="2522"/>
                  </a:lnTo>
                  <a:lnTo>
                    <a:pt x="890" y="2465"/>
                  </a:lnTo>
                  <a:lnTo>
                    <a:pt x="870" y="2406"/>
                  </a:lnTo>
                  <a:lnTo>
                    <a:pt x="855" y="2344"/>
                  </a:lnTo>
                  <a:lnTo>
                    <a:pt x="846" y="2280"/>
                  </a:lnTo>
                  <a:lnTo>
                    <a:pt x="843" y="2215"/>
                  </a:lnTo>
                  <a:lnTo>
                    <a:pt x="846" y="2149"/>
                  </a:lnTo>
                  <a:lnTo>
                    <a:pt x="855" y="2085"/>
                  </a:lnTo>
                  <a:lnTo>
                    <a:pt x="870" y="2023"/>
                  </a:lnTo>
                  <a:lnTo>
                    <a:pt x="890" y="1965"/>
                  </a:lnTo>
                  <a:lnTo>
                    <a:pt x="916" y="1907"/>
                  </a:lnTo>
                  <a:lnTo>
                    <a:pt x="947" y="1854"/>
                  </a:lnTo>
                  <a:lnTo>
                    <a:pt x="981" y="1802"/>
                  </a:lnTo>
                  <a:lnTo>
                    <a:pt x="1021" y="1755"/>
                  </a:lnTo>
                  <a:lnTo>
                    <a:pt x="1065" y="1712"/>
                  </a:lnTo>
                  <a:lnTo>
                    <a:pt x="1112" y="1672"/>
                  </a:lnTo>
                  <a:lnTo>
                    <a:pt x="1163" y="1638"/>
                  </a:lnTo>
                  <a:lnTo>
                    <a:pt x="1217" y="1607"/>
                  </a:lnTo>
                  <a:lnTo>
                    <a:pt x="1274" y="1581"/>
                  </a:lnTo>
                  <a:lnTo>
                    <a:pt x="1333" y="1560"/>
                  </a:lnTo>
                  <a:lnTo>
                    <a:pt x="1395" y="1546"/>
                  </a:lnTo>
                  <a:lnTo>
                    <a:pt x="1459" y="1536"/>
                  </a:lnTo>
                  <a:lnTo>
                    <a:pt x="1524" y="1533"/>
                  </a:lnTo>
                  <a:lnTo>
                    <a:pt x="1590" y="1536"/>
                  </a:lnTo>
                  <a:lnTo>
                    <a:pt x="1654" y="1546"/>
                  </a:lnTo>
                  <a:lnTo>
                    <a:pt x="1716" y="1560"/>
                  </a:lnTo>
                  <a:lnTo>
                    <a:pt x="1774" y="1581"/>
                  </a:lnTo>
                  <a:lnTo>
                    <a:pt x="1832" y="1607"/>
                  </a:lnTo>
                  <a:lnTo>
                    <a:pt x="1885" y="1638"/>
                  </a:lnTo>
                  <a:lnTo>
                    <a:pt x="1937" y="1672"/>
                  </a:lnTo>
                  <a:lnTo>
                    <a:pt x="1984" y="1712"/>
                  </a:lnTo>
                  <a:lnTo>
                    <a:pt x="2027" y="1755"/>
                  </a:lnTo>
                  <a:lnTo>
                    <a:pt x="2066" y="1802"/>
                  </a:lnTo>
                  <a:lnTo>
                    <a:pt x="2102" y="1854"/>
                  </a:lnTo>
                  <a:lnTo>
                    <a:pt x="2132" y="1907"/>
                  </a:lnTo>
                  <a:lnTo>
                    <a:pt x="2158" y="1965"/>
                  </a:lnTo>
                  <a:lnTo>
                    <a:pt x="2178" y="2023"/>
                  </a:lnTo>
                  <a:lnTo>
                    <a:pt x="2193" y="2085"/>
                  </a:lnTo>
                  <a:lnTo>
                    <a:pt x="2203" y="2149"/>
                  </a:lnTo>
                  <a:lnTo>
                    <a:pt x="2206" y="2215"/>
                  </a:lnTo>
                  <a:lnTo>
                    <a:pt x="2203" y="2277"/>
                  </a:lnTo>
                  <a:lnTo>
                    <a:pt x="2194" y="2338"/>
                  </a:lnTo>
                  <a:lnTo>
                    <a:pt x="2181" y="2396"/>
                  </a:lnTo>
                  <a:lnTo>
                    <a:pt x="2163" y="2453"/>
                  </a:lnTo>
                  <a:lnTo>
                    <a:pt x="2140" y="2507"/>
                  </a:lnTo>
                  <a:lnTo>
                    <a:pt x="2112" y="2558"/>
                  </a:lnTo>
                  <a:lnTo>
                    <a:pt x="2080" y="2608"/>
                  </a:lnTo>
                  <a:lnTo>
                    <a:pt x="2044" y="2654"/>
                  </a:lnTo>
                  <a:lnTo>
                    <a:pt x="2477" y="3086"/>
                  </a:lnTo>
                  <a:lnTo>
                    <a:pt x="2477" y="1267"/>
                  </a:lnTo>
                  <a:lnTo>
                    <a:pt x="1613" y="1267"/>
                  </a:lnTo>
                  <a:lnTo>
                    <a:pt x="1613" y="403"/>
                  </a:lnTo>
                  <a:lnTo>
                    <a:pt x="404" y="403"/>
                  </a:lnTo>
                  <a:close/>
                  <a:moveTo>
                    <a:pt x="116" y="115"/>
                  </a:moveTo>
                  <a:lnTo>
                    <a:pt x="116" y="2880"/>
                  </a:lnTo>
                  <a:lnTo>
                    <a:pt x="288" y="2880"/>
                  </a:lnTo>
                  <a:lnTo>
                    <a:pt x="288" y="288"/>
                  </a:lnTo>
                  <a:lnTo>
                    <a:pt x="1695" y="288"/>
                  </a:lnTo>
                  <a:lnTo>
                    <a:pt x="2189" y="782"/>
                  </a:lnTo>
                  <a:lnTo>
                    <a:pt x="2189" y="115"/>
                  </a:lnTo>
                  <a:lnTo>
                    <a:pt x="116" y="115"/>
                  </a:lnTo>
                  <a:close/>
                  <a:moveTo>
                    <a:pt x="0" y="0"/>
                  </a:moveTo>
                  <a:lnTo>
                    <a:pt x="2304" y="0"/>
                  </a:lnTo>
                  <a:lnTo>
                    <a:pt x="2304" y="898"/>
                  </a:lnTo>
                  <a:lnTo>
                    <a:pt x="2592" y="1186"/>
                  </a:lnTo>
                  <a:lnTo>
                    <a:pt x="2592" y="3202"/>
                  </a:lnTo>
                  <a:lnTo>
                    <a:pt x="2748" y="3358"/>
                  </a:lnTo>
                  <a:lnTo>
                    <a:pt x="2758" y="3370"/>
                  </a:lnTo>
                  <a:lnTo>
                    <a:pt x="2763" y="3384"/>
                  </a:lnTo>
                  <a:lnTo>
                    <a:pt x="2765" y="3398"/>
                  </a:lnTo>
                  <a:lnTo>
                    <a:pt x="2763" y="3413"/>
                  </a:lnTo>
                  <a:lnTo>
                    <a:pt x="2758" y="3427"/>
                  </a:lnTo>
                  <a:lnTo>
                    <a:pt x="2748" y="3439"/>
                  </a:lnTo>
                  <a:lnTo>
                    <a:pt x="2736" y="3449"/>
                  </a:lnTo>
                  <a:lnTo>
                    <a:pt x="2722" y="3454"/>
                  </a:lnTo>
                  <a:lnTo>
                    <a:pt x="2708" y="3456"/>
                  </a:lnTo>
                  <a:lnTo>
                    <a:pt x="2693" y="3454"/>
                  </a:lnTo>
                  <a:lnTo>
                    <a:pt x="2679" y="3449"/>
                  </a:lnTo>
                  <a:lnTo>
                    <a:pt x="2668" y="3439"/>
                  </a:lnTo>
                  <a:lnTo>
                    <a:pt x="2510" y="3283"/>
                  </a:lnTo>
                  <a:lnTo>
                    <a:pt x="288" y="3283"/>
                  </a:lnTo>
                  <a:lnTo>
                    <a:pt x="288" y="2995"/>
                  </a:lnTo>
                  <a:lnTo>
                    <a:pt x="0" y="2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F8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80">
              <a:extLst>
                <a:ext uri="{FF2B5EF4-FFF2-40B4-BE49-F238E27FC236}">
                  <a16:creationId xmlns:a16="http://schemas.microsoft.com/office/drawing/2014/main" id="{55214E70-7293-42AC-B1CE-0C9881D82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2378"/>
              <a:ext cx="51" cy="12"/>
            </a:xfrm>
            <a:custGeom>
              <a:avLst/>
              <a:gdLst>
                <a:gd name="T0" fmla="*/ 58 w 461"/>
                <a:gd name="T1" fmla="*/ 0 h 116"/>
                <a:gd name="T2" fmla="*/ 403 w 461"/>
                <a:gd name="T3" fmla="*/ 0 h 116"/>
                <a:gd name="T4" fmla="*/ 421 w 461"/>
                <a:gd name="T5" fmla="*/ 4 h 116"/>
                <a:gd name="T6" fmla="*/ 437 w 461"/>
                <a:gd name="T7" fmla="*/ 12 h 116"/>
                <a:gd name="T8" fmla="*/ 449 w 461"/>
                <a:gd name="T9" fmla="*/ 24 h 116"/>
                <a:gd name="T10" fmla="*/ 458 w 461"/>
                <a:gd name="T11" fmla="*/ 40 h 116"/>
                <a:gd name="T12" fmla="*/ 461 w 461"/>
                <a:gd name="T13" fmla="*/ 58 h 116"/>
                <a:gd name="T14" fmla="*/ 458 w 461"/>
                <a:gd name="T15" fmla="*/ 76 h 116"/>
                <a:gd name="T16" fmla="*/ 449 w 461"/>
                <a:gd name="T17" fmla="*/ 92 h 116"/>
                <a:gd name="T18" fmla="*/ 437 w 461"/>
                <a:gd name="T19" fmla="*/ 104 h 116"/>
                <a:gd name="T20" fmla="*/ 421 w 461"/>
                <a:gd name="T21" fmla="*/ 112 h 116"/>
                <a:gd name="T22" fmla="*/ 403 w 461"/>
                <a:gd name="T23" fmla="*/ 116 h 116"/>
                <a:gd name="T24" fmla="*/ 58 w 461"/>
                <a:gd name="T25" fmla="*/ 116 h 116"/>
                <a:gd name="T26" fmla="*/ 39 w 461"/>
                <a:gd name="T27" fmla="*/ 112 h 116"/>
                <a:gd name="T28" fmla="*/ 23 w 461"/>
                <a:gd name="T29" fmla="*/ 104 h 116"/>
                <a:gd name="T30" fmla="*/ 11 w 461"/>
                <a:gd name="T31" fmla="*/ 92 h 116"/>
                <a:gd name="T32" fmla="*/ 2 w 461"/>
                <a:gd name="T33" fmla="*/ 76 h 116"/>
                <a:gd name="T34" fmla="*/ 0 w 461"/>
                <a:gd name="T35" fmla="*/ 58 h 116"/>
                <a:gd name="T36" fmla="*/ 2 w 461"/>
                <a:gd name="T37" fmla="*/ 40 h 116"/>
                <a:gd name="T38" fmla="*/ 11 w 461"/>
                <a:gd name="T39" fmla="*/ 24 h 116"/>
                <a:gd name="T40" fmla="*/ 23 w 461"/>
                <a:gd name="T41" fmla="*/ 12 h 116"/>
                <a:gd name="T42" fmla="*/ 39 w 461"/>
                <a:gd name="T43" fmla="*/ 4 h 116"/>
                <a:gd name="T44" fmla="*/ 58 w 461"/>
                <a:gd name="T4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61" h="116">
                  <a:moveTo>
                    <a:pt x="58" y="0"/>
                  </a:moveTo>
                  <a:lnTo>
                    <a:pt x="403" y="0"/>
                  </a:lnTo>
                  <a:lnTo>
                    <a:pt x="421" y="4"/>
                  </a:lnTo>
                  <a:lnTo>
                    <a:pt x="437" y="12"/>
                  </a:lnTo>
                  <a:lnTo>
                    <a:pt x="449" y="24"/>
                  </a:lnTo>
                  <a:lnTo>
                    <a:pt x="458" y="40"/>
                  </a:lnTo>
                  <a:lnTo>
                    <a:pt x="461" y="58"/>
                  </a:lnTo>
                  <a:lnTo>
                    <a:pt x="458" y="76"/>
                  </a:lnTo>
                  <a:lnTo>
                    <a:pt x="449" y="92"/>
                  </a:lnTo>
                  <a:lnTo>
                    <a:pt x="437" y="104"/>
                  </a:lnTo>
                  <a:lnTo>
                    <a:pt x="421" y="112"/>
                  </a:lnTo>
                  <a:lnTo>
                    <a:pt x="403" y="116"/>
                  </a:lnTo>
                  <a:lnTo>
                    <a:pt x="58" y="116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1" y="92"/>
                  </a:lnTo>
                  <a:lnTo>
                    <a:pt x="2" y="76"/>
                  </a:lnTo>
                  <a:lnTo>
                    <a:pt x="0" y="58"/>
                  </a:lnTo>
                  <a:lnTo>
                    <a:pt x="2" y="40"/>
                  </a:lnTo>
                  <a:lnTo>
                    <a:pt x="11" y="24"/>
                  </a:lnTo>
                  <a:lnTo>
                    <a:pt x="23" y="12"/>
                  </a:lnTo>
                  <a:lnTo>
                    <a:pt x="39" y="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A8F8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81">
              <a:extLst>
                <a:ext uri="{FF2B5EF4-FFF2-40B4-BE49-F238E27FC236}">
                  <a16:creationId xmlns:a16="http://schemas.microsoft.com/office/drawing/2014/main" id="{E28795C7-2D5A-4813-95DF-26BBB11CA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2416"/>
              <a:ext cx="89" cy="13"/>
            </a:xfrm>
            <a:custGeom>
              <a:avLst/>
              <a:gdLst>
                <a:gd name="T0" fmla="*/ 58 w 807"/>
                <a:gd name="T1" fmla="*/ 0 h 115"/>
                <a:gd name="T2" fmla="*/ 749 w 807"/>
                <a:gd name="T3" fmla="*/ 0 h 115"/>
                <a:gd name="T4" fmla="*/ 767 w 807"/>
                <a:gd name="T5" fmla="*/ 3 h 115"/>
                <a:gd name="T6" fmla="*/ 782 w 807"/>
                <a:gd name="T7" fmla="*/ 12 h 115"/>
                <a:gd name="T8" fmla="*/ 795 w 807"/>
                <a:gd name="T9" fmla="*/ 24 h 115"/>
                <a:gd name="T10" fmla="*/ 803 w 807"/>
                <a:gd name="T11" fmla="*/ 40 h 115"/>
                <a:gd name="T12" fmla="*/ 807 w 807"/>
                <a:gd name="T13" fmla="*/ 58 h 115"/>
                <a:gd name="T14" fmla="*/ 803 w 807"/>
                <a:gd name="T15" fmla="*/ 75 h 115"/>
                <a:gd name="T16" fmla="*/ 795 w 807"/>
                <a:gd name="T17" fmla="*/ 92 h 115"/>
                <a:gd name="T18" fmla="*/ 782 w 807"/>
                <a:gd name="T19" fmla="*/ 104 h 115"/>
                <a:gd name="T20" fmla="*/ 767 w 807"/>
                <a:gd name="T21" fmla="*/ 112 h 115"/>
                <a:gd name="T22" fmla="*/ 749 w 807"/>
                <a:gd name="T23" fmla="*/ 115 h 115"/>
                <a:gd name="T24" fmla="*/ 58 w 807"/>
                <a:gd name="T25" fmla="*/ 115 h 115"/>
                <a:gd name="T26" fmla="*/ 39 w 807"/>
                <a:gd name="T27" fmla="*/ 112 h 115"/>
                <a:gd name="T28" fmla="*/ 23 w 807"/>
                <a:gd name="T29" fmla="*/ 104 h 115"/>
                <a:gd name="T30" fmla="*/ 11 w 807"/>
                <a:gd name="T31" fmla="*/ 92 h 115"/>
                <a:gd name="T32" fmla="*/ 2 w 807"/>
                <a:gd name="T33" fmla="*/ 75 h 115"/>
                <a:gd name="T34" fmla="*/ 0 w 807"/>
                <a:gd name="T35" fmla="*/ 58 h 115"/>
                <a:gd name="T36" fmla="*/ 2 w 807"/>
                <a:gd name="T37" fmla="*/ 40 h 115"/>
                <a:gd name="T38" fmla="*/ 11 w 807"/>
                <a:gd name="T39" fmla="*/ 24 h 115"/>
                <a:gd name="T40" fmla="*/ 23 w 807"/>
                <a:gd name="T41" fmla="*/ 12 h 115"/>
                <a:gd name="T42" fmla="*/ 39 w 807"/>
                <a:gd name="T43" fmla="*/ 3 h 115"/>
                <a:gd name="T44" fmla="*/ 58 w 807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7" h="115">
                  <a:moveTo>
                    <a:pt x="58" y="0"/>
                  </a:moveTo>
                  <a:lnTo>
                    <a:pt x="749" y="0"/>
                  </a:lnTo>
                  <a:lnTo>
                    <a:pt x="767" y="3"/>
                  </a:lnTo>
                  <a:lnTo>
                    <a:pt x="782" y="12"/>
                  </a:lnTo>
                  <a:lnTo>
                    <a:pt x="795" y="24"/>
                  </a:lnTo>
                  <a:lnTo>
                    <a:pt x="803" y="40"/>
                  </a:lnTo>
                  <a:lnTo>
                    <a:pt x="807" y="58"/>
                  </a:lnTo>
                  <a:lnTo>
                    <a:pt x="803" y="75"/>
                  </a:lnTo>
                  <a:lnTo>
                    <a:pt x="795" y="92"/>
                  </a:lnTo>
                  <a:lnTo>
                    <a:pt x="782" y="104"/>
                  </a:lnTo>
                  <a:lnTo>
                    <a:pt x="767" y="112"/>
                  </a:lnTo>
                  <a:lnTo>
                    <a:pt x="749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1" y="92"/>
                  </a:lnTo>
                  <a:lnTo>
                    <a:pt x="2" y="75"/>
                  </a:lnTo>
                  <a:lnTo>
                    <a:pt x="0" y="58"/>
                  </a:lnTo>
                  <a:lnTo>
                    <a:pt x="2" y="40"/>
                  </a:lnTo>
                  <a:lnTo>
                    <a:pt x="11" y="24"/>
                  </a:lnTo>
                  <a:lnTo>
                    <a:pt x="23" y="12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A8F8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396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ath through a grassy field&#10;&#10;Description automatically generated">
            <a:extLst>
              <a:ext uri="{FF2B5EF4-FFF2-40B4-BE49-F238E27FC236}">
                <a16:creationId xmlns:a16="http://schemas.microsoft.com/office/drawing/2014/main" id="{46DEEF6D-8A83-FBE5-9D05-872269701C6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F9BED6-ED81-F12B-52B1-8753C961CD21}"/>
              </a:ext>
            </a:extLst>
          </p:cNvPr>
          <p:cNvSpPr/>
          <p:nvPr/>
        </p:nvSpPr>
        <p:spPr bwMode="auto">
          <a:xfrm>
            <a:off x="233281" y="208174"/>
            <a:ext cx="11725438" cy="6441653"/>
          </a:xfrm>
          <a:prstGeom prst="roundRect">
            <a:avLst>
              <a:gd name="adj" fmla="val 986"/>
            </a:avLst>
          </a:prstGeom>
          <a:gradFill flip="none" rotWithShape="1">
            <a:gsLst>
              <a:gs pos="20000">
                <a:schemeClr val="bg1">
                  <a:alpha val="32000"/>
                </a:schemeClr>
              </a:gs>
              <a:gs pos="79000">
                <a:srgbClr val="E8F1E0"/>
              </a:gs>
            </a:gsLst>
            <a:lin ang="10800000" scaled="1"/>
            <a:tileRect/>
          </a:gradFill>
          <a:ln w="6350" cmpd="sng">
            <a:noFill/>
          </a:ln>
          <a:effectLst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0303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EF308A-DB00-6E04-F23F-F359A53DE960}"/>
              </a:ext>
            </a:extLst>
          </p:cNvPr>
          <p:cNvGrpSpPr/>
          <p:nvPr/>
        </p:nvGrpSpPr>
        <p:grpSpPr>
          <a:xfrm>
            <a:off x="1335347" y="2833101"/>
            <a:ext cx="9430727" cy="1845167"/>
            <a:chOff x="1335347" y="2833101"/>
            <a:chExt cx="9743331" cy="184516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E6A2A11-6923-A3C5-CD7E-EF1F0DB0B5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35347" y="2833101"/>
              <a:ext cx="9743331" cy="0"/>
            </a:xfrm>
            <a:prstGeom prst="line">
              <a:avLst/>
            </a:prstGeom>
            <a:noFill/>
            <a:ln w="6350" cap="rnd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431BA9F-76EA-7BBD-202D-989A30BBCA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35347" y="4678268"/>
              <a:ext cx="9743331" cy="0"/>
            </a:xfrm>
            <a:prstGeom prst="line">
              <a:avLst/>
            </a:prstGeom>
            <a:noFill/>
            <a:ln w="6350" cap="rnd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6" name="Picture 15" descr="A path through a grassy field&#10;&#10;Description automatically generated" hidden="1">
            <a:extLst>
              <a:ext uri="{FF2B5EF4-FFF2-40B4-BE49-F238E27FC236}">
                <a16:creationId xmlns:a16="http://schemas.microsoft.com/office/drawing/2014/main" id="{F6539376-C303-F705-8B15-C46BF9B852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3" t="4084" r="1913" b="4086"/>
          <a:stretch/>
        </p:blipFill>
        <p:spPr>
          <a:xfrm>
            <a:off x="233280" y="280160"/>
            <a:ext cx="11725439" cy="6297679"/>
          </a:xfrm>
          <a:prstGeom prst="roundRect">
            <a:avLst>
              <a:gd name="adj" fmla="val 1613"/>
            </a:avLst>
          </a:prstGeom>
          <a:effectLst>
            <a:outerShdw blurRad="50800" dist="38100" dir="10800000" algn="r" rotWithShape="0">
              <a:srgbClr val="2D4B55">
                <a:alpha val="34000"/>
              </a:srgb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4B1BD1-F5B4-FEBE-A8E8-032C2EC93FC3}"/>
              </a:ext>
            </a:extLst>
          </p:cNvPr>
          <p:cNvSpPr/>
          <p:nvPr/>
        </p:nvSpPr>
        <p:spPr bwMode="auto">
          <a:xfrm>
            <a:off x="408836" y="348514"/>
            <a:ext cx="2170742" cy="560835"/>
          </a:xfrm>
          <a:prstGeom prst="roundRect">
            <a:avLst>
              <a:gd name="adj" fmla="val 10293"/>
            </a:avLst>
          </a:prstGeom>
          <a:gradFill>
            <a:gsLst>
              <a:gs pos="0">
                <a:srgbClr val="66737C"/>
              </a:gs>
              <a:gs pos="73000">
                <a:srgbClr val="43515C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AGENDA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60EDB1-0C2E-229E-9757-69590CF532EB}"/>
              </a:ext>
            </a:extLst>
          </p:cNvPr>
          <p:cNvGrpSpPr/>
          <p:nvPr/>
        </p:nvGrpSpPr>
        <p:grpSpPr>
          <a:xfrm>
            <a:off x="232706" y="3586571"/>
            <a:ext cx="11725438" cy="323400"/>
            <a:chOff x="232706" y="3586571"/>
            <a:chExt cx="11725438" cy="32340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52FE643-C47A-D8DA-15F9-7A66BAC1823E}"/>
                </a:ext>
              </a:extLst>
            </p:cNvPr>
            <p:cNvSpPr/>
            <p:nvPr/>
          </p:nvSpPr>
          <p:spPr>
            <a:xfrm>
              <a:off x="232706" y="3591256"/>
              <a:ext cx="11725438" cy="311549"/>
            </a:xfrm>
            <a:prstGeom prst="rect">
              <a:avLst/>
            </a:prstGeom>
            <a:solidFill>
              <a:srgbClr val="DFE3E6">
                <a:alpha val="50000"/>
              </a:srgbClr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Arial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64F9EA6-1F90-F798-90A1-65A1882B680F}"/>
                </a:ext>
              </a:extLst>
            </p:cNvPr>
            <p:cNvSpPr txBox="1"/>
            <p:nvPr/>
          </p:nvSpPr>
          <p:spPr>
            <a:xfrm>
              <a:off x="1795311" y="3593142"/>
              <a:ext cx="81304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66737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LUNCH</a:t>
              </a:r>
            </a:p>
          </p:txBody>
        </p:sp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1A0BEA19-BC7F-B968-FA10-B17DE9456EF7}"/>
                </a:ext>
              </a:extLst>
            </p:cNvPr>
            <p:cNvSpPr/>
            <p:nvPr/>
          </p:nvSpPr>
          <p:spPr bwMode="auto">
            <a:xfrm>
              <a:off x="9832229" y="3586571"/>
              <a:ext cx="933845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30 Mins</a:t>
              </a:r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B1CCA20B-5742-42ED-3CF5-E1993DBA44FF}"/>
                </a:ext>
              </a:extLst>
            </p:cNvPr>
            <p:cNvSpPr/>
            <p:nvPr/>
          </p:nvSpPr>
          <p:spPr bwMode="auto">
            <a:xfrm>
              <a:off x="7865537" y="3586571"/>
              <a:ext cx="1646099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12:00 – 12:30 pm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0E18FB-F04F-3B84-FE5D-EF7810024B42}"/>
              </a:ext>
            </a:extLst>
          </p:cNvPr>
          <p:cNvGrpSpPr/>
          <p:nvPr/>
        </p:nvGrpSpPr>
        <p:grpSpPr>
          <a:xfrm>
            <a:off x="1095727" y="1414130"/>
            <a:ext cx="9670347" cy="647924"/>
            <a:chOff x="1095727" y="1414130"/>
            <a:chExt cx="9670347" cy="64792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1CFBE55-98FE-9D43-823E-3034D45FE3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94313" y="1745594"/>
              <a:ext cx="947420" cy="0"/>
            </a:xfrm>
            <a:prstGeom prst="line">
              <a:avLst/>
            </a:prstGeom>
            <a:noFill/>
            <a:ln w="28575" cap="rnd" cmpd="sng" algn="ctr">
              <a:solidFill>
                <a:srgbClr val="17B28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D30CFA-B0FF-1F0E-E103-9F6FBCEC0847}"/>
                </a:ext>
              </a:extLst>
            </p:cNvPr>
            <p:cNvSpPr txBox="1"/>
            <p:nvPr/>
          </p:nvSpPr>
          <p:spPr>
            <a:xfrm>
              <a:off x="1795311" y="1414130"/>
              <a:ext cx="20504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GEP Vision &amp; Culture</a:t>
              </a:r>
              <a:endPara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9927AE-5FE9-5E53-D6F2-5816E7421E82}"/>
                </a:ext>
              </a:extLst>
            </p:cNvPr>
            <p:cNvSpPr txBox="1"/>
            <p:nvPr/>
          </p:nvSpPr>
          <p:spPr>
            <a:xfrm>
              <a:off x="1795311" y="1791031"/>
              <a:ext cx="34804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rgbClr val="20303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About GEP | Our Vision and Strategic Investments </a:t>
              </a:r>
              <a:endPara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20303D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694B21C-6F40-6435-67E6-EE10A8A880B6}"/>
                </a:ext>
              </a:extLst>
            </p:cNvPr>
            <p:cNvCxnSpPr>
              <a:cxnSpLocks/>
              <a:endCxn id="116" idx="3"/>
            </p:cNvCxnSpPr>
            <p:nvPr/>
          </p:nvCxnSpPr>
          <p:spPr bwMode="auto">
            <a:xfrm>
              <a:off x="2292109" y="1745594"/>
              <a:ext cx="8473965" cy="1369"/>
            </a:xfrm>
            <a:prstGeom prst="line">
              <a:avLst/>
            </a:prstGeom>
            <a:noFill/>
            <a:ln w="6350" cap="rnd" cmpd="sng" algn="ctr">
              <a:solidFill>
                <a:srgbClr val="17B28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8341404-3269-7E19-90BD-E25F5C9FED5E}"/>
                </a:ext>
              </a:extLst>
            </p:cNvPr>
            <p:cNvSpPr/>
            <p:nvPr/>
          </p:nvSpPr>
          <p:spPr bwMode="auto">
            <a:xfrm>
              <a:off x="9832229" y="1585263"/>
              <a:ext cx="933845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19050">
              <a:solidFill>
                <a:srgbClr val="33BC98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30 Mins</a:t>
              </a: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96809F1C-9774-5F2F-42A4-3DA85B3B4D57}"/>
                </a:ext>
              </a:extLst>
            </p:cNvPr>
            <p:cNvSpPr/>
            <p:nvPr/>
          </p:nvSpPr>
          <p:spPr bwMode="auto">
            <a:xfrm>
              <a:off x="7865537" y="1585263"/>
              <a:ext cx="1646099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19050">
              <a:solidFill>
                <a:srgbClr val="33BC98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10:00 – 10:30 am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9CD69394-019F-2FF3-DF35-5A8170C38BA7}"/>
                </a:ext>
              </a:extLst>
            </p:cNvPr>
            <p:cNvSpPr/>
            <p:nvPr/>
          </p:nvSpPr>
          <p:spPr bwMode="auto">
            <a:xfrm>
              <a:off x="1095727" y="1434280"/>
              <a:ext cx="627778" cy="627774"/>
            </a:xfrm>
            <a:prstGeom prst="ellipse">
              <a:avLst/>
            </a:prstGeom>
            <a:gradFill>
              <a:gsLst>
                <a:gs pos="0">
                  <a:srgbClr val="D1F3E5"/>
                </a:gs>
                <a:gs pos="100000">
                  <a:srgbClr val="17B28A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7D6D78FA-02CF-9284-F2FF-DF2B7189B677}"/>
                </a:ext>
              </a:extLst>
            </p:cNvPr>
            <p:cNvSpPr/>
            <p:nvPr/>
          </p:nvSpPr>
          <p:spPr bwMode="auto">
            <a:xfrm>
              <a:off x="1144411" y="1482962"/>
              <a:ext cx="530409" cy="530409"/>
            </a:xfrm>
            <a:prstGeom prst="ellipse">
              <a:avLst/>
            </a:prstGeom>
            <a:gradFill>
              <a:gsLst>
                <a:gs pos="0">
                  <a:srgbClr val="D1F3E5"/>
                </a:gs>
                <a:gs pos="73000">
                  <a:srgbClr val="17B28A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81" name="Freeform 177">
              <a:extLst>
                <a:ext uri="{FF2B5EF4-FFF2-40B4-BE49-F238E27FC236}">
                  <a16:creationId xmlns:a16="http://schemas.microsoft.com/office/drawing/2014/main" id="{2430BD85-819A-634F-11A6-17D8196AF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33869" y="1600701"/>
              <a:ext cx="351494" cy="294932"/>
            </a:xfrm>
            <a:custGeom>
              <a:avLst/>
              <a:gdLst>
                <a:gd name="T0" fmla="*/ 127 w 201"/>
                <a:gd name="T1" fmla="*/ 5 h 169"/>
                <a:gd name="T2" fmla="*/ 122 w 201"/>
                <a:gd name="T3" fmla="*/ 0 h 169"/>
                <a:gd name="T4" fmla="*/ 69 w 201"/>
                <a:gd name="T5" fmla="*/ 0 h 169"/>
                <a:gd name="T6" fmla="*/ 64 w 201"/>
                <a:gd name="T7" fmla="*/ 5 h 169"/>
                <a:gd name="T8" fmla="*/ 64 w 201"/>
                <a:gd name="T9" fmla="*/ 37 h 169"/>
                <a:gd name="T10" fmla="*/ 69 w 201"/>
                <a:gd name="T11" fmla="*/ 42 h 169"/>
                <a:gd name="T12" fmla="*/ 117 w 201"/>
                <a:gd name="T13" fmla="*/ 42 h 169"/>
                <a:gd name="T14" fmla="*/ 117 w 201"/>
                <a:gd name="T15" fmla="*/ 56 h 169"/>
                <a:gd name="T16" fmla="*/ 69 w 201"/>
                <a:gd name="T17" fmla="*/ 104 h 169"/>
                <a:gd name="T18" fmla="*/ 57 w 201"/>
                <a:gd name="T19" fmla="*/ 92 h 169"/>
                <a:gd name="T20" fmla="*/ 53 w 201"/>
                <a:gd name="T21" fmla="*/ 90 h 169"/>
                <a:gd name="T22" fmla="*/ 49 w 201"/>
                <a:gd name="T23" fmla="*/ 92 h 169"/>
                <a:gd name="T24" fmla="*/ 2 w 201"/>
                <a:gd name="T25" fmla="*/ 161 h 169"/>
                <a:gd name="T26" fmla="*/ 1 w 201"/>
                <a:gd name="T27" fmla="*/ 166 h 169"/>
                <a:gd name="T28" fmla="*/ 6 w 201"/>
                <a:gd name="T29" fmla="*/ 169 h 169"/>
                <a:gd name="T30" fmla="*/ 196 w 201"/>
                <a:gd name="T31" fmla="*/ 169 h 169"/>
                <a:gd name="T32" fmla="*/ 196 w 201"/>
                <a:gd name="T33" fmla="*/ 169 h 169"/>
                <a:gd name="T34" fmla="*/ 201 w 201"/>
                <a:gd name="T35" fmla="*/ 164 h 169"/>
                <a:gd name="T36" fmla="*/ 200 w 201"/>
                <a:gd name="T37" fmla="*/ 160 h 169"/>
                <a:gd name="T38" fmla="*/ 127 w 201"/>
                <a:gd name="T39" fmla="*/ 57 h 169"/>
                <a:gd name="T40" fmla="*/ 127 w 201"/>
                <a:gd name="T41" fmla="*/ 5 h 169"/>
                <a:gd name="T42" fmla="*/ 74 w 201"/>
                <a:gd name="T43" fmla="*/ 32 h 169"/>
                <a:gd name="T44" fmla="*/ 74 w 201"/>
                <a:gd name="T45" fmla="*/ 10 h 169"/>
                <a:gd name="T46" fmla="*/ 117 w 201"/>
                <a:gd name="T47" fmla="*/ 10 h 169"/>
                <a:gd name="T48" fmla="*/ 117 w 201"/>
                <a:gd name="T49" fmla="*/ 32 h 169"/>
                <a:gd name="T50" fmla="*/ 74 w 201"/>
                <a:gd name="T51" fmla="*/ 32 h 169"/>
                <a:gd name="T52" fmla="*/ 15 w 201"/>
                <a:gd name="T53" fmla="*/ 159 h 169"/>
                <a:gd name="T54" fmla="*/ 54 w 201"/>
                <a:gd name="T55" fmla="*/ 103 h 169"/>
                <a:gd name="T56" fmla="*/ 65 w 201"/>
                <a:gd name="T57" fmla="*/ 115 h 169"/>
                <a:gd name="T58" fmla="*/ 69 w 201"/>
                <a:gd name="T59" fmla="*/ 116 h 169"/>
                <a:gd name="T60" fmla="*/ 73 w 201"/>
                <a:gd name="T61" fmla="*/ 115 h 169"/>
                <a:gd name="T62" fmla="*/ 121 w 201"/>
                <a:gd name="T63" fmla="*/ 66 h 169"/>
                <a:gd name="T64" fmla="*/ 186 w 201"/>
                <a:gd name="T65" fmla="*/ 159 h 169"/>
                <a:gd name="T66" fmla="*/ 15 w 201"/>
                <a:gd name="T67" fmla="*/ 159 h 169"/>
                <a:gd name="T68" fmla="*/ 15 w 201"/>
                <a:gd name="T69" fmla="*/ 159 h 169"/>
                <a:gd name="T70" fmla="*/ 15 w 201"/>
                <a:gd name="T71" fmla="*/ 15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1" h="169">
                  <a:moveTo>
                    <a:pt x="127" y="5"/>
                  </a:moveTo>
                  <a:cubicBezTo>
                    <a:pt x="127" y="3"/>
                    <a:pt x="125" y="0"/>
                    <a:pt x="122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0"/>
                    <a:pt x="64" y="3"/>
                    <a:pt x="64" y="5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4" y="40"/>
                    <a:pt x="66" y="42"/>
                    <a:pt x="69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56"/>
                    <a:pt x="117" y="56"/>
                    <a:pt x="117" y="56"/>
                  </a:cubicBezTo>
                  <a:cubicBezTo>
                    <a:pt x="69" y="104"/>
                    <a:pt x="69" y="104"/>
                    <a:pt x="69" y="10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1"/>
                    <a:pt x="54" y="90"/>
                    <a:pt x="53" y="90"/>
                  </a:cubicBezTo>
                  <a:cubicBezTo>
                    <a:pt x="51" y="90"/>
                    <a:pt x="50" y="91"/>
                    <a:pt x="49" y="92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1" y="162"/>
                    <a:pt x="0" y="164"/>
                    <a:pt x="1" y="166"/>
                  </a:cubicBezTo>
                  <a:cubicBezTo>
                    <a:pt x="2" y="168"/>
                    <a:pt x="4" y="169"/>
                    <a:pt x="6" y="169"/>
                  </a:cubicBezTo>
                  <a:cubicBezTo>
                    <a:pt x="196" y="169"/>
                    <a:pt x="196" y="169"/>
                    <a:pt x="196" y="169"/>
                  </a:cubicBezTo>
                  <a:cubicBezTo>
                    <a:pt x="196" y="169"/>
                    <a:pt x="196" y="169"/>
                    <a:pt x="196" y="169"/>
                  </a:cubicBezTo>
                  <a:cubicBezTo>
                    <a:pt x="198" y="169"/>
                    <a:pt x="201" y="166"/>
                    <a:pt x="201" y="164"/>
                  </a:cubicBezTo>
                  <a:cubicBezTo>
                    <a:pt x="201" y="162"/>
                    <a:pt x="200" y="161"/>
                    <a:pt x="200" y="160"/>
                  </a:cubicBezTo>
                  <a:cubicBezTo>
                    <a:pt x="127" y="57"/>
                    <a:pt x="127" y="57"/>
                    <a:pt x="127" y="57"/>
                  </a:cubicBezTo>
                  <a:lnTo>
                    <a:pt x="127" y="5"/>
                  </a:lnTo>
                  <a:close/>
                  <a:moveTo>
                    <a:pt x="74" y="32"/>
                  </a:moveTo>
                  <a:cubicBezTo>
                    <a:pt x="74" y="10"/>
                    <a:pt x="74" y="10"/>
                    <a:pt x="74" y="10"/>
                  </a:cubicBezTo>
                  <a:cubicBezTo>
                    <a:pt x="117" y="10"/>
                    <a:pt x="117" y="10"/>
                    <a:pt x="117" y="10"/>
                  </a:cubicBezTo>
                  <a:cubicBezTo>
                    <a:pt x="117" y="32"/>
                    <a:pt x="117" y="32"/>
                    <a:pt x="117" y="32"/>
                  </a:cubicBezTo>
                  <a:lnTo>
                    <a:pt x="74" y="32"/>
                  </a:lnTo>
                  <a:close/>
                  <a:moveTo>
                    <a:pt x="15" y="159"/>
                  </a:moveTo>
                  <a:cubicBezTo>
                    <a:pt x="54" y="103"/>
                    <a:pt x="54" y="103"/>
                    <a:pt x="54" y="103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6" y="116"/>
                    <a:pt x="68" y="116"/>
                    <a:pt x="69" y="116"/>
                  </a:cubicBezTo>
                  <a:cubicBezTo>
                    <a:pt x="70" y="116"/>
                    <a:pt x="72" y="116"/>
                    <a:pt x="73" y="115"/>
                  </a:cubicBezTo>
                  <a:cubicBezTo>
                    <a:pt x="121" y="66"/>
                    <a:pt x="121" y="66"/>
                    <a:pt x="121" y="66"/>
                  </a:cubicBezTo>
                  <a:cubicBezTo>
                    <a:pt x="186" y="159"/>
                    <a:pt x="186" y="159"/>
                    <a:pt x="186" y="159"/>
                  </a:cubicBezTo>
                  <a:lnTo>
                    <a:pt x="15" y="159"/>
                  </a:lnTo>
                  <a:close/>
                  <a:moveTo>
                    <a:pt x="15" y="159"/>
                  </a:moveTo>
                  <a:cubicBezTo>
                    <a:pt x="15" y="159"/>
                    <a:pt x="15" y="159"/>
                    <a:pt x="15" y="15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F00CC2-36B0-0CFE-8AEB-88314F00D54D}"/>
              </a:ext>
            </a:extLst>
          </p:cNvPr>
          <p:cNvGrpSpPr/>
          <p:nvPr/>
        </p:nvGrpSpPr>
        <p:grpSpPr>
          <a:xfrm>
            <a:off x="1095727" y="2501637"/>
            <a:ext cx="9670347" cy="645351"/>
            <a:chOff x="1095727" y="2501637"/>
            <a:chExt cx="9670347" cy="64535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9FFC3F-E20E-2F4E-DA8A-E9934FB3F60A}"/>
                </a:ext>
              </a:extLst>
            </p:cNvPr>
            <p:cNvSpPr txBox="1"/>
            <p:nvPr/>
          </p:nvSpPr>
          <p:spPr>
            <a:xfrm>
              <a:off x="1795311" y="2501637"/>
              <a:ext cx="3586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Solution Recap “LEAP” and Deep-Dives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F316AD-F1E1-03E4-81EF-4329071F10B1}"/>
                </a:ext>
              </a:extLst>
            </p:cNvPr>
            <p:cNvSpPr txBox="1"/>
            <p:nvPr/>
          </p:nvSpPr>
          <p:spPr>
            <a:xfrm>
              <a:off x="1795311" y="2878538"/>
              <a:ext cx="29995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1200" cap="none" spc="0" normalizeH="0" baseline="0" noProof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Quick review of Solution and LEAP Elements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A9B2079-FBD6-261C-1B9A-E7E58D7FAB5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94313" y="2833101"/>
              <a:ext cx="947420" cy="0"/>
            </a:xfrm>
            <a:prstGeom prst="line">
              <a:avLst/>
            </a:prstGeom>
            <a:noFill/>
            <a:ln w="28575" cap="rnd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587ABC40-C63A-9919-5214-61F91246E1E6}"/>
                </a:ext>
              </a:extLst>
            </p:cNvPr>
            <p:cNvSpPr/>
            <p:nvPr/>
          </p:nvSpPr>
          <p:spPr bwMode="auto">
            <a:xfrm>
              <a:off x="9832229" y="2673570"/>
              <a:ext cx="933845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240 Mins</a:t>
              </a:r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5A60F8CF-84CA-681D-0643-85117A09A768}"/>
                </a:ext>
              </a:extLst>
            </p:cNvPr>
            <p:cNvSpPr/>
            <p:nvPr/>
          </p:nvSpPr>
          <p:spPr bwMode="auto">
            <a:xfrm>
              <a:off x="7865537" y="2662842"/>
              <a:ext cx="1646099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10:30 – 2:30 am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3A5A75C-2238-1184-C0E3-BE23DF4757FE}"/>
                </a:ext>
              </a:extLst>
            </p:cNvPr>
            <p:cNvSpPr/>
            <p:nvPr/>
          </p:nvSpPr>
          <p:spPr bwMode="auto">
            <a:xfrm>
              <a:off x="1095727" y="2519214"/>
              <a:ext cx="627778" cy="627774"/>
            </a:xfrm>
            <a:prstGeom prst="ellipse">
              <a:avLst/>
            </a:prstGeom>
            <a:gradFill>
              <a:gsLst>
                <a:gs pos="0">
                  <a:srgbClr val="DFE3E6"/>
                </a:gs>
                <a:gs pos="100000">
                  <a:srgbClr val="A2ABB0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8102CC19-BBCC-C4D5-6261-2176FFE872E1}"/>
                </a:ext>
              </a:extLst>
            </p:cNvPr>
            <p:cNvSpPr/>
            <p:nvPr/>
          </p:nvSpPr>
          <p:spPr bwMode="auto">
            <a:xfrm>
              <a:off x="1144411" y="2567896"/>
              <a:ext cx="530409" cy="530409"/>
            </a:xfrm>
            <a:prstGeom prst="ellipse">
              <a:avLst/>
            </a:prstGeom>
            <a:gradFill>
              <a:gsLst>
                <a:gs pos="0">
                  <a:srgbClr val="DFE3E6"/>
                </a:gs>
                <a:gs pos="73000">
                  <a:srgbClr val="A2ABB0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82" name="Freeform 13">
              <a:extLst>
                <a:ext uri="{FF2B5EF4-FFF2-40B4-BE49-F238E27FC236}">
                  <a16:creationId xmlns:a16="http://schemas.microsoft.com/office/drawing/2014/main" id="{B62F5B8E-6825-D6E5-331E-CB5C6792B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2250" y="2646569"/>
              <a:ext cx="314733" cy="373064"/>
            </a:xfrm>
            <a:custGeom>
              <a:avLst/>
              <a:gdLst>
                <a:gd name="T0" fmla="*/ 1109 w 1720"/>
                <a:gd name="T1" fmla="*/ 340 h 2048"/>
                <a:gd name="T2" fmla="*/ 985 w 1720"/>
                <a:gd name="T3" fmla="*/ 216 h 2048"/>
                <a:gd name="T4" fmla="*/ 859 w 1720"/>
                <a:gd name="T5" fmla="*/ 0 h 2048"/>
                <a:gd name="T6" fmla="*/ 736 w 1720"/>
                <a:gd name="T7" fmla="*/ 216 h 2048"/>
                <a:gd name="T8" fmla="*/ 612 w 1720"/>
                <a:gd name="T9" fmla="*/ 340 h 2048"/>
                <a:gd name="T10" fmla="*/ 285 w 1720"/>
                <a:gd name="T11" fmla="*/ 1188 h 2048"/>
                <a:gd name="T12" fmla="*/ 861 w 1720"/>
                <a:gd name="T13" fmla="*/ 1763 h 2048"/>
                <a:gd name="T14" fmla="*/ 1176 w 1720"/>
                <a:gd name="T15" fmla="*/ 706 h 2048"/>
                <a:gd name="T16" fmla="*/ 951 w 1720"/>
                <a:gd name="T17" fmla="*/ 296 h 2048"/>
                <a:gd name="T18" fmla="*/ 860 w 1720"/>
                <a:gd name="T19" fmla="*/ 416 h 2048"/>
                <a:gd name="T20" fmla="*/ 1029 w 1720"/>
                <a:gd name="T21" fmla="*/ 496 h 2048"/>
                <a:gd name="T22" fmla="*/ 692 w 1720"/>
                <a:gd name="T23" fmla="*/ 373 h 2048"/>
                <a:gd name="T24" fmla="*/ 510 w 1720"/>
                <a:gd name="T25" fmla="*/ 1538 h 2048"/>
                <a:gd name="T26" fmla="*/ 683 w 1720"/>
                <a:gd name="T27" fmla="*/ 652 h 2048"/>
                <a:gd name="T28" fmla="*/ 704 w 1720"/>
                <a:gd name="T29" fmla="*/ 980 h 2048"/>
                <a:gd name="T30" fmla="*/ 704 w 1720"/>
                <a:gd name="T31" fmla="*/ 1196 h 2048"/>
                <a:gd name="T32" fmla="*/ 905 w 1720"/>
                <a:gd name="T33" fmla="*/ 1060 h 2048"/>
                <a:gd name="T34" fmla="*/ 1017 w 1720"/>
                <a:gd name="T35" fmla="*/ 1196 h 2048"/>
                <a:gd name="T36" fmla="*/ 1017 w 1720"/>
                <a:gd name="T37" fmla="*/ 980 h 2048"/>
                <a:gd name="T38" fmla="*/ 945 w 1720"/>
                <a:gd name="T39" fmla="*/ 892 h 2048"/>
                <a:gd name="T40" fmla="*/ 809 w 1720"/>
                <a:gd name="T41" fmla="*/ 980 h 2048"/>
                <a:gd name="T42" fmla="*/ 1132 w 1720"/>
                <a:gd name="T43" fmla="*/ 773 h 2048"/>
                <a:gd name="T44" fmla="*/ 729 w 1720"/>
                <a:gd name="T45" fmla="*/ 1060 h 2048"/>
                <a:gd name="T46" fmla="*/ 678 w 1720"/>
                <a:gd name="T47" fmla="*/ 1091 h 2048"/>
                <a:gd name="T48" fmla="*/ 729 w 1720"/>
                <a:gd name="T49" fmla="*/ 1060 h 2048"/>
                <a:gd name="T50" fmla="*/ 1017 w 1720"/>
                <a:gd name="T51" fmla="*/ 1060 h 2048"/>
                <a:gd name="T52" fmla="*/ 1017 w 1720"/>
                <a:gd name="T53" fmla="*/ 1116 h 2048"/>
                <a:gd name="T54" fmla="*/ 860 w 1720"/>
                <a:gd name="T55" fmla="*/ 1826 h 2048"/>
                <a:gd name="T56" fmla="*/ 860 w 1720"/>
                <a:gd name="T57" fmla="*/ 2048 h 2048"/>
                <a:gd name="T58" fmla="*/ 860 w 1720"/>
                <a:gd name="T59" fmla="*/ 1826 h 2048"/>
                <a:gd name="T60" fmla="*/ 1498 w 1720"/>
                <a:gd name="T61" fmla="*/ 1187 h 2048"/>
                <a:gd name="T62" fmla="*/ 1720 w 1720"/>
                <a:gd name="T63" fmla="*/ 1187 h 2048"/>
                <a:gd name="T64" fmla="*/ 40 w 1720"/>
                <a:gd name="T65" fmla="*/ 1148 h 2048"/>
                <a:gd name="T66" fmla="*/ 182 w 1720"/>
                <a:gd name="T67" fmla="*/ 1228 h 2048"/>
                <a:gd name="T68" fmla="*/ 1339 w 1720"/>
                <a:gd name="T69" fmla="*/ 748 h 2048"/>
                <a:gd name="T70" fmla="*/ 1468 w 1720"/>
                <a:gd name="T71" fmla="*/ 579 h 2048"/>
                <a:gd name="T72" fmla="*/ 1311 w 1720"/>
                <a:gd name="T73" fmla="*/ 736 h 2048"/>
                <a:gd name="T74" fmla="*/ 252 w 1720"/>
                <a:gd name="T75" fmla="*/ 1740 h 2048"/>
                <a:gd name="T76" fmla="*/ 309 w 1720"/>
                <a:gd name="T77" fmla="*/ 1796 h 2048"/>
                <a:gd name="T78" fmla="*/ 353 w 1720"/>
                <a:gd name="T79" fmla="*/ 1639 h 2048"/>
                <a:gd name="T80" fmla="*/ 1311 w 1720"/>
                <a:gd name="T81" fmla="*/ 1695 h 2048"/>
                <a:gd name="T82" fmla="*/ 1469 w 1720"/>
                <a:gd name="T83" fmla="*/ 1796 h 2048"/>
                <a:gd name="T84" fmla="*/ 352 w 1720"/>
                <a:gd name="T85" fmla="*/ 737 h 2048"/>
                <a:gd name="T86" fmla="*/ 409 w 1720"/>
                <a:gd name="T87" fmla="*/ 680 h 2048"/>
                <a:gd name="T88" fmla="*/ 251 w 1720"/>
                <a:gd name="T89" fmla="*/ 636 h 2048"/>
                <a:gd name="T90" fmla="*/ 1169 w 1720"/>
                <a:gd name="T91" fmla="*/ 1188 h 2048"/>
                <a:gd name="T92" fmla="*/ 1016 w 1720"/>
                <a:gd name="T93" fmla="*/ 1540 h 2048"/>
                <a:gd name="T94" fmla="*/ 1209 w 1720"/>
                <a:gd name="T95" fmla="*/ 1148 h 2048"/>
                <a:gd name="T96" fmla="*/ 905 w 1720"/>
                <a:gd name="T97" fmla="*/ 772 h 2048"/>
                <a:gd name="T98" fmla="*/ 973 w 1720"/>
                <a:gd name="T99" fmla="*/ 800 h 2048"/>
                <a:gd name="T100" fmla="*/ 945 w 1720"/>
                <a:gd name="T101" fmla="*/ 732 h 2048"/>
                <a:gd name="T102" fmla="*/ 821 w 1720"/>
                <a:gd name="T103" fmla="*/ 1536 h 2048"/>
                <a:gd name="T104" fmla="*/ 889 w 1720"/>
                <a:gd name="T105" fmla="*/ 1564 h 2048"/>
                <a:gd name="T106" fmla="*/ 861 w 1720"/>
                <a:gd name="T107" fmla="*/ 1496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20" h="2048">
                  <a:moveTo>
                    <a:pt x="1176" y="706"/>
                  </a:moveTo>
                  <a:cubicBezTo>
                    <a:pt x="1141" y="684"/>
                    <a:pt x="1117" y="648"/>
                    <a:pt x="1109" y="608"/>
                  </a:cubicBezTo>
                  <a:cubicBezTo>
                    <a:pt x="1109" y="340"/>
                    <a:pt x="1109" y="340"/>
                    <a:pt x="1109" y="340"/>
                  </a:cubicBezTo>
                  <a:cubicBezTo>
                    <a:pt x="1109" y="318"/>
                    <a:pt x="1091" y="300"/>
                    <a:pt x="1069" y="300"/>
                  </a:cubicBezTo>
                  <a:cubicBezTo>
                    <a:pt x="1045" y="300"/>
                    <a:pt x="1025" y="280"/>
                    <a:pt x="1025" y="256"/>
                  </a:cubicBezTo>
                  <a:cubicBezTo>
                    <a:pt x="1025" y="234"/>
                    <a:pt x="1007" y="216"/>
                    <a:pt x="985" y="216"/>
                  </a:cubicBezTo>
                  <a:cubicBezTo>
                    <a:pt x="899" y="216"/>
                    <a:pt x="899" y="216"/>
                    <a:pt x="899" y="216"/>
                  </a:cubicBezTo>
                  <a:cubicBezTo>
                    <a:pt x="899" y="40"/>
                    <a:pt x="899" y="40"/>
                    <a:pt x="899" y="40"/>
                  </a:cubicBezTo>
                  <a:cubicBezTo>
                    <a:pt x="899" y="18"/>
                    <a:pt x="882" y="0"/>
                    <a:pt x="859" y="0"/>
                  </a:cubicBezTo>
                  <a:cubicBezTo>
                    <a:pt x="837" y="0"/>
                    <a:pt x="819" y="18"/>
                    <a:pt x="819" y="40"/>
                  </a:cubicBezTo>
                  <a:cubicBezTo>
                    <a:pt x="819" y="216"/>
                    <a:pt x="819" y="216"/>
                    <a:pt x="819" y="216"/>
                  </a:cubicBezTo>
                  <a:cubicBezTo>
                    <a:pt x="736" y="216"/>
                    <a:pt x="736" y="216"/>
                    <a:pt x="736" y="216"/>
                  </a:cubicBezTo>
                  <a:cubicBezTo>
                    <a:pt x="714" y="216"/>
                    <a:pt x="696" y="234"/>
                    <a:pt x="696" y="256"/>
                  </a:cubicBezTo>
                  <a:cubicBezTo>
                    <a:pt x="696" y="280"/>
                    <a:pt x="676" y="300"/>
                    <a:pt x="652" y="300"/>
                  </a:cubicBezTo>
                  <a:cubicBezTo>
                    <a:pt x="630" y="300"/>
                    <a:pt x="612" y="318"/>
                    <a:pt x="612" y="340"/>
                  </a:cubicBezTo>
                  <a:cubicBezTo>
                    <a:pt x="612" y="608"/>
                    <a:pt x="612" y="608"/>
                    <a:pt x="612" y="608"/>
                  </a:cubicBezTo>
                  <a:cubicBezTo>
                    <a:pt x="604" y="648"/>
                    <a:pt x="580" y="684"/>
                    <a:pt x="546" y="706"/>
                  </a:cubicBezTo>
                  <a:cubicBezTo>
                    <a:pt x="383" y="812"/>
                    <a:pt x="285" y="993"/>
                    <a:pt x="285" y="1188"/>
                  </a:cubicBezTo>
                  <a:cubicBezTo>
                    <a:pt x="285" y="1341"/>
                    <a:pt x="345" y="1486"/>
                    <a:pt x="454" y="1595"/>
                  </a:cubicBezTo>
                  <a:cubicBezTo>
                    <a:pt x="562" y="1703"/>
                    <a:pt x="707" y="1763"/>
                    <a:pt x="860" y="1763"/>
                  </a:cubicBezTo>
                  <a:cubicBezTo>
                    <a:pt x="860" y="1763"/>
                    <a:pt x="861" y="1763"/>
                    <a:pt x="861" y="1763"/>
                  </a:cubicBezTo>
                  <a:cubicBezTo>
                    <a:pt x="1014" y="1763"/>
                    <a:pt x="1159" y="1703"/>
                    <a:pt x="1268" y="1595"/>
                  </a:cubicBezTo>
                  <a:cubicBezTo>
                    <a:pt x="1376" y="1486"/>
                    <a:pt x="1436" y="1342"/>
                    <a:pt x="1436" y="1188"/>
                  </a:cubicBezTo>
                  <a:cubicBezTo>
                    <a:pt x="1436" y="993"/>
                    <a:pt x="1339" y="813"/>
                    <a:pt x="1176" y="706"/>
                  </a:cubicBezTo>
                  <a:close/>
                  <a:moveTo>
                    <a:pt x="692" y="373"/>
                  </a:moveTo>
                  <a:cubicBezTo>
                    <a:pt x="728" y="361"/>
                    <a:pt x="757" y="332"/>
                    <a:pt x="769" y="296"/>
                  </a:cubicBezTo>
                  <a:cubicBezTo>
                    <a:pt x="951" y="296"/>
                    <a:pt x="951" y="296"/>
                    <a:pt x="951" y="296"/>
                  </a:cubicBezTo>
                  <a:cubicBezTo>
                    <a:pt x="964" y="332"/>
                    <a:pt x="993" y="361"/>
                    <a:pt x="1029" y="373"/>
                  </a:cubicBezTo>
                  <a:cubicBezTo>
                    <a:pt x="1029" y="416"/>
                    <a:pt x="1029" y="416"/>
                    <a:pt x="1029" y="416"/>
                  </a:cubicBezTo>
                  <a:cubicBezTo>
                    <a:pt x="860" y="416"/>
                    <a:pt x="860" y="416"/>
                    <a:pt x="860" y="416"/>
                  </a:cubicBezTo>
                  <a:cubicBezTo>
                    <a:pt x="838" y="416"/>
                    <a:pt x="820" y="434"/>
                    <a:pt x="820" y="456"/>
                  </a:cubicBezTo>
                  <a:cubicBezTo>
                    <a:pt x="820" y="478"/>
                    <a:pt x="838" y="496"/>
                    <a:pt x="860" y="496"/>
                  </a:cubicBezTo>
                  <a:cubicBezTo>
                    <a:pt x="1029" y="496"/>
                    <a:pt x="1029" y="496"/>
                    <a:pt x="1029" y="496"/>
                  </a:cubicBezTo>
                  <a:cubicBezTo>
                    <a:pt x="1029" y="572"/>
                    <a:pt x="1029" y="572"/>
                    <a:pt x="1029" y="572"/>
                  </a:cubicBezTo>
                  <a:cubicBezTo>
                    <a:pt x="692" y="572"/>
                    <a:pt x="692" y="572"/>
                    <a:pt x="692" y="572"/>
                  </a:cubicBezTo>
                  <a:cubicBezTo>
                    <a:pt x="692" y="373"/>
                    <a:pt x="692" y="373"/>
                    <a:pt x="692" y="373"/>
                  </a:cubicBezTo>
                  <a:close/>
                  <a:moveTo>
                    <a:pt x="861" y="1683"/>
                  </a:moveTo>
                  <a:cubicBezTo>
                    <a:pt x="861" y="1683"/>
                    <a:pt x="860" y="1683"/>
                    <a:pt x="860" y="1683"/>
                  </a:cubicBezTo>
                  <a:cubicBezTo>
                    <a:pt x="728" y="1683"/>
                    <a:pt x="604" y="1632"/>
                    <a:pt x="510" y="1538"/>
                  </a:cubicBezTo>
                  <a:cubicBezTo>
                    <a:pt x="417" y="1444"/>
                    <a:pt x="365" y="1320"/>
                    <a:pt x="365" y="1188"/>
                  </a:cubicBezTo>
                  <a:cubicBezTo>
                    <a:pt x="365" y="1020"/>
                    <a:pt x="449" y="865"/>
                    <a:pt x="590" y="773"/>
                  </a:cubicBezTo>
                  <a:cubicBezTo>
                    <a:pt x="633" y="744"/>
                    <a:pt x="666" y="701"/>
                    <a:pt x="683" y="652"/>
                  </a:cubicBezTo>
                  <a:cubicBezTo>
                    <a:pt x="729" y="652"/>
                    <a:pt x="729" y="652"/>
                    <a:pt x="729" y="652"/>
                  </a:cubicBezTo>
                  <a:cubicBezTo>
                    <a:pt x="729" y="980"/>
                    <a:pt x="729" y="980"/>
                    <a:pt x="729" y="980"/>
                  </a:cubicBezTo>
                  <a:cubicBezTo>
                    <a:pt x="704" y="980"/>
                    <a:pt x="704" y="980"/>
                    <a:pt x="704" y="980"/>
                  </a:cubicBezTo>
                  <a:cubicBezTo>
                    <a:pt x="646" y="980"/>
                    <a:pt x="598" y="1027"/>
                    <a:pt x="598" y="1085"/>
                  </a:cubicBezTo>
                  <a:cubicBezTo>
                    <a:pt x="598" y="1091"/>
                    <a:pt x="598" y="1091"/>
                    <a:pt x="598" y="1091"/>
                  </a:cubicBezTo>
                  <a:cubicBezTo>
                    <a:pt x="598" y="1149"/>
                    <a:pt x="646" y="1196"/>
                    <a:pt x="704" y="1196"/>
                  </a:cubicBezTo>
                  <a:cubicBezTo>
                    <a:pt x="762" y="1196"/>
                    <a:pt x="809" y="1149"/>
                    <a:pt x="809" y="1091"/>
                  </a:cubicBezTo>
                  <a:cubicBezTo>
                    <a:pt x="809" y="1060"/>
                    <a:pt x="809" y="1060"/>
                    <a:pt x="809" y="1060"/>
                  </a:cubicBezTo>
                  <a:cubicBezTo>
                    <a:pt x="905" y="1060"/>
                    <a:pt x="905" y="1060"/>
                    <a:pt x="905" y="1060"/>
                  </a:cubicBezTo>
                  <a:cubicBezTo>
                    <a:pt x="905" y="1091"/>
                    <a:pt x="905" y="1091"/>
                    <a:pt x="905" y="1091"/>
                  </a:cubicBezTo>
                  <a:cubicBezTo>
                    <a:pt x="905" y="1149"/>
                    <a:pt x="952" y="1196"/>
                    <a:pt x="1010" y="1196"/>
                  </a:cubicBezTo>
                  <a:cubicBezTo>
                    <a:pt x="1017" y="1196"/>
                    <a:pt x="1017" y="1196"/>
                    <a:pt x="1017" y="1196"/>
                  </a:cubicBezTo>
                  <a:cubicBezTo>
                    <a:pt x="1075" y="1196"/>
                    <a:pt x="1123" y="1149"/>
                    <a:pt x="1123" y="1091"/>
                  </a:cubicBezTo>
                  <a:cubicBezTo>
                    <a:pt x="1123" y="1085"/>
                    <a:pt x="1123" y="1085"/>
                    <a:pt x="1123" y="1085"/>
                  </a:cubicBezTo>
                  <a:cubicBezTo>
                    <a:pt x="1123" y="1027"/>
                    <a:pt x="1075" y="980"/>
                    <a:pt x="1017" y="980"/>
                  </a:cubicBezTo>
                  <a:cubicBezTo>
                    <a:pt x="985" y="980"/>
                    <a:pt x="985" y="980"/>
                    <a:pt x="985" y="980"/>
                  </a:cubicBezTo>
                  <a:cubicBezTo>
                    <a:pt x="985" y="932"/>
                    <a:pt x="985" y="932"/>
                    <a:pt x="985" y="932"/>
                  </a:cubicBezTo>
                  <a:cubicBezTo>
                    <a:pt x="985" y="910"/>
                    <a:pt x="967" y="892"/>
                    <a:pt x="945" y="892"/>
                  </a:cubicBezTo>
                  <a:cubicBezTo>
                    <a:pt x="923" y="892"/>
                    <a:pt x="905" y="910"/>
                    <a:pt x="905" y="932"/>
                  </a:cubicBezTo>
                  <a:cubicBezTo>
                    <a:pt x="905" y="980"/>
                    <a:pt x="905" y="980"/>
                    <a:pt x="905" y="980"/>
                  </a:cubicBezTo>
                  <a:cubicBezTo>
                    <a:pt x="809" y="980"/>
                    <a:pt x="809" y="980"/>
                    <a:pt x="809" y="980"/>
                  </a:cubicBezTo>
                  <a:cubicBezTo>
                    <a:pt x="809" y="652"/>
                    <a:pt x="809" y="652"/>
                    <a:pt x="809" y="652"/>
                  </a:cubicBezTo>
                  <a:cubicBezTo>
                    <a:pt x="1038" y="652"/>
                    <a:pt x="1038" y="652"/>
                    <a:pt x="1038" y="652"/>
                  </a:cubicBezTo>
                  <a:cubicBezTo>
                    <a:pt x="1055" y="701"/>
                    <a:pt x="1088" y="744"/>
                    <a:pt x="1132" y="773"/>
                  </a:cubicBezTo>
                  <a:cubicBezTo>
                    <a:pt x="1272" y="865"/>
                    <a:pt x="1356" y="1020"/>
                    <a:pt x="1356" y="1188"/>
                  </a:cubicBezTo>
                  <a:cubicBezTo>
                    <a:pt x="1356" y="1461"/>
                    <a:pt x="1134" y="1683"/>
                    <a:pt x="861" y="1683"/>
                  </a:cubicBezTo>
                  <a:close/>
                  <a:moveTo>
                    <a:pt x="729" y="1060"/>
                  </a:moveTo>
                  <a:cubicBezTo>
                    <a:pt x="729" y="1091"/>
                    <a:pt x="729" y="1091"/>
                    <a:pt x="729" y="1091"/>
                  </a:cubicBezTo>
                  <a:cubicBezTo>
                    <a:pt x="729" y="1105"/>
                    <a:pt x="718" y="1116"/>
                    <a:pt x="704" y="1116"/>
                  </a:cubicBezTo>
                  <a:cubicBezTo>
                    <a:pt x="690" y="1116"/>
                    <a:pt x="678" y="1105"/>
                    <a:pt x="678" y="1091"/>
                  </a:cubicBezTo>
                  <a:cubicBezTo>
                    <a:pt x="678" y="1085"/>
                    <a:pt x="678" y="1085"/>
                    <a:pt x="678" y="1085"/>
                  </a:cubicBezTo>
                  <a:cubicBezTo>
                    <a:pt x="678" y="1071"/>
                    <a:pt x="690" y="1060"/>
                    <a:pt x="704" y="1060"/>
                  </a:cubicBezTo>
                  <a:cubicBezTo>
                    <a:pt x="729" y="1060"/>
                    <a:pt x="729" y="1060"/>
                    <a:pt x="729" y="1060"/>
                  </a:cubicBezTo>
                  <a:close/>
                  <a:moveTo>
                    <a:pt x="985" y="1091"/>
                  </a:moveTo>
                  <a:cubicBezTo>
                    <a:pt x="985" y="1060"/>
                    <a:pt x="985" y="1060"/>
                    <a:pt x="985" y="1060"/>
                  </a:cubicBezTo>
                  <a:cubicBezTo>
                    <a:pt x="1017" y="1060"/>
                    <a:pt x="1017" y="1060"/>
                    <a:pt x="1017" y="1060"/>
                  </a:cubicBezTo>
                  <a:cubicBezTo>
                    <a:pt x="1031" y="1060"/>
                    <a:pt x="1043" y="1071"/>
                    <a:pt x="1043" y="1085"/>
                  </a:cubicBezTo>
                  <a:cubicBezTo>
                    <a:pt x="1043" y="1091"/>
                    <a:pt x="1043" y="1091"/>
                    <a:pt x="1043" y="1091"/>
                  </a:cubicBezTo>
                  <a:cubicBezTo>
                    <a:pt x="1043" y="1105"/>
                    <a:pt x="1031" y="1116"/>
                    <a:pt x="1017" y="1116"/>
                  </a:cubicBezTo>
                  <a:cubicBezTo>
                    <a:pt x="1010" y="1116"/>
                    <a:pt x="1010" y="1116"/>
                    <a:pt x="1010" y="1116"/>
                  </a:cubicBezTo>
                  <a:cubicBezTo>
                    <a:pt x="996" y="1116"/>
                    <a:pt x="985" y="1105"/>
                    <a:pt x="985" y="1091"/>
                  </a:cubicBezTo>
                  <a:close/>
                  <a:moveTo>
                    <a:pt x="860" y="1826"/>
                  </a:moveTo>
                  <a:cubicBezTo>
                    <a:pt x="838" y="1826"/>
                    <a:pt x="820" y="1843"/>
                    <a:pt x="820" y="1866"/>
                  </a:cubicBezTo>
                  <a:cubicBezTo>
                    <a:pt x="820" y="2008"/>
                    <a:pt x="820" y="2008"/>
                    <a:pt x="820" y="2008"/>
                  </a:cubicBezTo>
                  <a:cubicBezTo>
                    <a:pt x="820" y="2030"/>
                    <a:pt x="838" y="2048"/>
                    <a:pt x="860" y="2048"/>
                  </a:cubicBezTo>
                  <a:cubicBezTo>
                    <a:pt x="883" y="2048"/>
                    <a:pt x="900" y="2030"/>
                    <a:pt x="900" y="2008"/>
                  </a:cubicBezTo>
                  <a:cubicBezTo>
                    <a:pt x="900" y="1866"/>
                    <a:pt x="900" y="1866"/>
                    <a:pt x="900" y="1866"/>
                  </a:cubicBezTo>
                  <a:cubicBezTo>
                    <a:pt x="900" y="1843"/>
                    <a:pt x="883" y="1826"/>
                    <a:pt x="860" y="1826"/>
                  </a:cubicBezTo>
                  <a:close/>
                  <a:moveTo>
                    <a:pt x="1680" y="1147"/>
                  </a:moveTo>
                  <a:cubicBezTo>
                    <a:pt x="1538" y="1147"/>
                    <a:pt x="1538" y="1147"/>
                    <a:pt x="1538" y="1147"/>
                  </a:cubicBezTo>
                  <a:cubicBezTo>
                    <a:pt x="1516" y="1147"/>
                    <a:pt x="1498" y="1165"/>
                    <a:pt x="1498" y="1187"/>
                  </a:cubicBezTo>
                  <a:cubicBezTo>
                    <a:pt x="1498" y="1209"/>
                    <a:pt x="1516" y="1227"/>
                    <a:pt x="1538" y="1227"/>
                  </a:cubicBezTo>
                  <a:cubicBezTo>
                    <a:pt x="1680" y="1227"/>
                    <a:pt x="1680" y="1227"/>
                    <a:pt x="1680" y="1227"/>
                  </a:cubicBezTo>
                  <a:cubicBezTo>
                    <a:pt x="1702" y="1227"/>
                    <a:pt x="1720" y="1209"/>
                    <a:pt x="1720" y="1187"/>
                  </a:cubicBezTo>
                  <a:cubicBezTo>
                    <a:pt x="1720" y="1165"/>
                    <a:pt x="1702" y="1147"/>
                    <a:pt x="1680" y="1147"/>
                  </a:cubicBezTo>
                  <a:close/>
                  <a:moveTo>
                    <a:pt x="182" y="1148"/>
                  </a:moveTo>
                  <a:cubicBezTo>
                    <a:pt x="40" y="1148"/>
                    <a:pt x="40" y="1148"/>
                    <a:pt x="40" y="1148"/>
                  </a:cubicBezTo>
                  <a:cubicBezTo>
                    <a:pt x="18" y="1148"/>
                    <a:pt x="0" y="1166"/>
                    <a:pt x="0" y="1188"/>
                  </a:cubicBezTo>
                  <a:cubicBezTo>
                    <a:pt x="0" y="1210"/>
                    <a:pt x="18" y="1228"/>
                    <a:pt x="40" y="1228"/>
                  </a:cubicBezTo>
                  <a:cubicBezTo>
                    <a:pt x="182" y="1228"/>
                    <a:pt x="182" y="1228"/>
                    <a:pt x="182" y="1228"/>
                  </a:cubicBezTo>
                  <a:cubicBezTo>
                    <a:pt x="204" y="1228"/>
                    <a:pt x="222" y="1210"/>
                    <a:pt x="222" y="1188"/>
                  </a:cubicBezTo>
                  <a:cubicBezTo>
                    <a:pt x="222" y="1166"/>
                    <a:pt x="204" y="1148"/>
                    <a:pt x="182" y="1148"/>
                  </a:cubicBezTo>
                  <a:close/>
                  <a:moveTo>
                    <a:pt x="1339" y="748"/>
                  </a:moveTo>
                  <a:cubicBezTo>
                    <a:pt x="1349" y="748"/>
                    <a:pt x="1359" y="744"/>
                    <a:pt x="1367" y="736"/>
                  </a:cubicBezTo>
                  <a:cubicBezTo>
                    <a:pt x="1468" y="636"/>
                    <a:pt x="1468" y="636"/>
                    <a:pt x="1468" y="636"/>
                  </a:cubicBezTo>
                  <a:cubicBezTo>
                    <a:pt x="1484" y="620"/>
                    <a:pt x="1484" y="595"/>
                    <a:pt x="1468" y="579"/>
                  </a:cubicBezTo>
                  <a:cubicBezTo>
                    <a:pt x="1452" y="563"/>
                    <a:pt x="1427" y="563"/>
                    <a:pt x="1411" y="579"/>
                  </a:cubicBezTo>
                  <a:cubicBezTo>
                    <a:pt x="1311" y="680"/>
                    <a:pt x="1311" y="680"/>
                    <a:pt x="1311" y="680"/>
                  </a:cubicBezTo>
                  <a:cubicBezTo>
                    <a:pt x="1295" y="695"/>
                    <a:pt x="1295" y="721"/>
                    <a:pt x="1311" y="736"/>
                  </a:cubicBezTo>
                  <a:cubicBezTo>
                    <a:pt x="1319" y="744"/>
                    <a:pt x="1329" y="748"/>
                    <a:pt x="1339" y="748"/>
                  </a:cubicBezTo>
                  <a:close/>
                  <a:moveTo>
                    <a:pt x="353" y="1639"/>
                  </a:moveTo>
                  <a:cubicBezTo>
                    <a:pt x="252" y="1740"/>
                    <a:pt x="252" y="1740"/>
                    <a:pt x="252" y="1740"/>
                  </a:cubicBezTo>
                  <a:cubicBezTo>
                    <a:pt x="236" y="1755"/>
                    <a:pt x="236" y="1781"/>
                    <a:pt x="252" y="1796"/>
                  </a:cubicBezTo>
                  <a:cubicBezTo>
                    <a:pt x="260" y="1804"/>
                    <a:pt x="270" y="1808"/>
                    <a:pt x="280" y="1808"/>
                  </a:cubicBezTo>
                  <a:cubicBezTo>
                    <a:pt x="291" y="1808"/>
                    <a:pt x="301" y="1804"/>
                    <a:pt x="309" y="1796"/>
                  </a:cubicBezTo>
                  <a:cubicBezTo>
                    <a:pt x="409" y="1696"/>
                    <a:pt x="409" y="1696"/>
                    <a:pt x="409" y="1696"/>
                  </a:cubicBezTo>
                  <a:cubicBezTo>
                    <a:pt x="425" y="1680"/>
                    <a:pt x="425" y="1655"/>
                    <a:pt x="409" y="1639"/>
                  </a:cubicBezTo>
                  <a:cubicBezTo>
                    <a:pt x="394" y="1623"/>
                    <a:pt x="368" y="1623"/>
                    <a:pt x="353" y="1639"/>
                  </a:cubicBezTo>
                  <a:close/>
                  <a:moveTo>
                    <a:pt x="1368" y="1638"/>
                  </a:moveTo>
                  <a:cubicBezTo>
                    <a:pt x="1352" y="1623"/>
                    <a:pt x="1327" y="1623"/>
                    <a:pt x="1311" y="1638"/>
                  </a:cubicBezTo>
                  <a:cubicBezTo>
                    <a:pt x="1296" y="1654"/>
                    <a:pt x="1296" y="1679"/>
                    <a:pt x="1311" y="1695"/>
                  </a:cubicBezTo>
                  <a:cubicBezTo>
                    <a:pt x="1412" y="1796"/>
                    <a:pt x="1412" y="1796"/>
                    <a:pt x="1412" y="1796"/>
                  </a:cubicBezTo>
                  <a:cubicBezTo>
                    <a:pt x="1420" y="1804"/>
                    <a:pt x="1430" y="1807"/>
                    <a:pt x="1440" y="1807"/>
                  </a:cubicBezTo>
                  <a:cubicBezTo>
                    <a:pt x="1451" y="1807"/>
                    <a:pt x="1461" y="1804"/>
                    <a:pt x="1469" y="1796"/>
                  </a:cubicBezTo>
                  <a:cubicBezTo>
                    <a:pt x="1484" y="1780"/>
                    <a:pt x="1484" y="1755"/>
                    <a:pt x="1469" y="1739"/>
                  </a:cubicBezTo>
                  <a:lnTo>
                    <a:pt x="1368" y="1638"/>
                  </a:lnTo>
                  <a:close/>
                  <a:moveTo>
                    <a:pt x="352" y="737"/>
                  </a:moveTo>
                  <a:cubicBezTo>
                    <a:pt x="360" y="745"/>
                    <a:pt x="370" y="749"/>
                    <a:pt x="380" y="749"/>
                  </a:cubicBezTo>
                  <a:cubicBezTo>
                    <a:pt x="391" y="749"/>
                    <a:pt x="401" y="745"/>
                    <a:pt x="409" y="737"/>
                  </a:cubicBezTo>
                  <a:cubicBezTo>
                    <a:pt x="424" y="721"/>
                    <a:pt x="424" y="696"/>
                    <a:pt x="409" y="680"/>
                  </a:cubicBezTo>
                  <a:cubicBezTo>
                    <a:pt x="308" y="580"/>
                    <a:pt x="308" y="580"/>
                    <a:pt x="308" y="580"/>
                  </a:cubicBezTo>
                  <a:cubicBezTo>
                    <a:pt x="292" y="564"/>
                    <a:pt x="267" y="564"/>
                    <a:pt x="251" y="580"/>
                  </a:cubicBezTo>
                  <a:cubicBezTo>
                    <a:pt x="236" y="595"/>
                    <a:pt x="236" y="621"/>
                    <a:pt x="251" y="636"/>
                  </a:cubicBezTo>
                  <a:lnTo>
                    <a:pt x="352" y="737"/>
                  </a:lnTo>
                  <a:close/>
                  <a:moveTo>
                    <a:pt x="1209" y="1148"/>
                  </a:moveTo>
                  <a:cubicBezTo>
                    <a:pt x="1187" y="1148"/>
                    <a:pt x="1169" y="1166"/>
                    <a:pt x="1169" y="1188"/>
                  </a:cubicBezTo>
                  <a:cubicBezTo>
                    <a:pt x="1169" y="1305"/>
                    <a:pt x="1103" y="1411"/>
                    <a:pt x="998" y="1464"/>
                  </a:cubicBezTo>
                  <a:cubicBezTo>
                    <a:pt x="978" y="1474"/>
                    <a:pt x="970" y="1498"/>
                    <a:pt x="980" y="1517"/>
                  </a:cubicBezTo>
                  <a:cubicBezTo>
                    <a:pt x="987" y="1531"/>
                    <a:pt x="1001" y="1540"/>
                    <a:pt x="1016" y="1540"/>
                  </a:cubicBezTo>
                  <a:cubicBezTo>
                    <a:pt x="1022" y="1540"/>
                    <a:pt x="1028" y="1538"/>
                    <a:pt x="1034" y="1535"/>
                  </a:cubicBezTo>
                  <a:cubicBezTo>
                    <a:pt x="1167" y="1469"/>
                    <a:pt x="1249" y="1336"/>
                    <a:pt x="1249" y="1188"/>
                  </a:cubicBezTo>
                  <a:cubicBezTo>
                    <a:pt x="1249" y="1166"/>
                    <a:pt x="1231" y="1148"/>
                    <a:pt x="1209" y="1148"/>
                  </a:cubicBezTo>
                  <a:close/>
                  <a:moveTo>
                    <a:pt x="945" y="732"/>
                  </a:moveTo>
                  <a:cubicBezTo>
                    <a:pt x="935" y="732"/>
                    <a:pt x="924" y="736"/>
                    <a:pt x="917" y="744"/>
                  </a:cubicBezTo>
                  <a:cubicBezTo>
                    <a:pt x="909" y="751"/>
                    <a:pt x="905" y="762"/>
                    <a:pt x="905" y="772"/>
                  </a:cubicBezTo>
                  <a:cubicBezTo>
                    <a:pt x="905" y="783"/>
                    <a:pt x="909" y="793"/>
                    <a:pt x="917" y="800"/>
                  </a:cubicBezTo>
                  <a:cubicBezTo>
                    <a:pt x="924" y="808"/>
                    <a:pt x="935" y="812"/>
                    <a:pt x="945" y="812"/>
                  </a:cubicBezTo>
                  <a:cubicBezTo>
                    <a:pt x="956" y="812"/>
                    <a:pt x="966" y="808"/>
                    <a:pt x="973" y="800"/>
                  </a:cubicBezTo>
                  <a:cubicBezTo>
                    <a:pt x="981" y="793"/>
                    <a:pt x="985" y="783"/>
                    <a:pt x="985" y="772"/>
                  </a:cubicBezTo>
                  <a:cubicBezTo>
                    <a:pt x="985" y="762"/>
                    <a:pt x="981" y="751"/>
                    <a:pt x="973" y="744"/>
                  </a:cubicBezTo>
                  <a:cubicBezTo>
                    <a:pt x="966" y="736"/>
                    <a:pt x="956" y="732"/>
                    <a:pt x="945" y="732"/>
                  </a:cubicBezTo>
                  <a:close/>
                  <a:moveTo>
                    <a:pt x="861" y="1496"/>
                  </a:moveTo>
                  <a:cubicBezTo>
                    <a:pt x="850" y="1496"/>
                    <a:pt x="840" y="1500"/>
                    <a:pt x="832" y="1508"/>
                  </a:cubicBezTo>
                  <a:cubicBezTo>
                    <a:pt x="825" y="1515"/>
                    <a:pt x="821" y="1525"/>
                    <a:pt x="821" y="1536"/>
                  </a:cubicBezTo>
                  <a:cubicBezTo>
                    <a:pt x="821" y="1547"/>
                    <a:pt x="825" y="1557"/>
                    <a:pt x="832" y="1564"/>
                  </a:cubicBezTo>
                  <a:cubicBezTo>
                    <a:pt x="840" y="1572"/>
                    <a:pt x="850" y="1576"/>
                    <a:pt x="861" y="1576"/>
                  </a:cubicBezTo>
                  <a:cubicBezTo>
                    <a:pt x="871" y="1576"/>
                    <a:pt x="881" y="1572"/>
                    <a:pt x="889" y="1564"/>
                  </a:cubicBezTo>
                  <a:cubicBezTo>
                    <a:pt x="896" y="1557"/>
                    <a:pt x="901" y="1547"/>
                    <a:pt x="901" y="1536"/>
                  </a:cubicBezTo>
                  <a:cubicBezTo>
                    <a:pt x="901" y="1525"/>
                    <a:pt x="896" y="1515"/>
                    <a:pt x="889" y="1508"/>
                  </a:cubicBezTo>
                  <a:cubicBezTo>
                    <a:pt x="881" y="1500"/>
                    <a:pt x="871" y="1496"/>
                    <a:pt x="861" y="1496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F553B0-48D6-C759-89DB-BAC69FA94F21}"/>
              </a:ext>
            </a:extLst>
          </p:cNvPr>
          <p:cNvGrpSpPr/>
          <p:nvPr/>
        </p:nvGrpSpPr>
        <p:grpSpPr>
          <a:xfrm>
            <a:off x="1095727" y="4349553"/>
            <a:ext cx="9670347" cy="638511"/>
            <a:chOff x="1095727" y="4349553"/>
            <a:chExt cx="9670347" cy="63851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72F9201-7B89-8AFD-C9FA-4A7A9B397BBD}"/>
                </a:ext>
              </a:extLst>
            </p:cNvPr>
            <p:cNvSpPr txBox="1"/>
            <p:nvPr/>
          </p:nvSpPr>
          <p:spPr>
            <a:xfrm>
              <a:off x="1795311" y="4349553"/>
              <a:ext cx="24624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Commercials and Wrap Up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9456C7A-683B-1B0E-899A-8606AC0FF018}"/>
                </a:ext>
              </a:extLst>
            </p:cNvPr>
            <p:cNvSpPr txBox="1"/>
            <p:nvPr/>
          </p:nvSpPr>
          <p:spPr>
            <a:xfrm>
              <a:off x="1795311" y="4726454"/>
              <a:ext cx="39020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Proposed GEP Fees, Key Differentiators, and Next Steps</a:t>
              </a: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1C83F27E-F60E-9581-38C2-ECF0C9235B56}"/>
                </a:ext>
              </a:extLst>
            </p:cNvPr>
            <p:cNvSpPr/>
            <p:nvPr/>
          </p:nvSpPr>
          <p:spPr bwMode="auto">
            <a:xfrm>
              <a:off x="9832229" y="4519361"/>
              <a:ext cx="933845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30 Mins</a:t>
              </a:r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1D8B2184-D20A-B566-1D9E-4BBDEF0836A9}"/>
                </a:ext>
              </a:extLst>
            </p:cNvPr>
            <p:cNvSpPr/>
            <p:nvPr/>
          </p:nvSpPr>
          <p:spPr bwMode="auto">
            <a:xfrm>
              <a:off x="7865537" y="4519361"/>
              <a:ext cx="1646099" cy="323400"/>
            </a:xfrm>
            <a:prstGeom prst="roundRect">
              <a:avLst>
                <a:gd name="adj" fmla="val 1963513"/>
              </a:avLst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A2ABB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02:30 – 03:00 pm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388076AD-CEB1-7637-5F1F-637DA3D569ED}"/>
                </a:ext>
              </a:extLst>
            </p:cNvPr>
            <p:cNvSpPr/>
            <p:nvPr/>
          </p:nvSpPr>
          <p:spPr bwMode="auto">
            <a:xfrm>
              <a:off x="1095727" y="4349553"/>
              <a:ext cx="627778" cy="627774"/>
            </a:xfrm>
            <a:prstGeom prst="ellipse">
              <a:avLst/>
            </a:prstGeom>
            <a:gradFill>
              <a:gsLst>
                <a:gs pos="0">
                  <a:srgbClr val="DFE3E6"/>
                </a:gs>
                <a:gs pos="100000">
                  <a:srgbClr val="A2ABB0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FBFAB523-E875-AAE0-EA86-23DB407B9B7C}"/>
                </a:ext>
              </a:extLst>
            </p:cNvPr>
            <p:cNvSpPr/>
            <p:nvPr/>
          </p:nvSpPr>
          <p:spPr bwMode="auto">
            <a:xfrm>
              <a:off x="1144411" y="4398235"/>
              <a:ext cx="530409" cy="530409"/>
            </a:xfrm>
            <a:prstGeom prst="ellipse">
              <a:avLst/>
            </a:prstGeom>
            <a:gradFill>
              <a:gsLst>
                <a:gs pos="0">
                  <a:srgbClr val="DFE3E6"/>
                </a:gs>
                <a:gs pos="73000">
                  <a:srgbClr val="A2ABB0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F731AFA9-828B-6637-75FF-91DC6047605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03655" y="4678268"/>
              <a:ext cx="947420" cy="0"/>
            </a:xfrm>
            <a:prstGeom prst="line">
              <a:avLst/>
            </a:prstGeom>
            <a:noFill/>
            <a:ln w="28575" cap="rnd" cmpd="sng" algn="ctr">
              <a:solidFill>
                <a:srgbClr val="A2ABB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6" name="Freeform 17">
              <a:extLst>
                <a:ext uri="{FF2B5EF4-FFF2-40B4-BE49-F238E27FC236}">
                  <a16:creationId xmlns:a16="http://schemas.microsoft.com/office/drawing/2014/main" id="{CA7AFDD2-746F-0166-045F-110AB893FA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2239" y="4507883"/>
              <a:ext cx="314754" cy="311115"/>
            </a:xfrm>
            <a:custGeom>
              <a:avLst/>
              <a:gdLst>
                <a:gd name="T0" fmla="*/ 150 w 200"/>
                <a:gd name="T1" fmla="*/ 142 h 197"/>
                <a:gd name="T2" fmla="*/ 133 w 200"/>
                <a:gd name="T3" fmla="*/ 162 h 197"/>
                <a:gd name="T4" fmla="*/ 117 w 200"/>
                <a:gd name="T5" fmla="*/ 142 h 197"/>
                <a:gd name="T6" fmla="*/ 133 w 200"/>
                <a:gd name="T7" fmla="*/ 149 h 197"/>
                <a:gd name="T8" fmla="*/ 117 w 200"/>
                <a:gd name="T9" fmla="*/ 119 h 197"/>
                <a:gd name="T10" fmla="*/ 133 w 200"/>
                <a:gd name="T11" fmla="*/ 99 h 197"/>
                <a:gd name="T12" fmla="*/ 150 w 200"/>
                <a:gd name="T13" fmla="*/ 119 h 197"/>
                <a:gd name="T14" fmla="*/ 133 w 200"/>
                <a:gd name="T15" fmla="*/ 112 h 197"/>
                <a:gd name="T16" fmla="*/ 155 w 200"/>
                <a:gd name="T17" fmla="*/ 85 h 197"/>
                <a:gd name="T18" fmla="*/ 176 w 200"/>
                <a:gd name="T19" fmla="*/ 131 h 197"/>
                <a:gd name="T20" fmla="*/ 175 w 200"/>
                <a:gd name="T21" fmla="*/ 157 h 197"/>
                <a:gd name="T22" fmla="*/ 176 w 200"/>
                <a:gd name="T23" fmla="*/ 104 h 197"/>
                <a:gd name="T24" fmla="*/ 139 w 200"/>
                <a:gd name="T25" fmla="*/ 88 h 197"/>
                <a:gd name="T26" fmla="*/ 139 w 200"/>
                <a:gd name="T27" fmla="*/ 80 h 197"/>
                <a:gd name="T28" fmla="*/ 115 w 200"/>
                <a:gd name="T29" fmla="*/ 170 h 197"/>
                <a:gd name="T30" fmla="*/ 94 w 200"/>
                <a:gd name="T31" fmla="*/ 106 h 197"/>
                <a:gd name="T32" fmla="*/ 91 w 200"/>
                <a:gd name="T33" fmla="*/ 158 h 197"/>
                <a:gd name="T34" fmla="*/ 117 w 200"/>
                <a:gd name="T35" fmla="*/ 175 h 197"/>
                <a:gd name="T36" fmla="*/ 127 w 200"/>
                <a:gd name="T37" fmla="*/ 174 h 197"/>
                <a:gd name="T38" fmla="*/ 127 w 200"/>
                <a:gd name="T39" fmla="*/ 182 h 197"/>
                <a:gd name="T40" fmla="*/ 200 w 200"/>
                <a:gd name="T41" fmla="*/ 131 h 197"/>
                <a:gd name="T42" fmla="*/ 39 w 200"/>
                <a:gd name="T43" fmla="*/ 176 h 197"/>
                <a:gd name="T44" fmla="*/ 21 w 200"/>
                <a:gd name="T45" fmla="*/ 130 h 197"/>
                <a:gd name="T46" fmla="*/ 28 w 200"/>
                <a:gd name="T47" fmla="*/ 88 h 197"/>
                <a:gd name="T48" fmla="*/ 49 w 200"/>
                <a:gd name="T49" fmla="*/ 56 h 197"/>
                <a:gd name="T50" fmla="*/ 18 w 200"/>
                <a:gd name="T51" fmla="*/ 36 h 197"/>
                <a:gd name="T52" fmla="*/ 113 w 200"/>
                <a:gd name="T53" fmla="*/ 0 h 197"/>
                <a:gd name="T54" fmla="*/ 159 w 200"/>
                <a:gd name="T55" fmla="*/ 28 h 197"/>
                <a:gd name="T56" fmla="*/ 149 w 200"/>
                <a:gd name="T57" fmla="*/ 64 h 197"/>
                <a:gd name="T58" fmla="*/ 18 w 200"/>
                <a:gd name="T59" fmla="*/ 28 h 197"/>
                <a:gd name="T60" fmla="*/ 113 w 200"/>
                <a:gd name="T61" fmla="*/ 8 h 197"/>
                <a:gd name="T62" fmla="*/ 18 w 200"/>
                <a:gd name="T63" fmla="*/ 28 h 197"/>
                <a:gd name="T64" fmla="*/ 159 w 200"/>
                <a:gd name="T65" fmla="*/ 56 h 197"/>
                <a:gd name="T66" fmla="*/ 64 w 200"/>
                <a:gd name="T67" fmla="*/ 36 h 197"/>
                <a:gd name="T68" fmla="*/ 39 w 200"/>
                <a:gd name="T69" fmla="*/ 84 h 197"/>
                <a:gd name="T70" fmla="*/ 139 w 200"/>
                <a:gd name="T71" fmla="*/ 65 h 197"/>
                <a:gd name="T72" fmla="*/ 29 w 200"/>
                <a:gd name="T73" fmla="*/ 74 h 197"/>
                <a:gd name="T74" fmla="*/ 70 w 200"/>
                <a:gd name="T75" fmla="*/ 112 h 197"/>
                <a:gd name="T76" fmla="*/ 29 w 200"/>
                <a:gd name="T77" fmla="*/ 102 h 197"/>
                <a:gd name="T78" fmla="*/ 68 w 200"/>
                <a:gd name="T79" fmla="*/ 140 h 197"/>
                <a:gd name="T80" fmla="*/ 39 w 200"/>
                <a:gd name="T81" fmla="*/ 120 h 197"/>
                <a:gd name="T82" fmla="*/ 78 w 200"/>
                <a:gd name="T83" fmla="*/ 168 h 197"/>
                <a:gd name="T84" fmla="*/ 29 w 200"/>
                <a:gd name="T85" fmla="*/ 158 h 197"/>
                <a:gd name="T86" fmla="*/ 192 w 200"/>
                <a:gd name="T87" fmla="*/ 131 h 197"/>
                <a:gd name="T88" fmla="*/ 133 w 200"/>
                <a:gd name="T89" fmla="*/ 19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00" h="197">
                  <a:moveTo>
                    <a:pt x="125" y="119"/>
                  </a:moveTo>
                  <a:cubicBezTo>
                    <a:pt x="125" y="123"/>
                    <a:pt x="129" y="127"/>
                    <a:pt x="133" y="127"/>
                  </a:cubicBezTo>
                  <a:cubicBezTo>
                    <a:pt x="142" y="127"/>
                    <a:pt x="150" y="134"/>
                    <a:pt x="150" y="142"/>
                  </a:cubicBezTo>
                  <a:cubicBezTo>
                    <a:pt x="150" y="149"/>
                    <a:pt x="144" y="155"/>
                    <a:pt x="137" y="157"/>
                  </a:cubicBezTo>
                  <a:cubicBezTo>
                    <a:pt x="137" y="159"/>
                    <a:pt x="137" y="159"/>
                    <a:pt x="137" y="159"/>
                  </a:cubicBezTo>
                  <a:cubicBezTo>
                    <a:pt x="137" y="161"/>
                    <a:pt x="135" y="162"/>
                    <a:pt x="133" y="162"/>
                  </a:cubicBezTo>
                  <a:cubicBezTo>
                    <a:pt x="131" y="162"/>
                    <a:pt x="129" y="161"/>
                    <a:pt x="129" y="159"/>
                  </a:cubicBezTo>
                  <a:cubicBezTo>
                    <a:pt x="129" y="157"/>
                    <a:pt x="129" y="157"/>
                    <a:pt x="129" y="157"/>
                  </a:cubicBezTo>
                  <a:cubicBezTo>
                    <a:pt x="122" y="155"/>
                    <a:pt x="117" y="149"/>
                    <a:pt x="117" y="142"/>
                  </a:cubicBezTo>
                  <a:cubicBezTo>
                    <a:pt x="117" y="140"/>
                    <a:pt x="119" y="138"/>
                    <a:pt x="121" y="138"/>
                  </a:cubicBezTo>
                  <a:cubicBezTo>
                    <a:pt x="123" y="138"/>
                    <a:pt x="125" y="140"/>
                    <a:pt x="125" y="142"/>
                  </a:cubicBezTo>
                  <a:cubicBezTo>
                    <a:pt x="125" y="146"/>
                    <a:pt x="129" y="149"/>
                    <a:pt x="133" y="149"/>
                  </a:cubicBezTo>
                  <a:cubicBezTo>
                    <a:pt x="138" y="149"/>
                    <a:pt x="142" y="146"/>
                    <a:pt x="142" y="142"/>
                  </a:cubicBezTo>
                  <a:cubicBezTo>
                    <a:pt x="142" y="138"/>
                    <a:pt x="138" y="135"/>
                    <a:pt x="133" y="135"/>
                  </a:cubicBezTo>
                  <a:cubicBezTo>
                    <a:pt x="124" y="135"/>
                    <a:pt x="117" y="128"/>
                    <a:pt x="117" y="119"/>
                  </a:cubicBezTo>
                  <a:cubicBezTo>
                    <a:pt x="117" y="112"/>
                    <a:pt x="122" y="106"/>
                    <a:pt x="129" y="105"/>
                  </a:cubicBezTo>
                  <a:cubicBezTo>
                    <a:pt x="129" y="103"/>
                    <a:pt x="129" y="103"/>
                    <a:pt x="129" y="103"/>
                  </a:cubicBezTo>
                  <a:cubicBezTo>
                    <a:pt x="129" y="100"/>
                    <a:pt x="131" y="99"/>
                    <a:pt x="133" y="99"/>
                  </a:cubicBezTo>
                  <a:cubicBezTo>
                    <a:pt x="135" y="99"/>
                    <a:pt x="137" y="100"/>
                    <a:pt x="137" y="103"/>
                  </a:cubicBezTo>
                  <a:cubicBezTo>
                    <a:pt x="137" y="105"/>
                    <a:pt x="137" y="105"/>
                    <a:pt x="137" y="105"/>
                  </a:cubicBezTo>
                  <a:cubicBezTo>
                    <a:pt x="144" y="106"/>
                    <a:pt x="150" y="112"/>
                    <a:pt x="150" y="119"/>
                  </a:cubicBezTo>
                  <a:cubicBezTo>
                    <a:pt x="150" y="122"/>
                    <a:pt x="148" y="123"/>
                    <a:pt x="146" y="123"/>
                  </a:cubicBezTo>
                  <a:cubicBezTo>
                    <a:pt x="144" y="123"/>
                    <a:pt x="142" y="122"/>
                    <a:pt x="142" y="119"/>
                  </a:cubicBezTo>
                  <a:cubicBezTo>
                    <a:pt x="142" y="115"/>
                    <a:pt x="138" y="112"/>
                    <a:pt x="133" y="112"/>
                  </a:cubicBezTo>
                  <a:cubicBezTo>
                    <a:pt x="129" y="112"/>
                    <a:pt x="125" y="115"/>
                    <a:pt x="125" y="119"/>
                  </a:cubicBezTo>
                  <a:close/>
                  <a:moveTo>
                    <a:pt x="176" y="104"/>
                  </a:moveTo>
                  <a:cubicBezTo>
                    <a:pt x="171" y="96"/>
                    <a:pt x="164" y="89"/>
                    <a:pt x="155" y="85"/>
                  </a:cubicBezTo>
                  <a:cubicBezTo>
                    <a:pt x="153" y="84"/>
                    <a:pt x="151" y="85"/>
                    <a:pt x="150" y="87"/>
                  </a:cubicBezTo>
                  <a:cubicBezTo>
                    <a:pt x="149" y="89"/>
                    <a:pt x="150" y="91"/>
                    <a:pt x="152" y="92"/>
                  </a:cubicBezTo>
                  <a:cubicBezTo>
                    <a:pt x="167" y="99"/>
                    <a:pt x="176" y="115"/>
                    <a:pt x="176" y="131"/>
                  </a:cubicBezTo>
                  <a:cubicBezTo>
                    <a:pt x="176" y="138"/>
                    <a:pt x="175" y="145"/>
                    <a:pt x="171" y="151"/>
                  </a:cubicBezTo>
                  <a:cubicBezTo>
                    <a:pt x="170" y="153"/>
                    <a:pt x="171" y="155"/>
                    <a:pt x="173" y="156"/>
                  </a:cubicBezTo>
                  <a:cubicBezTo>
                    <a:pt x="173" y="157"/>
                    <a:pt x="174" y="157"/>
                    <a:pt x="175" y="157"/>
                  </a:cubicBezTo>
                  <a:cubicBezTo>
                    <a:pt x="176" y="157"/>
                    <a:pt x="177" y="156"/>
                    <a:pt x="178" y="155"/>
                  </a:cubicBezTo>
                  <a:cubicBezTo>
                    <a:pt x="182" y="147"/>
                    <a:pt x="184" y="139"/>
                    <a:pt x="184" y="131"/>
                  </a:cubicBezTo>
                  <a:cubicBezTo>
                    <a:pt x="184" y="121"/>
                    <a:pt x="181" y="112"/>
                    <a:pt x="176" y="104"/>
                  </a:cubicBezTo>
                  <a:close/>
                  <a:moveTo>
                    <a:pt x="139" y="88"/>
                  </a:moveTo>
                  <a:cubicBezTo>
                    <a:pt x="139" y="88"/>
                    <a:pt x="139" y="88"/>
                    <a:pt x="139" y="88"/>
                  </a:cubicBezTo>
                  <a:cubicBezTo>
                    <a:pt x="139" y="88"/>
                    <a:pt x="139" y="88"/>
                    <a:pt x="139" y="88"/>
                  </a:cubicBezTo>
                  <a:cubicBezTo>
                    <a:pt x="142" y="88"/>
                    <a:pt x="143" y="86"/>
                    <a:pt x="143" y="84"/>
                  </a:cubicBezTo>
                  <a:cubicBezTo>
                    <a:pt x="143" y="82"/>
                    <a:pt x="142" y="80"/>
                    <a:pt x="139" y="80"/>
                  </a:cubicBezTo>
                  <a:cubicBezTo>
                    <a:pt x="139" y="80"/>
                    <a:pt x="139" y="80"/>
                    <a:pt x="139" y="80"/>
                  </a:cubicBezTo>
                  <a:cubicBezTo>
                    <a:pt x="137" y="80"/>
                    <a:pt x="135" y="82"/>
                    <a:pt x="135" y="84"/>
                  </a:cubicBezTo>
                  <a:cubicBezTo>
                    <a:pt x="135" y="86"/>
                    <a:pt x="137" y="88"/>
                    <a:pt x="139" y="88"/>
                  </a:cubicBezTo>
                  <a:close/>
                  <a:moveTo>
                    <a:pt x="115" y="170"/>
                  </a:moveTo>
                  <a:cubicBezTo>
                    <a:pt x="100" y="163"/>
                    <a:pt x="90" y="147"/>
                    <a:pt x="90" y="131"/>
                  </a:cubicBezTo>
                  <a:cubicBezTo>
                    <a:pt x="90" y="124"/>
                    <a:pt x="92" y="117"/>
                    <a:pt x="95" y="111"/>
                  </a:cubicBezTo>
                  <a:cubicBezTo>
                    <a:pt x="96" y="109"/>
                    <a:pt x="96" y="107"/>
                    <a:pt x="94" y="106"/>
                  </a:cubicBezTo>
                  <a:cubicBezTo>
                    <a:pt x="92" y="104"/>
                    <a:pt x="89" y="105"/>
                    <a:pt x="88" y="107"/>
                  </a:cubicBezTo>
                  <a:cubicBezTo>
                    <a:pt x="85" y="114"/>
                    <a:pt x="82" y="123"/>
                    <a:pt x="82" y="131"/>
                  </a:cubicBezTo>
                  <a:cubicBezTo>
                    <a:pt x="82" y="141"/>
                    <a:pt x="85" y="150"/>
                    <a:pt x="91" y="158"/>
                  </a:cubicBezTo>
                  <a:cubicBezTo>
                    <a:pt x="96" y="166"/>
                    <a:pt x="103" y="173"/>
                    <a:pt x="111" y="177"/>
                  </a:cubicBezTo>
                  <a:cubicBezTo>
                    <a:pt x="112" y="177"/>
                    <a:pt x="112" y="177"/>
                    <a:pt x="113" y="177"/>
                  </a:cubicBezTo>
                  <a:cubicBezTo>
                    <a:pt x="114" y="177"/>
                    <a:pt x="116" y="176"/>
                    <a:pt x="117" y="175"/>
                  </a:cubicBezTo>
                  <a:cubicBezTo>
                    <a:pt x="117" y="173"/>
                    <a:pt x="117" y="171"/>
                    <a:pt x="115" y="170"/>
                  </a:cubicBezTo>
                  <a:close/>
                  <a:moveTo>
                    <a:pt x="127" y="174"/>
                  </a:moveTo>
                  <a:cubicBezTo>
                    <a:pt x="127" y="174"/>
                    <a:pt x="127" y="174"/>
                    <a:pt x="127" y="174"/>
                  </a:cubicBezTo>
                  <a:cubicBezTo>
                    <a:pt x="125" y="174"/>
                    <a:pt x="123" y="176"/>
                    <a:pt x="123" y="178"/>
                  </a:cubicBezTo>
                  <a:cubicBezTo>
                    <a:pt x="123" y="180"/>
                    <a:pt x="125" y="182"/>
                    <a:pt x="127" y="182"/>
                  </a:cubicBezTo>
                  <a:cubicBezTo>
                    <a:pt x="127" y="182"/>
                    <a:pt x="127" y="182"/>
                    <a:pt x="127" y="182"/>
                  </a:cubicBezTo>
                  <a:cubicBezTo>
                    <a:pt x="130" y="182"/>
                    <a:pt x="131" y="180"/>
                    <a:pt x="131" y="178"/>
                  </a:cubicBezTo>
                  <a:cubicBezTo>
                    <a:pt x="131" y="176"/>
                    <a:pt x="130" y="174"/>
                    <a:pt x="127" y="174"/>
                  </a:cubicBezTo>
                  <a:close/>
                  <a:moveTo>
                    <a:pt x="200" y="131"/>
                  </a:moveTo>
                  <a:cubicBezTo>
                    <a:pt x="200" y="168"/>
                    <a:pt x="170" y="197"/>
                    <a:pt x="133" y="197"/>
                  </a:cubicBezTo>
                  <a:cubicBezTo>
                    <a:pt x="114" y="197"/>
                    <a:pt x="97" y="189"/>
                    <a:pt x="85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29" y="176"/>
                    <a:pt x="21" y="168"/>
                    <a:pt x="21" y="158"/>
                  </a:cubicBezTo>
                  <a:cubicBezTo>
                    <a:pt x="21" y="153"/>
                    <a:pt x="23" y="148"/>
                    <a:pt x="28" y="144"/>
                  </a:cubicBezTo>
                  <a:cubicBezTo>
                    <a:pt x="23" y="141"/>
                    <a:pt x="21" y="136"/>
                    <a:pt x="21" y="130"/>
                  </a:cubicBezTo>
                  <a:cubicBezTo>
                    <a:pt x="21" y="124"/>
                    <a:pt x="23" y="119"/>
                    <a:pt x="28" y="116"/>
                  </a:cubicBezTo>
                  <a:cubicBezTo>
                    <a:pt x="23" y="113"/>
                    <a:pt x="21" y="108"/>
                    <a:pt x="21" y="102"/>
                  </a:cubicBezTo>
                  <a:cubicBezTo>
                    <a:pt x="21" y="96"/>
                    <a:pt x="23" y="91"/>
                    <a:pt x="28" y="88"/>
                  </a:cubicBezTo>
                  <a:cubicBezTo>
                    <a:pt x="23" y="85"/>
                    <a:pt x="21" y="80"/>
                    <a:pt x="21" y="74"/>
                  </a:cubicBezTo>
                  <a:cubicBezTo>
                    <a:pt x="21" y="64"/>
                    <a:pt x="29" y="56"/>
                    <a:pt x="39" y="56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7" y="53"/>
                    <a:pt x="46" y="50"/>
                    <a:pt x="46" y="46"/>
                  </a:cubicBezTo>
                  <a:cubicBezTo>
                    <a:pt x="46" y="42"/>
                    <a:pt x="47" y="39"/>
                    <a:pt x="49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3" y="0"/>
                    <a:pt x="131" y="8"/>
                    <a:pt x="131" y="18"/>
                  </a:cubicBezTo>
                  <a:cubicBezTo>
                    <a:pt x="131" y="21"/>
                    <a:pt x="130" y="25"/>
                    <a:pt x="12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9" y="28"/>
                    <a:pt x="177" y="36"/>
                    <a:pt x="177" y="46"/>
                  </a:cubicBezTo>
                  <a:cubicBezTo>
                    <a:pt x="177" y="56"/>
                    <a:pt x="169" y="64"/>
                    <a:pt x="159" y="64"/>
                  </a:cubicBezTo>
                  <a:cubicBezTo>
                    <a:pt x="149" y="64"/>
                    <a:pt x="149" y="64"/>
                    <a:pt x="149" y="64"/>
                  </a:cubicBezTo>
                  <a:cubicBezTo>
                    <a:pt x="150" y="65"/>
                    <a:pt x="151" y="66"/>
                    <a:pt x="151" y="67"/>
                  </a:cubicBezTo>
                  <a:cubicBezTo>
                    <a:pt x="179" y="75"/>
                    <a:pt x="200" y="100"/>
                    <a:pt x="200" y="131"/>
                  </a:cubicBezTo>
                  <a:close/>
                  <a:moveTo>
                    <a:pt x="18" y="28"/>
                  </a:moveTo>
                  <a:cubicBezTo>
                    <a:pt x="113" y="28"/>
                    <a:pt x="113" y="28"/>
                    <a:pt x="113" y="28"/>
                  </a:cubicBezTo>
                  <a:cubicBezTo>
                    <a:pt x="119" y="28"/>
                    <a:pt x="124" y="23"/>
                    <a:pt x="124" y="18"/>
                  </a:cubicBezTo>
                  <a:cubicBezTo>
                    <a:pt x="124" y="12"/>
                    <a:pt x="119" y="8"/>
                    <a:pt x="113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2" y="8"/>
                    <a:pt x="7" y="12"/>
                    <a:pt x="7" y="18"/>
                  </a:cubicBezTo>
                  <a:cubicBezTo>
                    <a:pt x="7" y="23"/>
                    <a:pt x="12" y="28"/>
                    <a:pt x="18" y="28"/>
                  </a:cubicBezTo>
                  <a:close/>
                  <a:moveTo>
                    <a:pt x="64" y="56"/>
                  </a:moveTo>
                  <a:cubicBezTo>
                    <a:pt x="134" y="56"/>
                    <a:pt x="134" y="56"/>
                    <a:pt x="13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65" y="56"/>
                    <a:pt x="170" y="51"/>
                    <a:pt x="170" y="46"/>
                  </a:cubicBezTo>
                  <a:cubicBezTo>
                    <a:pt x="170" y="40"/>
                    <a:pt x="165" y="36"/>
                    <a:pt x="159" y="3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58" y="36"/>
                    <a:pt x="54" y="40"/>
                    <a:pt x="54" y="46"/>
                  </a:cubicBezTo>
                  <a:cubicBezTo>
                    <a:pt x="54" y="51"/>
                    <a:pt x="58" y="56"/>
                    <a:pt x="64" y="56"/>
                  </a:cubicBezTo>
                  <a:close/>
                  <a:moveTo>
                    <a:pt x="39" y="84"/>
                  </a:moveTo>
                  <a:cubicBezTo>
                    <a:pt x="86" y="84"/>
                    <a:pt x="86" y="84"/>
                    <a:pt x="86" y="84"/>
                  </a:cubicBezTo>
                  <a:cubicBezTo>
                    <a:pt x="98" y="72"/>
                    <a:pt x="115" y="65"/>
                    <a:pt x="133" y="65"/>
                  </a:cubicBezTo>
                  <a:cubicBezTo>
                    <a:pt x="135" y="65"/>
                    <a:pt x="137" y="65"/>
                    <a:pt x="139" y="65"/>
                  </a:cubicBezTo>
                  <a:cubicBezTo>
                    <a:pt x="138" y="64"/>
                    <a:pt x="136" y="64"/>
                    <a:pt x="134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3" y="64"/>
                    <a:pt x="29" y="68"/>
                    <a:pt x="29" y="74"/>
                  </a:cubicBezTo>
                  <a:cubicBezTo>
                    <a:pt x="29" y="80"/>
                    <a:pt x="33" y="84"/>
                    <a:pt x="39" y="84"/>
                  </a:cubicBezTo>
                  <a:close/>
                  <a:moveTo>
                    <a:pt x="39" y="112"/>
                  </a:moveTo>
                  <a:cubicBezTo>
                    <a:pt x="70" y="112"/>
                    <a:pt x="70" y="112"/>
                    <a:pt x="70" y="112"/>
                  </a:cubicBezTo>
                  <a:cubicBezTo>
                    <a:pt x="72" y="105"/>
                    <a:pt x="75" y="98"/>
                    <a:pt x="80" y="92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3" y="92"/>
                    <a:pt x="29" y="96"/>
                    <a:pt x="29" y="102"/>
                  </a:cubicBezTo>
                  <a:cubicBezTo>
                    <a:pt x="29" y="108"/>
                    <a:pt x="33" y="112"/>
                    <a:pt x="39" y="112"/>
                  </a:cubicBezTo>
                  <a:close/>
                  <a:moveTo>
                    <a:pt x="39" y="140"/>
                  </a:moveTo>
                  <a:cubicBezTo>
                    <a:pt x="68" y="140"/>
                    <a:pt x="68" y="140"/>
                    <a:pt x="68" y="140"/>
                  </a:cubicBezTo>
                  <a:cubicBezTo>
                    <a:pt x="67" y="137"/>
                    <a:pt x="67" y="134"/>
                    <a:pt x="67" y="131"/>
                  </a:cubicBezTo>
                  <a:cubicBezTo>
                    <a:pt x="67" y="127"/>
                    <a:pt x="67" y="124"/>
                    <a:pt x="68" y="120"/>
                  </a:cubicBezTo>
                  <a:cubicBezTo>
                    <a:pt x="39" y="120"/>
                    <a:pt x="39" y="120"/>
                    <a:pt x="39" y="120"/>
                  </a:cubicBezTo>
                  <a:cubicBezTo>
                    <a:pt x="33" y="120"/>
                    <a:pt x="29" y="125"/>
                    <a:pt x="29" y="130"/>
                  </a:cubicBezTo>
                  <a:cubicBezTo>
                    <a:pt x="29" y="136"/>
                    <a:pt x="33" y="140"/>
                    <a:pt x="39" y="140"/>
                  </a:cubicBezTo>
                  <a:close/>
                  <a:moveTo>
                    <a:pt x="78" y="168"/>
                  </a:moveTo>
                  <a:cubicBezTo>
                    <a:pt x="74" y="162"/>
                    <a:pt x="71" y="155"/>
                    <a:pt x="69" y="148"/>
                  </a:cubicBezTo>
                  <a:cubicBezTo>
                    <a:pt x="39" y="148"/>
                    <a:pt x="39" y="148"/>
                    <a:pt x="39" y="148"/>
                  </a:cubicBezTo>
                  <a:cubicBezTo>
                    <a:pt x="33" y="148"/>
                    <a:pt x="29" y="153"/>
                    <a:pt x="29" y="158"/>
                  </a:cubicBezTo>
                  <a:cubicBezTo>
                    <a:pt x="29" y="164"/>
                    <a:pt x="33" y="168"/>
                    <a:pt x="39" y="168"/>
                  </a:cubicBezTo>
                  <a:lnTo>
                    <a:pt x="78" y="168"/>
                  </a:lnTo>
                  <a:close/>
                  <a:moveTo>
                    <a:pt x="192" y="131"/>
                  </a:moveTo>
                  <a:cubicBezTo>
                    <a:pt x="192" y="99"/>
                    <a:pt x="166" y="72"/>
                    <a:pt x="133" y="72"/>
                  </a:cubicBezTo>
                  <a:cubicBezTo>
                    <a:pt x="101" y="72"/>
                    <a:pt x="75" y="99"/>
                    <a:pt x="75" y="131"/>
                  </a:cubicBezTo>
                  <a:cubicBezTo>
                    <a:pt x="75" y="163"/>
                    <a:pt x="101" y="190"/>
                    <a:pt x="133" y="190"/>
                  </a:cubicBezTo>
                  <a:cubicBezTo>
                    <a:pt x="166" y="190"/>
                    <a:pt x="192" y="163"/>
                    <a:pt x="192" y="131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024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B695-BA61-5831-F5CF-30CB4510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ath through a grassy field&#10;&#10;Description automatically generated" hidden="1">
            <a:extLst>
              <a:ext uri="{FF2B5EF4-FFF2-40B4-BE49-F238E27FC236}">
                <a16:creationId xmlns:a16="http://schemas.microsoft.com/office/drawing/2014/main" id="{E2C5F277-94E1-4368-336A-83F093733A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8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3" t="4084" r="1913" b="4086"/>
          <a:stretch/>
        </p:blipFill>
        <p:spPr>
          <a:xfrm>
            <a:off x="233280" y="280160"/>
            <a:ext cx="11725439" cy="6297679"/>
          </a:xfrm>
          <a:prstGeom prst="roundRect">
            <a:avLst>
              <a:gd name="adj" fmla="val 1613"/>
            </a:avLst>
          </a:prstGeom>
          <a:effectLst>
            <a:outerShdw blurRad="50800" dist="38100" dir="10800000" algn="r" rotWithShape="0">
              <a:srgbClr val="2D4B55">
                <a:alpha val="34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C45E31-01D8-E033-9F38-BE1DCAE1A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8059EF25-9A57-E009-5E98-A9E6B2DFF601}"/>
              </a:ext>
            </a:extLst>
          </p:cNvPr>
          <p:cNvGrpSpPr/>
          <p:nvPr/>
        </p:nvGrpSpPr>
        <p:grpSpPr>
          <a:xfrm>
            <a:off x="312057" y="-1"/>
            <a:ext cx="1924309" cy="1100065"/>
            <a:chOff x="348534" y="-1"/>
            <a:chExt cx="1924309" cy="11000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35CB34-7432-38F9-5E56-8C0E6F685A49}"/>
                </a:ext>
              </a:extLst>
            </p:cNvPr>
            <p:cNvSpPr txBox="1">
              <a:spLocks/>
            </p:cNvSpPr>
            <p:nvPr/>
          </p:nvSpPr>
          <p:spPr>
            <a:xfrm>
              <a:off x="348534" y="577850"/>
              <a:ext cx="1924309" cy="522214"/>
            </a:xfrm>
            <a:prstGeom prst="roundRect">
              <a:avLst>
                <a:gd name="adj" fmla="val 1243202"/>
              </a:avLst>
            </a:prstGeom>
            <a:solidFill>
              <a:srgbClr val="2D2B3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2400" b="1" dirty="0">
                  <a:solidFill>
                    <a:schemeClr val="bg1"/>
                  </a:solidFill>
                </a:rPr>
                <a:t>CONTENTS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pic>
          <p:nvPicPr>
            <p:cNvPr id="7" name="Picture 6" descr="A close-up of a steering wheel&#10;&#10;Description automatically generated">
              <a:extLst>
                <a:ext uri="{FF2B5EF4-FFF2-40B4-BE49-F238E27FC236}">
                  <a16:creationId xmlns:a16="http://schemas.microsoft.com/office/drawing/2014/main" id="{1FECAE33-F44B-FFF1-6A56-32A5C64560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922" b="-7551"/>
            <a:stretch/>
          </p:blipFill>
          <p:spPr>
            <a:xfrm>
              <a:off x="619899" y="-1"/>
              <a:ext cx="1381578" cy="727104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7A6432-F548-C19D-B220-6CC367857AB7}"/>
              </a:ext>
            </a:extLst>
          </p:cNvPr>
          <p:cNvSpPr/>
          <p:nvPr/>
        </p:nvSpPr>
        <p:spPr>
          <a:xfrm>
            <a:off x="312057" y="1690914"/>
            <a:ext cx="1924309" cy="1738086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 cap="flat" cmpd="sng" algn="ctr">
            <a:solidFill>
              <a:srgbClr val="20303D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C31E81-07FE-D714-DD99-7E7C321A33F9}"/>
              </a:ext>
            </a:extLst>
          </p:cNvPr>
          <p:cNvSpPr/>
          <p:nvPr/>
        </p:nvSpPr>
        <p:spPr>
          <a:xfrm>
            <a:off x="2548423" y="1690914"/>
            <a:ext cx="1924309" cy="1738086"/>
          </a:xfrm>
          <a:prstGeom prst="roundRect">
            <a:avLst>
              <a:gd name="adj" fmla="val 3125"/>
            </a:avLst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D95597-CADD-3EB8-E82B-D2F150321C63}"/>
              </a:ext>
            </a:extLst>
          </p:cNvPr>
          <p:cNvSpPr/>
          <p:nvPr/>
        </p:nvSpPr>
        <p:spPr>
          <a:xfrm>
            <a:off x="4784789" y="1690914"/>
            <a:ext cx="1924309" cy="1738086"/>
          </a:xfrm>
          <a:prstGeom prst="roundRect">
            <a:avLst>
              <a:gd name="adj" fmla="val 3125"/>
            </a:avLst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C90AC2-60C3-B381-4A2B-B8352CF8D0E5}"/>
              </a:ext>
            </a:extLst>
          </p:cNvPr>
          <p:cNvSpPr/>
          <p:nvPr/>
        </p:nvSpPr>
        <p:spPr>
          <a:xfrm>
            <a:off x="312057" y="3795485"/>
            <a:ext cx="1924309" cy="1738086"/>
          </a:xfrm>
          <a:prstGeom prst="roundRect">
            <a:avLst>
              <a:gd name="adj" fmla="val 3125"/>
            </a:avLst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8299DD-08EA-127C-71BD-CE39D6BB66CA}"/>
              </a:ext>
            </a:extLst>
          </p:cNvPr>
          <p:cNvSpPr/>
          <p:nvPr/>
        </p:nvSpPr>
        <p:spPr>
          <a:xfrm>
            <a:off x="2548423" y="3795485"/>
            <a:ext cx="1924309" cy="1738086"/>
          </a:xfrm>
          <a:prstGeom prst="roundRect">
            <a:avLst>
              <a:gd name="adj" fmla="val 3125"/>
            </a:avLst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2A015E-7C74-99F8-A0B9-6C05F7F690B8}"/>
              </a:ext>
            </a:extLst>
          </p:cNvPr>
          <p:cNvSpPr/>
          <p:nvPr/>
        </p:nvSpPr>
        <p:spPr>
          <a:xfrm>
            <a:off x="4784789" y="3795485"/>
            <a:ext cx="1924309" cy="1738086"/>
          </a:xfrm>
          <a:prstGeom prst="roundRect">
            <a:avLst>
              <a:gd name="adj" fmla="val 3125"/>
            </a:avLst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D3F9E6-3C10-A13F-1F46-A2BF2EB058A2}"/>
              </a:ext>
            </a:extLst>
          </p:cNvPr>
          <p:cNvSpPr txBox="1"/>
          <p:nvPr/>
        </p:nvSpPr>
        <p:spPr>
          <a:xfrm>
            <a:off x="348534" y="2593251"/>
            <a:ext cx="185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kern="0" dirty="0">
                <a:solidFill>
                  <a:srgbClr val="262626"/>
                </a:solidFill>
                <a:latin typeface="Arial" panose="020B0604020202020204" pitchFamily="34" charset="0"/>
                <a:cs typeface="Arial"/>
              </a:rPr>
              <a:t>About GEP: Who We Are?  (2)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D32521-B31B-B47B-3A73-088C402DEBF9}"/>
              </a:ext>
            </a:extLst>
          </p:cNvPr>
          <p:cNvSpPr txBox="1"/>
          <p:nvPr/>
        </p:nvSpPr>
        <p:spPr>
          <a:xfrm>
            <a:off x="2584899" y="2593251"/>
            <a:ext cx="1851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spcBef>
                <a:spcPts val="600"/>
              </a:spcBef>
              <a:spcAft>
                <a:spcPts val="600"/>
              </a:spcAft>
              <a:buClr>
                <a:srgbClr val="000000">
                  <a:lumMod val="85000"/>
                  <a:lumOff val="15000"/>
                </a:srgbClr>
              </a:buClr>
              <a:buNone/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GEP’s Journey Partner Approach for PE Firms (2)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5B727F-968B-C943-6628-991CEC541D12}"/>
              </a:ext>
            </a:extLst>
          </p:cNvPr>
          <p:cNvSpPr txBox="1"/>
          <p:nvPr/>
        </p:nvSpPr>
        <p:spPr>
          <a:xfrm>
            <a:off x="4821265" y="2593251"/>
            <a:ext cx="1851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000000">
                  <a:lumMod val="85000"/>
                  <a:lumOff val="15000"/>
                </a:srgbClr>
              </a:buClr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Automotive Industry: Capabilities/Assets Overview (4)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176BCF-290C-46C3-4D03-8C5D53836EF9}"/>
              </a:ext>
            </a:extLst>
          </p:cNvPr>
          <p:cNvSpPr txBox="1"/>
          <p:nvPr/>
        </p:nvSpPr>
        <p:spPr>
          <a:xfrm>
            <a:off x="348534" y="4648602"/>
            <a:ext cx="185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buClr>
                <a:srgbClr val="000000">
                  <a:lumMod val="85000"/>
                  <a:lumOff val="15000"/>
                </a:srgbClr>
              </a:buClr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Our People and Industry Experts (2)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3DE663-39CD-AAF8-226A-1AE8D99B1A41}"/>
              </a:ext>
            </a:extLst>
          </p:cNvPr>
          <p:cNvSpPr txBox="1"/>
          <p:nvPr/>
        </p:nvSpPr>
        <p:spPr>
          <a:xfrm>
            <a:off x="2584899" y="4648602"/>
            <a:ext cx="185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spcBef>
                <a:spcPts val="600"/>
              </a:spcBef>
              <a:spcAft>
                <a:spcPts val="600"/>
              </a:spcAft>
              <a:buClr>
                <a:srgbClr val="000000">
                  <a:lumMod val="85000"/>
                  <a:lumOff val="15000"/>
                </a:srgbClr>
              </a:buClr>
              <a:buNone/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Sample Client Success Stories (3)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2654F4-07F7-DA87-8298-50DE4187047D}"/>
              </a:ext>
            </a:extLst>
          </p:cNvPr>
          <p:cNvSpPr txBox="1"/>
          <p:nvPr/>
        </p:nvSpPr>
        <p:spPr>
          <a:xfrm>
            <a:off x="4821265" y="4648602"/>
            <a:ext cx="185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spcBef>
                <a:spcPts val="600"/>
              </a:spcBef>
              <a:spcAft>
                <a:spcPts val="600"/>
              </a:spcAft>
              <a:buClr>
                <a:srgbClr val="000000">
                  <a:lumMod val="85000"/>
                  <a:lumOff val="15000"/>
                </a:srgbClr>
              </a:buClr>
              <a:buNone/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Potential Engagement Model (1)</a:t>
            </a:r>
          </a:p>
        </p:txBody>
      </p:sp>
      <p:grpSp>
        <p:nvGrpSpPr>
          <p:cNvPr id="28" name="Group 166">
            <a:extLst>
              <a:ext uri="{FF2B5EF4-FFF2-40B4-BE49-F238E27FC236}">
                <a16:creationId xmlns:a16="http://schemas.microsoft.com/office/drawing/2014/main" id="{672C3254-1DA0-DE69-F7F6-A9A7557B51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96325" y="2002401"/>
            <a:ext cx="355772" cy="355772"/>
            <a:chOff x="2135" y="1543"/>
            <a:chExt cx="384" cy="384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9" name="Freeform 168">
              <a:extLst>
                <a:ext uri="{FF2B5EF4-FFF2-40B4-BE49-F238E27FC236}">
                  <a16:creationId xmlns:a16="http://schemas.microsoft.com/office/drawing/2014/main" id="{7380905F-389A-48C7-DFC2-A241B1AB2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1639"/>
              <a:ext cx="164" cy="13"/>
            </a:xfrm>
            <a:custGeom>
              <a:avLst/>
              <a:gdLst>
                <a:gd name="T0" fmla="*/ 59 w 1474"/>
                <a:gd name="T1" fmla="*/ 0 h 115"/>
                <a:gd name="T2" fmla="*/ 1416 w 1474"/>
                <a:gd name="T3" fmla="*/ 0 h 115"/>
                <a:gd name="T4" fmla="*/ 1434 w 1474"/>
                <a:gd name="T5" fmla="*/ 3 h 115"/>
                <a:gd name="T6" fmla="*/ 1450 w 1474"/>
                <a:gd name="T7" fmla="*/ 12 h 115"/>
                <a:gd name="T8" fmla="*/ 1462 w 1474"/>
                <a:gd name="T9" fmla="*/ 24 h 115"/>
                <a:gd name="T10" fmla="*/ 1471 w 1474"/>
                <a:gd name="T11" fmla="*/ 40 h 115"/>
                <a:gd name="T12" fmla="*/ 1474 w 1474"/>
                <a:gd name="T13" fmla="*/ 58 h 115"/>
                <a:gd name="T14" fmla="*/ 1471 w 1474"/>
                <a:gd name="T15" fmla="*/ 75 h 115"/>
                <a:gd name="T16" fmla="*/ 1462 w 1474"/>
                <a:gd name="T17" fmla="*/ 92 h 115"/>
                <a:gd name="T18" fmla="*/ 1450 w 1474"/>
                <a:gd name="T19" fmla="*/ 104 h 115"/>
                <a:gd name="T20" fmla="*/ 1434 w 1474"/>
                <a:gd name="T21" fmla="*/ 112 h 115"/>
                <a:gd name="T22" fmla="*/ 1416 w 1474"/>
                <a:gd name="T23" fmla="*/ 115 h 115"/>
                <a:gd name="T24" fmla="*/ 59 w 1474"/>
                <a:gd name="T25" fmla="*/ 115 h 115"/>
                <a:gd name="T26" fmla="*/ 40 w 1474"/>
                <a:gd name="T27" fmla="*/ 112 h 115"/>
                <a:gd name="T28" fmla="*/ 24 w 1474"/>
                <a:gd name="T29" fmla="*/ 104 h 115"/>
                <a:gd name="T30" fmla="*/ 12 w 1474"/>
                <a:gd name="T31" fmla="*/ 92 h 115"/>
                <a:gd name="T32" fmla="*/ 3 w 1474"/>
                <a:gd name="T33" fmla="*/ 75 h 115"/>
                <a:gd name="T34" fmla="*/ 0 w 1474"/>
                <a:gd name="T35" fmla="*/ 58 h 115"/>
                <a:gd name="T36" fmla="*/ 3 w 1474"/>
                <a:gd name="T37" fmla="*/ 40 h 115"/>
                <a:gd name="T38" fmla="*/ 12 w 1474"/>
                <a:gd name="T39" fmla="*/ 24 h 115"/>
                <a:gd name="T40" fmla="*/ 24 w 1474"/>
                <a:gd name="T41" fmla="*/ 12 h 115"/>
                <a:gd name="T42" fmla="*/ 40 w 1474"/>
                <a:gd name="T43" fmla="*/ 3 h 115"/>
                <a:gd name="T44" fmla="*/ 59 w 1474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74" h="115">
                  <a:moveTo>
                    <a:pt x="59" y="0"/>
                  </a:moveTo>
                  <a:lnTo>
                    <a:pt x="1416" y="0"/>
                  </a:lnTo>
                  <a:lnTo>
                    <a:pt x="1434" y="3"/>
                  </a:lnTo>
                  <a:lnTo>
                    <a:pt x="1450" y="12"/>
                  </a:lnTo>
                  <a:lnTo>
                    <a:pt x="1462" y="24"/>
                  </a:lnTo>
                  <a:lnTo>
                    <a:pt x="1471" y="40"/>
                  </a:lnTo>
                  <a:lnTo>
                    <a:pt x="1474" y="58"/>
                  </a:lnTo>
                  <a:lnTo>
                    <a:pt x="1471" y="75"/>
                  </a:lnTo>
                  <a:lnTo>
                    <a:pt x="1462" y="92"/>
                  </a:lnTo>
                  <a:lnTo>
                    <a:pt x="1450" y="104"/>
                  </a:lnTo>
                  <a:lnTo>
                    <a:pt x="1434" y="112"/>
                  </a:lnTo>
                  <a:lnTo>
                    <a:pt x="1416" y="115"/>
                  </a:lnTo>
                  <a:lnTo>
                    <a:pt x="59" y="115"/>
                  </a:lnTo>
                  <a:lnTo>
                    <a:pt x="40" y="112"/>
                  </a:lnTo>
                  <a:lnTo>
                    <a:pt x="24" y="104"/>
                  </a:lnTo>
                  <a:lnTo>
                    <a:pt x="12" y="92"/>
                  </a:lnTo>
                  <a:lnTo>
                    <a:pt x="3" y="75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69">
              <a:extLst>
                <a:ext uri="{FF2B5EF4-FFF2-40B4-BE49-F238E27FC236}">
                  <a16:creationId xmlns:a16="http://schemas.microsoft.com/office/drawing/2014/main" id="{1CA92258-7C96-1CBA-E7F0-BD6D56D3E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1735"/>
              <a:ext cx="164" cy="13"/>
            </a:xfrm>
            <a:custGeom>
              <a:avLst/>
              <a:gdLst>
                <a:gd name="T0" fmla="*/ 59 w 1474"/>
                <a:gd name="T1" fmla="*/ 0 h 115"/>
                <a:gd name="T2" fmla="*/ 1416 w 1474"/>
                <a:gd name="T3" fmla="*/ 0 h 115"/>
                <a:gd name="T4" fmla="*/ 1434 w 1474"/>
                <a:gd name="T5" fmla="*/ 3 h 115"/>
                <a:gd name="T6" fmla="*/ 1450 w 1474"/>
                <a:gd name="T7" fmla="*/ 12 h 115"/>
                <a:gd name="T8" fmla="*/ 1462 w 1474"/>
                <a:gd name="T9" fmla="*/ 24 h 115"/>
                <a:gd name="T10" fmla="*/ 1471 w 1474"/>
                <a:gd name="T11" fmla="*/ 40 h 115"/>
                <a:gd name="T12" fmla="*/ 1474 w 1474"/>
                <a:gd name="T13" fmla="*/ 58 h 115"/>
                <a:gd name="T14" fmla="*/ 1471 w 1474"/>
                <a:gd name="T15" fmla="*/ 75 h 115"/>
                <a:gd name="T16" fmla="*/ 1462 w 1474"/>
                <a:gd name="T17" fmla="*/ 92 h 115"/>
                <a:gd name="T18" fmla="*/ 1450 w 1474"/>
                <a:gd name="T19" fmla="*/ 104 h 115"/>
                <a:gd name="T20" fmla="*/ 1434 w 1474"/>
                <a:gd name="T21" fmla="*/ 112 h 115"/>
                <a:gd name="T22" fmla="*/ 1416 w 1474"/>
                <a:gd name="T23" fmla="*/ 115 h 115"/>
                <a:gd name="T24" fmla="*/ 59 w 1474"/>
                <a:gd name="T25" fmla="*/ 115 h 115"/>
                <a:gd name="T26" fmla="*/ 40 w 1474"/>
                <a:gd name="T27" fmla="*/ 112 h 115"/>
                <a:gd name="T28" fmla="*/ 24 w 1474"/>
                <a:gd name="T29" fmla="*/ 104 h 115"/>
                <a:gd name="T30" fmla="*/ 12 w 1474"/>
                <a:gd name="T31" fmla="*/ 92 h 115"/>
                <a:gd name="T32" fmla="*/ 3 w 1474"/>
                <a:gd name="T33" fmla="*/ 75 h 115"/>
                <a:gd name="T34" fmla="*/ 0 w 1474"/>
                <a:gd name="T35" fmla="*/ 58 h 115"/>
                <a:gd name="T36" fmla="*/ 3 w 1474"/>
                <a:gd name="T37" fmla="*/ 40 h 115"/>
                <a:gd name="T38" fmla="*/ 12 w 1474"/>
                <a:gd name="T39" fmla="*/ 24 h 115"/>
                <a:gd name="T40" fmla="*/ 24 w 1474"/>
                <a:gd name="T41" fmla="*/ 12 h 115"/>
                <a:gd name="T42" fmla="*/ 40 w 1474"/>
                <a:gd name="T43" fmla="*/ 3 h 115"/>
                <a:gd name="T44" fmla="*/ 59 w 1474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74" h="115">
                  <a:moveTo>
                    <a:pt x="59" y="0"/>
                  </a:moveTo>
                  <a:lnTo>
                    <a:pt x="1416" y="0"/>
                  </a:lnTo>
                  <a:lnTo>
                    <a:pt x="1434" y="3"/>
                  </a:lnTo>
                  <a:lnTo>
                    <a:pt x="1450" y="12"/>
                  </a:lnTo>
                  <a:lnTo>
                    <a:pt x="1462" y="24"/>
                  </a:lnTo>
                  <a:lnTo>
                    <a:pt x="1471" y="40"/>
                  </a:lnTo>
                  <a:lnTo>
                    <a:pt x="1474" y="58"/>
                  </a:lnTo>
                  <a:lnTo>
                    <a:pt x="1471" y="75"/>
                  </a:lnTo>
                  <a:lnTo>
                    <a:pt x="1462" y="92"/>
                  </a:lnTo>
                  <a:lnTo>
                    <a:pt x="1450" y="104"/>
                  </a:lnTo>
                  <a:lnTo>
                    <a:pt x="1434" y="112"/>
                  </a:lnTo>
                  <a:lnTo>
                    <a:pt x="1416" y="115"/>
                  </a:lnTo>
                  <a:lnTo>
                    <a:pt x="59" y="115"/>
                  </a:lnTo>
                  <a:lnTo>
                    <a:pt x="40" y="112"/>
                  </a:lnTo>
                  <a:lnTo>
                    <a:pt x="24" y="104"/>
                  </a:lnTo>
                  <a:lnTo>
                    <a:pt x="12" y="92"/>
                  </a:lnTo>
                  <a:lnTo>
                    <a:pt x="3" y="75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70">
              <a:extLst>
                <a:ext uri="{FF2B5EF4-FFF2-40B4-BE49-F238E27FC236}">
                  <a16:creationId xmlns:a16="http://schemas.microsoft.com/office/drawing/2014/main" id="{4D4F761B-2D61-D7A9-87D5-C37104C3B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1831"/>
              <a:ext cx="164" cy="13"/>
            </a:xfrm>
            <a:custGeom>
              <a:avLst/>
              <a:gdLst>
                <a:gd name="T0" fmla="*/ 59 w 1474"/>
                <a:gd name="T1" fmla="*/ 0 h 115"/>
                <a:gd name="T2" fmla="*/ 1416 w 1474"/>
                <a:gd name="T3" fmla="*/ 0 h 115"/>
                <a:gd name="T4" fmla="*/ 1434 w 1474"/>
                <a:gd name="T5" fmla="*/ 3 h 115"/>
                <a:gd name="T6" fmla="*/ 1450 w 1474"/>
                <a:gd name="T7" fmla="*/ 12 h 115"/>
                <a:gd name="T8" fmla="*/ 1462 w 1474"/>
                <a:gd name="T9" fmla="*/ 24 h 115"/>
                <a:gd name="T10" fmla="*/ 1471 w 1474"/>
                <a:gd name="T11" fmla="*/ 40 h 115"/>
                <a:gd name="T12" fmla="*/ 1474 w 1474"/>
                <a:gd name="T13" fmla="*/ 58 h 115"/>
                <a:gd name="T14" fmla="*/ 1471 w 1474"/>
                <a:gd name="T15" fmla="*/ 75 h 115"/>
                <a:gd name="T16" fmla="*/ 1462 w 1474"/>
                <a:gd name="T17" fmla="*/ 92 h 115"/>
                <a:gd name="T18" fmla="*/ 1450 w 1474"/>
                <a:gd name="T19" fmla="*/ 104 h 115"/>
                <a:gd name="T20" fmla="*/ 1434 w 1474"/>
                <a:gd name="T21" fmla="*/ 112 h 115"/>
                <a:gd name="T22" fmla="*/ 1416 w 1474"/>
                <a:gd name="T23" fmla="*/ 115 h 115"/>
                <a:gd name="T24" fmla="*/ 59 w 1474"/>
                <a:gd name="T25" fmla="*/ 115 h 115"/>
                <a:gd name="T26" fmla="*/ 40 w 1474"/>
                <a:gd name="T27" fmla="*/ 112 h 115"/>
                <a:gd name="T28" fmla="*/ 24 w 1474"/>
                <a:gd name="T29" fmla="*/ 104 h 115"/>
                <a:gd name="T30" fmla="*/ 12 w 1474"/>
                <a:gd name="T31" fmla="*/ 92 h 115"/>
                <a:gd name="T32" fmla="*/ 3 w 1474"/>
                <a:gd name="T33" fmla="*/ 75 h 115"/>
                <a:gd name="T34" fmla="*/ 0 w 1474"/>
                <a:gd name="T35" fmla="*/ 58 h 115"/>
                <a:gd name="T36" fmla="*/ 3 w 1474"/>
                <a:gd name="T37" fmla="*/ 40 h 115"/>
                <a:gd name="T38" fmla="*/ 12 w 1474"/>
                <a:gd name="T39" fmla="*/ 24 h 115"/>
                <a:gd name="T40" fmla="*/ 24 w 1474"/>
                <a:gd name="T41" fmla="*/ 12 h 115"/>
                <a:gd name="T42" fmla="*/ 40 w 1474"/>
                <a:gd name="T43" fmla="*/ 3 h 115"/>
                <a:gd name="T44" fmla="*/ 59 w 1474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74" h="115">
                  <a:moveTo>
                    <a:pt x="59" y="0"/>
                  </a:moveTo>
                  <a:lnTo>
                    <a:pt x="1416" y="0"/>
                  </a:lnTo>
                  <a:lnTo>
                    <a:pt x="1434" y="3"/>
                  </a:lnTo>
                  <a:lnTo>
                    <a:pt x="1450" y="12"/>
                  </a:lnTo>
                  <a:lnTo>
                    <a:pt x="1462" y="24"/>
                  </a:lnTo>
                  <a:lnTo>
                    <a:pt x="1471" y="40"/>
                  </a:lnTo>
                  <a:lnTo>
                    <a:pt x="1474" y="58"/>
                  </a:lnTo>
                  <a:lnTo>
                    <a:pt x="1471" y="75"/>
                  </a:lnTo>
                  <a:lnTo>
                    <a:pt x="1462" y="92"/>
                  </a:lnTo>
                  <a:lnTo>
                    <a:pt x="1450" y="104"/>
                  </a:lnTo>
                  <a:lnTo>
                    <a:pt x="1434" y="112"/>
                  </a:lnTo>
                  <a:lnTo>
                    <a:pt x="1416" y="115"/>
                  </a:lnTo>
                  <a:lnTo>
                    <a:pt x="59" y="115"/>
                  </a:lnTo>
                  <a:lnTo>
                    <a:pt x="40" y="112"/>
                  </a:lnTo>
                  <a:lnTo>
                    <a:pt x="24" y="104"/>
                  </a:lnTo>
                  <a:lnTo>
                    <a:pt x="12" y="92"/>
                  </a:lnTo>
                  <a:lnTo>
                    <a:pt x="3" y="75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71">
              <a:extLst>
                <a:ext uri="{FF2B5EF4-FFF2-40B4-BE49-F238E27FC236}">
                  <a16:creationId xmlns:a16="http://schemas.microsoft.com/office/drawing/2014/main" id="{013CF769-12E2-FC67-0E89-E14CB650E0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5" y="1543"/>
              <a:ext cx="384" cy="384"/>
            </a:xfrm>
            <a:custGeom>
              <a:avLst/>
              <a:gdLst>
                <a:gd name="T0" fmla="*/ 115 w 3456"/>
                <a:gd name="T1" fmla="*/ 115 h 3456"/>
                <a:gd name="T2" fmla="*/ 115 w 3456"/>
                <a:gd name="T3" fmla="*/ 3341 h 3456"/>
                <a:gd name="T4" fmla="*/ 3341 w 3456"/>
                <a:gd name="T5" fmla="*/ 3341 h 3456"/>
                <a:gd name="T6" fmla="*/ 3341 w 3456"/>
                <a:gd name="T7" fmla="*/ 115 h 3456"/>
                <a:gd name="T8" fmla="*/ 115 w 3456"/>
                <a:gd name="T9" fmla="*/ 115 h 3456"/>
                <a:gd name="T10" fmla="*/ 58 w 3456"/>
                <a:gd name="T11" fmla="*/ 0 h 3456"/>
                <a:gd name="T12" fmla="*/ 3398 w 3456"/>
                <a:gd name="T13" fmla="*/ 0 h 3456"/>
                <a:gd name="T14" fmla="*/ 3416 w 3456"/>
                <a:gd name="T15" fmla="*/ 3 h 3456"/>
                <a:gd name="T16" fmla="*/ 3432 w 3456"/>
                <a:gd name="T17" fmla="*/ 12 h 3456"/>
                <a:gd name="T18" fmla="*/ 3444 w 3456"/>
                <a:gd name="T19" fmla="*/ 24 h 3456"/>
                <a:gd name="T20" fmla="*/ 3453 w 3456"/>
                <a:gd name="T21" fmla="*/ 40 h 3456"/>
                <a:gd name="T22" fmla="*/ 3456 w 3456"/>
                <a:gd name="T23" fmla="*/ 58 h 3456"/>
                <a:gd name="T24" fmla="*/ 3456 w 3456"/>
                <a:gd name="T25" fmla="*/ 3398 h 3456"/>
                <a:gd name="T26" fmla="*/ 3453 w 3456"/>
                <a:gd name="T27" fmla="*/ 3416 h 3456"/>
                <a:gd name="T28" fmla="*/ 3444 w 3456"/>
                <a:gd name="T29" fmla="*/ 3432 h 3456"/>
                <a:gd name="T30" fmla="*/ 3432 w 3456"/>
                <a:gd name="T31" fmla="*/ 3444 h 3456"/>
                <a:gd name="T32" fmla="*/ 3416 w 3456"/>
                <a:gd name="T33" fmla="*/ 3453 h 3456"/>
                <a:gd name="T34" fmla="*/ 3398 w 3456"/>
                <a:gd name="T35" fmla="*/ 3456 h 3456"/>
                <a:gd name="T36" fmla="*/ 58 w 3456"/>
                <a:gd name="T37" fmla="*/ 3456 h 3456"/>
                <a:gd name="T38" fmla="*/ 40 w 3456"/>
                <a:gd name="T39" fmla="*/ 3453 h 3456"/>
                <a:gd name="T40" fmla="*/ 24 w 3456"/>
                <a:gd name="T41" fmla="*/ 3444 h 3456"/>
                <a:gd name="T42" fmla="*/ 12 w 3456"/>
                <a:gd name="T43" fmla="*/ 3432 h 3456"/>
                <a:gd name="T44" fmla="*/ 3 w 3456"/>
                <a:gd name="T45" fmla="*/ 3416 h 3456"/>
                <a:gd name="T46" fmla="*/ 0 w 3456"/>
                <a:gd name="T47" fmla="*/ 3398 h 3456"/>
                <a:gd name="T48" fmla="*/ 0 w 3456"/>
                <a:gd name="T49" fmla="*/ 58 h 3456"/>
                <a:gd name="T50" fmla="*/ 3 w 3456"/>
                <a:gd name="T51" fmla="*/ 40 h 3456"/>
                <a:gd name="T52" fmla="*/ 12 w 3456"/>
                <a:gd name="T53" fmla="*/ 24 h 3456"/>
                <a:gd name="T54" fmla="*/ 24 w 3456"/>
                <a:gd name="T55" fmla="*/ 12 h 3456"/>
                <a:gd name="T56" fmla="*/ 40 w 3456"/>
                <a:gd name="T57" fmla="*/ 3 h 3456"/>
                <a:gd name="T58" fmla="*/ 58 w 3456"/>
                <a:gd name="T59" fmla="*/ 0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56" h="3456">
                  <a:moveTo>
                    <a:pt x="115" y="115"/>
                  </a:moveTo>
                  <a:lnTo>
                    <a:pt x="115" y="3341"/>
                  </a:lnTo>
                  <a:lnTo>
                    <a:pt x="3341" y="3341"/>
                  </a:lnTo>
                  <a:lnTo>
                    <a:pt x="3341" y="115"/>
                  </a:lnTo>
                  <a:lnTo>
                    <a:pt x="115" y="115"/>
                  </a:lnTo>
                  <a:close/>
                  <a:moveTo>
                    <a:pt x="58" y="0"/>
                  </a:moveTo>
                  <a:lnTo>
                    <a:pt x="3398" y="0"/>
                  </a:lnTo>
                  <a:lnTo>
                    <a:pt x="3416" y="3"/>
                  </a:lnTo>
                  <a:lnTo>
                    <a:pt x="3432" y="12"/>
                  </a:lnTo>
                  <a:lnTo>
                    <a:pt x="3444" y="24"/>
                  </a:lnTo>
                  <a:lnTo>
                    <a:pt x="3453" y="40"/>
                  </a:lnTo>
                  <a:lnTo>
                    <a:pt x="3456" y="58"/>
                  </a:lnTo>
                  <a:lnTo>
                    <a:pt x="3456" y="3398"/>
                  </a:lnTo>
                  <a:lnTo>
                    <a:pt x="3453" y="3416"/>
                  </a:lnTo>
                  <a:lnTo>
                    <a:pt x="3444" y="3432"/>
                  </a:lnTo>
                  <a:lnTo>
                    <a:pt x="3432" y="3444"/>
                  </a:lnTo>
                  <a:lnTo>
                    <a:pt x="3416" y="3453"/>
                  </a:lnTo>
                  <a:lnTo>
                    <a:pt x="3398" y="3456"/>
                  </a:lnTo>
                  <a:lnTo>
                    <a:pt x="58" y="3456"/>
                  </a:lnTo>
                  <a:lnTo>
                    <a:pt x="40" y="3453"/>
                  </a:lnTo>
                  <a:lnTo>
                    <a:pt x="24" y="3444"/>
                  </a:lnTo>
                  <a:lnTo>
                    <a:pt x="12" y="3432"/>
                  </a:lnTo>
                  <a:lnTo>
                    <a:pt x="3" y="3416"/>
                  </a:lnTo>
                  <a:lnTo>
                    <a:pt x="0" y="3398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72">
              <a:extLst>
                <a:ext uri="{FF2B5EF4-FFF2-40B4-BE49-F238E27FC236}">
                  <a16:creationId xmlns:a16="http://schemas.microsoft.com/office/drawing/2014/main" id="{EF6EFFCB-2814-87BF-444A-821452964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1613"/>
              <a:ext cx="51" cy="48"/>
            </a:xfrm>
            <a:custGeom>
              <a:avLst/>
              <a:gdLst>
                <a:gd name="T0" fmla="*/ 226 w 452"/>
                <a:gd name="T1" fmla="*/ 0 h 430"/>
                <a:gd name="T2" fmla="*/ 296 w 452"/>
                <a:gd name="T3" fmla="*/ 141 h 430"/>
                <a:gd name="T4" fmla="*/ 452 w 452"/>
                <a:gd name="T5" fmla="*/ 164 h 430"/>
                <a:gd name="T6" fmla="*/ 339 w 452"/>
                <a:gd name="T7" fmla="*/ 274 h 430"/>
                <a:gd name="T8" fmla="*/ 366 w 452"/>
                <a:gd name="T9" fmla="*/ 430 h 430"/>
                <a:gd name="T10" fmla="*/ 226 w 452"/>
                <a:gd name="T11" fmla="*/ 357 h 430"/>
                <a:gd name="T12" fmla="*/ 87 w 452"/>
                <a:gd name="T13" fmla="*/ 430 h 430"/>
                <a:gd name="T14" fmla="*/ 113 w 452"/>
                <a:gd name="T15" fmla="*/ 274 h 430"/>
                <a:gd name="T16" fmla="*/ 0 w 452"/>
                <a:gd name="T17" fmla="*/ 164 h 430"/>
                <a:gd name="T18" fmla="*/ 156 w 452"/>
                <a:gd name="T19" fmla="*/ 141 h 430"/>
                <a:gd name="T20" fmla="*/ 226 w 452"/>
                <a:gd name="T2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2" h="430">
                  <a:moveTo>
                    <a:pt x="226" y="0"/>
                  </a:moveTo>
                  <a:lnTo>
                    <a:pt x="296" y="141"/>
                  </a:lnTo>
                  <a:lnTo>
                    <a:pt x="452" y="164"/>
                  </a:lnTo>
                  <a:lnTo>
                    <a:pt x="339" y="274"/>
                  </a:lnTo>
                  <a:lnTo>
                    <a:pt x="366" y="430"/>
                  </a:lnTo>
                  <a:lnTo>
                    <a:pt x="226" y="357"/>
                  </a:lnTo>
                  <a:lnTo>
                    <a:pt x="87" y="430"/>
                  </a:lnTo>
                  <a:lnTo>
                    <a:pt x="113" y="274"/>
                  </a:lnTo>
                  <a:lnTo>
                    <a:pt x="0" y="164"/>
                  </a:lnTo>
                  <a:lnTo>
                    <a:pt x="156" y="141"/>
                  </a:lnTo>
                  <a:lnTo>
                    <a:pt x="226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73">
              <a:extLst>
                <a:ext uri="{FF2B5EF4-FFF2-40B4-BE49-F238E27FC236}">
                  <a16:creationId xmlns:a16="http://schemas.microsoft.com/office/drawing/2014/main" id="{82996799-35AB-A59D-2280-F4DC43191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1710"/>
              <a:ext cx="51" cy="48"/>
            </a:xfrm>
            <a:custGeom>
              <a:avLst/>
              <a:gdLst>
                <a:gd name="T0" fmla="*/ 226 w 452"/>
                <a:gd name="T1" fmla="*/ 0 h 430"/>
                <a:gd name="T2" fmla="*/ 296 w 452"/>
                <a:gd name="T3" fmla="*/ 141 h 430"/>
                <a:gd name="T4" fmla="*/ 452 w 452"/>
                <a:gd name="T5" fmla="*/ 164 h 430"/>
                <a:gd name="T6" fmla="*/ 339 w 452"/>
                <a:gd name="T7" fmla="*/ 274 h 430"/>
                <a:gd name="T8" fmla="*/ 366 w 452"/>
                <a:gd name="T9" fmla="*/ 430 h 430"/>
                <a:gd name="T10" fmla="*/ 226 w 452"/>
                <a:gd name="T11" fmla="*/ 356 h 430"/>
                <a:gd name="T12" fmla="*/ 87 w 452"/>
                <a:gd name="T13" fmla="*/ 430 h 430"/>
                <a:gd name="T14" fmla="*/ 113 w 452"/>
                <a:gd name="T15" fmla="*/ 274 h 430"/>
                <a:gd name="T16" fmla="*/ 0 w 452"/>
                <a:gd name="T17" fmla="*/ 164 h 430"/>
                <a:gd name="T18" fmla="*/ 156 w 452"/>
                <a:gd name="T19" fmla="*/ 141 h 430"/>
                <a:gd name="T20" fmla="*/ 226 w 452"/>
                <a:gd name="T2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2" h="430">
                  <a:moveTo>
                    <a:pt x="226" y="0"/>
                  </a:moveTo>
                  <a:lnTo>
                    <a:pt x="296" y="141"/>
                  </a:lnTo>
                  <a:lnTo>
                    <a:pt x="452" y="164"/>
                  </a:lnTo>
                  <a:lnTo>
                    <a:pt x="339" y="274"/>
                  </a:lnTo>
                  <a:lnTo>
                    <a:pt x="366" y="430"/>
                  </a:lnTo>
                  <a:lnTo>
                    <a:pt x="226" y="356"/>
                  </a:lnTo>
                  <a:lnTo>
                    <a:pt x="87" y="430"/>
                  </a:lnTo>
                  <a:lnTo>
                    <a:pt x="113" y="274"/>
                  </a:lnTo>
                  <a:lnTo>
                    <a:pt x="0" y="164"/>
                  </a:lnTo>
                  <a:lnTo>
                    <a:pt x="156" y="141"/>
                  </a:lnTo>
                  <a:lnTo>
                    <a:pt x="226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74">
              <a:extLst>
                <a:ext uri="{FF2B5EF4-FFF2-40B4-BE49-F238E27FC236}">
                  <a16:creationId xmlns:a16="http://schemas.microsoft.com/office/drawing/2014/main" id="{D0D4AC79-A6D9-E000-180C-E3B06645A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1809"/>
              <a:ext cx="51" cy="48"/>
            </a:xfrm>
            <a:custGeom>
              <a:avLst/>
              <a:gdLst>
                <a:gd name="T0" fmla="*/ 226 w 452"/>
                <a:gd name="T1" fmla="*/ 0 h 430"/>
                <a:gd name="T2" fmla="*/ 296 w 452"/>
                <a:gd name="T3" fmla="*/ 141 h 430"/>
                <a:gd name="T4" fmla="*/ 452 w 452"/>
                <a:gd name="T5" fmla="*/ 164 h 430"/>
                <a:gd name="T6" fmla="*/ 339 w 452"/>
                <a:gd name="T7" fmla="*/ 274 h 430"/>
                <a:gd name="T8" fmla="*/ 366 w 452"/>
                <a:gd name="T9" fmla="*/ 430 h 430"/>
                <a:gd name="T10" fmla="*/ 226 w 452"/>
                <a:gd name="T11" fmla="*/ 357 h 430"/>
                <a:gd name="T12" fmla="*/ 87 w 452"/>
                <a:gd name="T13" fmla="*/ 430 h 430"/>
                <a:gd name="T14" fmla="*/ 113 w 452"/>
                <a:gd name="T15" fmla="*/ 274 h 430"/>
                <a:gd name="T16" fmla="*/ 0 w 452"/>
                <a:gd name="T17" fmla="*/ 164 h 430"/>
                <a:gd name="T18" fmla="*/ 156 w 452"/>
                <a:gd name="T19" fmla="*/ 141 h 430"/>
                <a:gd name="T20" fmla="*/ 226 w 452"/>
                <a:gd name="T2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2" h="430">
                  <a:moveTo>
                    <a:pt x="226" y="0"/>
                  </a:moveTo>
                  <a:lnTo>
                    <a:pt x="296" y="141"/>
                  </a:lnTo>
                  <a:lnTo>
                    <a:pt x="452" y="164"/>
                  </a:lnTo>
                  <a:lnTo>
                    <a:pt x="339" y="274"/>
                  </a:lnTo>
                  <a:lnTo>
                    <a:pt x="366" y="430"/>
                  </a:lnTo>
                  <a:lnTo>
                    <a:pt x="226" y="357"/>
                  </a:lnTo>
                  <a:lnTo>
                    <a:pt x="87" y="430"/>
                  </a:lnTo>
                  <a:lnTo>
                    <a:pt x="113" y="274"/>
                  </a:lnTo>
                  <a:lnTo>
                    <a:pt x="0" y="164"/>
                  </a:lnTo>
                  <a:lnTo>
                    <a:pt x="156" y="141"/>
                  </a:lnTo>
                  <a:lnTo>
                    <a:pt x="226" y="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blurRad="190500" dist="38100" dir="5400000" algn="t" rotWithShape="0">
                <a:srgbClr val="66737C">
                  <a:alpha val="2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CC2CAD7-B1BD-095E-8D65-522D4910E9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31804" y="1946336"/>
            <a:ext cx="357546" cy="447222"/>
            <a:chOff x="1663" y="2160"/>
            <a:chExt cx="307" cy="384"/>
          </a:xfrm>
          <a:solidFill>
            <a:schemeClr val="bg1"/>
          </a:solidFill>
        </p:grpSpPr>
        <p:sp>
          <p:nvSpPr>
            <p:cNvPr id="42" name="Freeform 79">
              <a:extLst>
                <a:ext uri="{FF2B5EF4-FFF2-40B4-BE49-F238E27FC236}">
                  <a16:creationId xmlns:a16="http://schemas.microsoft.com/office/drawing/2014/main" id="{AB0D0BF2-6A32-72ED-1838-4265EC49CC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3" y="2160"/>
              <a:ext cx="307" cy="384"/>
            </a:xfrm>
            <a:custGeom>
              <a:avLst/>
              <a:gdLst>
                <a:gd name="T0" fmla="*/ 1403 w 2765"/>
                <a:gd name="T1" fmla="*/ 1662 h 3456"/>
                <a:gd name="T2" fmla="*/ 1239 w 2765"/>
                <a:gd name="T3" fmla="*/ 1726 h 3456"/>
                <a:gd name="T4" fmla="*/ 1104 w 2765"/>
                <a:gd name="T5" fmla="*/ 1836 h 3456"/>
                <a:gd name="T6" fmla="*/ 1009 w 2765"/>
                <a:gd name="T7" fmla="*/ 1981 h 3456"/>
                <a:gd name="T8" fmla="*/ 961 w 2765"/>
                <a:gd name="T9" fmla="*/ 2153 h 3456"/>
                <a:gd name="T10" fmla="*/ 971 w 2765"/>
                <a:gd name="T11" fmla="*/ 2336 h 3456"/>
                <a:gd name="T12" fmla="*/ 1036 w 2765"/>
                <a:gd name="T13" fmla="*/ 2501 h 3456"/>
                <a:gd name="T14" fmla="*/ 1145 w 2765"/>
                <a:gd name="T15" fmla="*/ 2635 h 3456"/>
                <a:gd name="T16" fmla="*/ 1290 w 2765"/>
                <a:gd name="T17" fmla="*/ 2730 h 3456"/>
                <a:gd name="T18" fmla="*/ 1463 w 2765"/>
                <a:gd name="T19" fmla="*/ 2777 h 3456"/>
                <a:gd name="T20" fmla="*/ 1645 w 2765"/>
                <a:gd name="T21" fmla="*/ 2768 h 3456"/>
                <a:gd name="T22" fmla="*/ 1810 w 2765"/>
                <a:gd name="T23" fmla="*/ 2704 h 3456"/>
                <a:gd name="T24" fmla="*/ 1944 w 2765"/>
                <a:gd name="T25" fmla="*/ 2594 h 3456"/>
                <a:gd name="T26" fmla="*/ 2040 w 2765"/>
                <a:gd name="T27" fmla="*/ 2449 h 3456"/>
                <a:gd name="T28" fmla="*/ 2087 w 2765"/>
                <a:gd name="T29" fmla="*/ 2277 h 3456"/>
                <a:gd name="T30" fmla="*/ 2077 w 2765"/>
                <a:gd name="T31" fmla="*/ 2093 h 3456"/>
                <a:gd name="T32" fmla="*/ 2013 w 2765"/>
                <a:gd name="T33" fmla="*/ 1929 h 3456"/>
                <a:gd name="T34" fmla="*/ 1903 w 2765"/>
                <a:gd name="T35" fmla="*/ 1795 h 3456"/>
                <a:gd name="T36" fmla="*/ 1757 w 2765"/>
                <a:gd name="T37" fmla="*/ 1699 h 3456"/>
                <a:gd name="T38" fmla="*/ 1586 w 2765"/>
                <a:gd name="T39" fmla="*/ 1652 h 3456"/>
                <a:gd name="T40" fmla="*/ 1728 w 2765"/>
                <a:gd name="T41" fmla="*/ 1152 h 3456"/>
                <a:gd name="T42" fmla="*/ 404 w 2765"/>
                <a:gd name="T43" fmla="*/ 403 h 3456"/>
                <a:gd name="T44" fmla="*/ 1963 w 2765"/>
                <a:gd name="T45" fmla="*/ 2735 h 3456"/>
                <a:gd name="T46" fmla="*/ 1816 w 2765"/>
                <a:gd name="T47" fmla="*/ 2830 h 3456"/>
                <a:gd name="T48" fmla="*/ 1646 w 2765"/>
                <a:gd name="T49" fmla="*/ 2885 h 3456"/>
                <a:gd name="T50" fmla="*/ 1459 w 2765"/>
                <a:gd name="T51" fmla="*/ 2894 h 3456"/>
                <a:gd name="T52" fmla="*/ 1274 w 2765"/>
                <a:gd name="T53" fmla="*/ 2849 h 3456"/>
                <a:gd name="T54" fmla="*/ 1112 w 2765"/>
                <a:gd name="T55" fmla="*/ 2757 h 3456"/>
                <a:gd name="T56" fmla="*/ 981 w 2765"/>
                <a:gd name="T57" fmla="*/ 2627 h 3456"/>
                <a:gd name="T58" fmla="*/ 890 w 2765"/>
                <a:gd name="T59" fmla="*/ 2465 h 3456"/>
                <a:gd name="T60" fmla="*/ 846 w 2765"/>
                <a:gd name="T61" fmla="*/ 2280 h 3456"/>
                <a:gd name="T62" fmla="*/ 855 w 2765"/>
                <a:gd name="T63" fmla="*/ 2085 h 3456"/>
                <a:gd name="T64" fmla="*/ 916 w 2765"/>
                <a:gd name="T65" fmla="*/ 1907 h 3456"/>
                <a:gd name="T66" fmla="*/ 1021 w 2765"/>
                <a:gd name="T67" fmla="*/ 1755 h 3456"/>
                <a:gd name="T68" fmla="*/ 1163 w 2765"/>
                <a:gd name="T69" fmla="*/ 1638 h 3456"/>
                <a:gd name="T70" fmla="*/ 1333 w 2765"/>
                <a:gd name="T71" fmla="*/ 1560 h 3456"/>
                <a:gd name="T72" fmla="*/ 1524 w 2765"/>
                <a:gd name="T73" fmla="*/ 1533 h 3456"/>
                <a:gd name="T74" fmla="*/ 1716 w 2765"/>
                <a:gd name="T75" fmla="*/ 1560 h 3456"/>
                <a:gd name="T76" fmla="*/ 1885 w 2765"/>
                <a:gd name="T77" fmla="*/ 1638 h 3456"/>
                <a:gd name="T78" fmla="*/ 2027 w 2765"/>
                <a:gd name="T79" fmla="*/ 1755 h 3456"/>
                <a:gd name="T80" fmla="*/ 2132 w 2765"/>
                <a:gd name="T81" fmla="*/ 1907 h 3456"/>
                <a:gd name="T82" fmla="*/ 2193 w 2765"/>
                <a:gd name="T83" fmla="*/ 2085 h 3456"/>
                <a:gd name="T84" fmla="*/ 2203 w 2765"/>
                <a:gd name="T85" fmla="*/ 2277 h 3456"/>
                <a:gd name="T86" fmla="*/ 2163 w 2765"/>
                <a:gd name="T87" fmla="*/ 2453 h 3456"/>
                <a:gd name="T88" fmla="*/ 2080 w 2765"/>
                <a:gd name="T89" fmla="*/ 2608 h 3456"/>
                <a:gd name="T90" fmla="*/ 2477 w 2765"/>
                <a:gd name="T91" fmla="*/ 1267 h 3456"/>
                <a:gd name="T92" fmla="*/ 404 w 2765"/>
                <a:gd name="T93" fmla="*/ 403 h 3456"/>
                <a:gd name="T94" fmla="*/ 288 w 2765"/>
                <a:gd name="T95" fmla="*/ 2880 h 3456"/>
                <a:gd name="T96" fmla="*/ 2189 w 2765"/>
                <a:gd name="T97" fmla="*/ 782 h 3456"/>
                <a:gd name="T98" fmla="*/ 0 w 2765"/>
                <a:gd name="T99" fmla="*/ 0 h 3456"/>
                <a:gd name="T100" fmla="*/ 2592 w 2765"/>
                <a:gd name="T101" fmla="*/ 1186 h 3456"/>
                <a:gd name="T102" fmla="*/ 2758 w 2765"/>
                <a:gd name="T103" fmla="*/ 3370 h 3456"/>
                <a:gd name="T104" fmla="*/ 2763 w 2765"/>
                <a:gd name="T105" fmla="*/ 3413 h 3456"/>
                <a:gd name="T106" fmla="*/ 2736 w 2765"/>
                <a:gd name="T107" fmla="*/ 3449 h 3456"/>
                <a:gd name="T108" fmla="*/ 2693 w 2765"/>
                <a:gd name="T109" fmla="*/ 3454 h 3456"/>
                <a:gd name="T110" fmla="*/ 2510 w 2765"/>
                <a:gd name="T111" fmla="*/ 3283 h 3456"/>
                <a:gd name="T112" fmla="*/ 0 w 2765"/>
                <a:gd name="T113" fmla="*/ 2995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65" h="3456">
                  <a:moveTo>
                    <a:pt x="1524" y="1648"/>
                  </a:moveTo>
                  <a:lnTo>
                    <a:pt x="1463" y="1652"/>
                  </a:lnTo>
                  <a:lnTo>
                    <a:pt x="1403" y="1662"/>
                  </a:lnTo>
                  <a:lnTo>
                    <a:pt x="1346" y="1678"/>
                  </a:lnTo>
                  <a:lnTo>
                    <a:pt x="1290" y="1699"/>
                  </a:lnTo>
                  <a:lnTo>
                    <a:pt x="1239" y="1726"/>
                  </a:lnTo>
                  <a:lnTo>
                    <a:pt x="1190" y="1758"/>
                  </a:lnTo>
                  <a:lnTo>
                    <a:pt x="1145" y="1795"/>
                  </a:lnTo>
                  <a:lnTo>
                    <a:pt x="1104" y="1836"/>
                  </a:lnTo>
                  <a:lnTo>
                    <a:pt x="1067" y="1881"/>
                  </a:lnTo>
                  <a:lnTo>
                    <a:pt x="1036" y="1929"/>
                  </a:lnTo>
                  <a:lnTo>
                    <a:pt x="1009" y="1981"/>
                  </a:lnTo>
                  <a:lnTo>
                    <a:pt x="987" y="2036"/>
                  </a:lnTo>
                  <a:lnTo>
                    <a:pt x="971" y="2093"/>
                  </a:lnTo>
                  <a:lnTo>
                    <a:pt x="961" y="2153"/>
                  </a:lnTo>
                  <a:lnTo>
                    <a:pt x="958" y="2215"/>
                  </a:lnTo>
                  <a:lnTo>
                    <a:pt x="961" y="2277"/>
                  </a:lnTo>
                  <a:lnTo>
                    <a:pt x="971" y="2336"/>
                  </a:lnTo>
                  <a:lnTo>
                    <a:pt x="987" y="2394"/>
                  </a:lnTo>
                  <a:lnTo>
                    <a:pt x="1009" y="2449"/>
                  </a:lnTo>
                  <a:lnTo>
                    <a:pt x="1036" y="2501"/>
                  </a:lnTo>
                  <a:lnTo>
                    <a:pt x="1067" y="2549"/>
                  </a:lnTo>
                  <a:lnTo>
                    <a:pt x="1104" y="2594"/>
                  </a:lnTo>
                  <a:lnTo>
                    <a:pt x="1145" y="2635"/>
                  </a:lnTo>
                  <a:lnTo>
                    <a:pt x="1190" y="2672"/>
                  </a:lnTo>
                  <a:lnTo>
                    <a:pt x="1239" y="2704"/>
                  </a:lnTo>
                  <a:lnTo>
                    <a:pt x="1290" y="2730"/>
                  </a:lnTo>
                  <a:lnTo>
                    <a:pt x="1346" y="2752"/>
                  </a:lnTo>
                  <a:lnTo>
                    <a:pt x="1403" y="2768"/>
                  </a:lnTo>
                  <a:lnTo>
                    <a:pt x="1463" y="2777"/>
                  </a:lnTo>
                  <a:lnTo>
                    <a:pt x="1524" y="2781"/>
                  </a:lnTo>
                  <a:lnTo>
                    <a:pt x="1586" y="2777"/>
                  </a:lnTo>
                  <a:lnTo>
                    <a:pt x="1645" y="2768"/>
                  </a:lnTo>
                  <a:lnTo>
                    <a:pt x="1703" y="2752"/>
                  </a:lnTo>
                  <a:lnTo>
                    <a:pt x="1757" y="2730"/>
                  </a:lnTo>
                  <a:lnTo>
                    <a:pt x="1810" y="2704"/>
                  </a:lnTo>
                  <a:lnTo>
                    <a:pt x="1858" y="2672"/>
                  </a:lnTo>
                  <a:lnTo>
                    <a:pt x="1903" y="2635"/>
                  </a:lnTo>
                  <a:lnTo>
                    <a:pt x="1944" y="2594"/>
                  </a:lnTo>
                  <a:lnTo>
                    <a:pt x="1981" y="2549"/>
                  </a:lnTo>
                  <a:lnTo>
                    <a:pt x="2013" y="2501"/>
                  </a:lnTo>
                  <a:lnTo>
                    <a:pt x="2040" y="2449"/>
                  </a:lnTo>
                  <a:lnTo>
                    <a:pt x="2061" y="2394"/>
                  </a:lnTo>
                  <a:lnTo>
                    <a:pt x="2077" y="2336"/>
                  </a:lnTo>
                  <a:lnTo>
                    <a:pt x="2087" y="2277"/>
                  </a:lnTo>
                  <a:lnTo>
                    <a:pt x="2091" y="2215"/>
                  </a:lnTo>
                  <a:lnTo>
                    <a:pt x="2087" y="2153"/>
                  </a:lnTo>
                  <a:lnTo>
                    <a:pt x="2077" y="2093"/>
                  </a:lnTo>
                  <a:lnTo>
                    <a:pt x="2061" y="2036"/>
                  </a:lnTo>
                  <a:lnTo>
                    <a:pt x="2040" y="1981"/>
                  </a:lnTo>
                  <a:lnTo>
                    <a:pt x="2013" y="1929"/>
                  </a:lnTo>
                  <a:lnTo>
                    <a:pt x="1981" y="1881"/>
                  </a:lnTo>
                  <a:lnTo>
                    <a:pt x="1944" y="1836"/>
                  </a:lnTo>
                  <a:lnTo>
                    <a:pt x="1903" y="1795"/>
                  </a:lnTo>
                  <a:lnTo>
                    <a:pt x="1858" y="1758"/>
                  </a:lnTo>
                  <a:lnTo>
                    <a:pt x="1810" y="1726"/>
                  </a:lnTo>
                  <a:lnTo>
                    <a:pt x="1757" y="1699"/>
                  </a:lnTo>
                  <a:lnTo>
                    <a:pt x="1703" y="1678"/>
                  </a:lnTo>
                  <a:lnTo>
                    <a:pt x="1645" y="1662"/>
                  </a:lnTo>
                  <a:lnTo>
                    <a:pt x="1586" y="1652"/>
                  </a:lnTo>
                  <a:lnTo>
                    <a:pt x="1524" y="1648"/>
                  </a:lnTo>
                  <a:close/>
                  <a:moveTo>
                    <a:pt x="1728" y="485"/>
                  </a:moveTo>
                  <a:lnTo>
                    <a:pt x="1728" y="1152"/>
                  </a:lnTo>
                  <a:lnTo>
                    <a:pt x="2396" y="1152"/>
                  </a:lnTo>
                  <a:lnTo>
                    <a:pt x="1728" y="485"/>
                  </a:lnTo>
                  <a:close/>
                  <a:moveTo>
                    <a:pt x="404" y="403"/>
                  </a:moveTo>
                  <a:lnTo>
                    <a:pt x="404" y="3168"/>
                  </a:lnTo>
                  <a:lnTo>
                    <a:pt x="2396" y="3168"/>
                  </a:lnTo>
                  <a:lnTo>
                    <a:pt x="1963" y="2735"/>
                  </a:lnTo>
                  <a:lnTo>
                    <a:pt x="1917" y="2771"/>
                  </a:lnTo>
                  <a:lnTo>
                    <a:pt x="1868" y="2803"/>
                  </a:lnTo>
                  <a:lnTo>
                    <a:pt x="1816" y="2830"/>
                  </a:lnTo>
                  <a:lnTo>
                    <a:pt x="1762" y="2854"/>
                  </a:lnTo>
                  <a:lnTo>
                    <a:pt x="1705" y="2872"/>
                  </a:lnTo>
                  <a:lnTo>
                    <a:pt x="1646" y="2885"/>
                  </a:lnTo>
                  <a:lnTo>
                    <a:pt x="1587" y="2894"/>
                  </a:lnTo>
                  <a:lnTo>
                    <a:pt x="1524" y="2897"/>
                  </a:lnTo>
                  <a:lnTo>
                    <a:pt x="1459" y="2894"/>
                  </a:lnTo>
                  <a:lnTo>
                    <a:pt x="1395" y="2884"/>
                  </a:lnTo>
                  <a:lnTo>
                    <a:pt x="1333" y="2870"/>
                  </a:lnTo>
                  <a:lnTo>
                    <a:pt x="1274" y="2849"/>
                  </a:lnTo>
                  <a:lnTo>
                    <a:pt x="1217" y="2823"/>
                  </a:lnTo>
                  <a:lnTo>
                    <a:pt x="1163" y="2792"/>
                  </a:lnTo>
                  <a:lnTo>
                    <a:pt x="1112" y="2757"/>
                  </a:lnTo>
                  <a:lnTo>
                    <a:pt x="1065" y="2718"/>
                  </a:lnTo>
                  <a:lnTo>
                    <a:pt x="1021" y="2675"/>
                  </a:lnTo>
                  <a:lnTo>
                    <a:pt x="981" y="2627"/>
                  </a:lnTo>
                  <a:lnTo>
                    <a:pt x="947" y="2576"/>
                  </a:lnTo>
                  <a:lnTo>
                    <a:pt x="916" y="2522"/>
                  </a:lnTo>
                  <a:lnTo>
                    <a:pt x="890" y="2465"/>
                  </a:lnTo>
                  <a:lnTo>
                    <a:pt x="870" y="2406"/>
                  </a:lnTo>
                  <a:lnTo>
                    <a:pt x="855" y="2344"/>
                  </a:lnTo>
                  <a:lnTo>
                    <a:pt x="846" y="2280"/>
                  </a:lnTo>
                  <a:lnTo>
                    <a:pt x="843" y="2215"/>
                  </a:lnTo>
                  <a:lnTo>
                    <a:pt x="846" y="2149"/>
                  </a:lnTo>
                  <a:lnTo>
                    <a:pt x="855" y="2085"/>
                  </a:lnTo>
                  <a:lnTo>
                    <a:pt x="870" y="2023"/>
                  </a:lnTo>
                  <a:lnTo>
                    <a:pt x="890" y="1965"/>
                  </a:lnTo>
                  <a:lnTo>
                    <a:pt x="916" y="1907"/>
                  </a:lnTo>
                  <a:lnTo>
                    <a:pt x="947" y="1854"/>
                  </a:lnTo>
                  <a:lnTo>
                    <a:pt x="981" y="1802"/>
                  </a:lnTo>
                  <a:lnTo>
                    <a:pt x="1021" y="1755"/>
                  </a:lnTo>
                  <a:lnTo>
                    <a:pt x="1065" y="1712"/>
                  </a:lnTo>
                  <a:lnTo>
                    <a:pt x="1112" y="1672"/>
                  </a:lnTo>
                  <a:lnTo>
                    <a:pt x="1163" y="1638"/>
                  </a:lnTo>
                  <a:lnTo>
                    <a:pt x="1217" y="1607"/>
                  </a:lnTo>
                  <a:lnTo>
                    <a:pt x="1274" y="1581"/>
                  </a:lnTo>
                  <a:lnTo>
                    <a:pt x="1333" y="1560"/>
                  </a:lnTo>
                  <a:lnTo>
                    <a:pt x="1395" y="1546"/>
                  </a:lnTo>
                  <a:lnTo>
                    <a:pt x="1459" y="1536"/>
                  </a:lnTo>
                  <a:lnTo>
                    <a:pt x="1524" y="1533"/>
                  </a:lnTo>
                  <a:lnTo>
                    <a:pt x="1590" y="1536"/>
                  </a:lnTo>
                  <a:lnTo>
                    <a:pt x="1654" y="1546"/>
                  </a:lnTo>
                  <a:lnTo>
                    <a:pt x="1716" y="1560"/>
                  </a:lnTo>
                  <a:lnTo>
                    <a:pt x="1774" y="1581"/>
                  </a:lnTo>
                  <a:lnTo>
                    <a:pt x="1832" y="1607"/>
                  </a:lnTo>
                  <a:lnTo>
                    <a:pt x="1885" y="1638"/>
                  </a:lnTo>
                  <a:lnTo>
                    <a:pt x="1937" y="1672"/>
                  </a:lnTo>
                  <a:lnTo>
                    <a:pt x="1984" y="1712"/>
                  </a:lnTo>
                  <a:lnTo>
                    <a:pt x="2027" y="1755"/>
                  </a:lnTo>
                  <a:lnTo>
                    <a:pt x="2066" y="1802"/>
                  </a:lnTo>
                  <a:lnTo>
                    <a:pt x="2102" y="1854"/>
                  </a:lnTo>
                  <a:lnTo>
                    <a:pt x="2132" y="1907"/>
                  </a:lnTo>
                  <a:lnTo>
                    <a:pt x="2158" y="1965"/>
                  </a:lnTo>
                  <a:lnTo>
                    <a:pt x="2178" y="2023"/>
                  </a:lnTo>
                  <a:lnTo>
                    <a:pt x="2193" y="2085"/>
                  </a:lnTo>
                  <a:lnTo>
                    <a:pt x="2203" y="2149"/>
                  </a:lnTo>
                  <a:lnTo>
                    <a:pt x="2206" y="2215"/>
                  </a:lnTo>
                  <a:lnTo>
                    <a:pt x="2203" y="2277"/>
                  </a:lnTo>
                  <a:lnTo>
                    <a:pt x="2194" y="2338"/>
                  </a:lnTo>
                  <a:lnTo>
                    <a:pt x="2181" y="2396"/>
                  </a:lnTo>
                  <a:lnTo>
                    <a:pt x="2163" y="2453"/>
                  </a:lnTo>
                  <a:lnTo>
                    <a:pt x="2140" y="2507"/>
                  </a:lnTo>
                  <a:lnTo>
                    <a:pt x="2112" y="2558"/>
                  </a:lnTo>
                  <a:lnTo>
                    <a:pt x="2080" y="2608"/>
                  </a:lnTo>
                  <a:lnTo>
                    <a:pt x="2044" y="2654"/>
                  </a:lnTo>
                  <a:lnTo>
                    <a:pt x="2477" y="3086"/>
                  </a:lnTo>
                  <a:lnTo>
                    <a:pt x="2477" y="1267"/>
                  </a:lnTo>
                  <a:lnTo>
                    <a:pt x="1613" y="1267"/>
                  </a:lnTo>
                  <a:lnTo>
                    <a:pt x="1613" y="403"/>
                  </a:lnTo>
                  <a:lnTo>
                    <a:pt x="404" y="403"/>
                  </a:lnTo>
                  <a:close/>
                  <a:moveTo>
                    <a:pt x="116" y="115"/>
                  </a:moveTo>
                  <a:lnTo>
                    <a:pt x="116" y="2880"/>
                  </a:lnTo>
                  <a:lnTo>
                    <a:pt x="288" y="2880"/>
                  </a:lnTo>
                  <a:lnTo>
                    <a:pt x="288" y="288"/>
                  </a:lnTo>
                  <a:lnTo>
                    <a:pt x="1695" y="288"/>
                  </a:lnTo>
                  <a:lnTo>
                    <a:pt x="2189" y="782"/>
                  </a:lnTo>
                  <a:lnTo>
                    <a:pt x="2189" y="115"/>
                  </a:lnTo>
                  <a:lnTo>
                    <a:pt x="116" y="115"/>
                  </a:lnTo>
                  <a:close/>
                  <a:moveTo>
                    <a:pt x="0" y="0"/>
                  </a:moveTo>
                  <a:lnTo>
                    <a:pt x="2304" y="0"/>
                  </a:lnTo>
                  <a:lnTo>
                    <a:pt x="2304" y="898"/>
                  </a:lnTo>
                  <a:lnTo>
                    <a:pt x="2592" y="1186"/>
                  </a:lnTo>
                  <a:lnTo>
                    <a:pt x="2592" y="3202"/>
                  </a:lnTo>
                  <a:lnTo>
                    <a:pt x="2748" y="3358"/>
                  </a:lnTo>
                  <a:lnTo>
                    <a:pt x="2758" y="3370"/>
                  </a:lnTo>
                  <a:lnTo>
                    <a:pt x="2763" y="3384"/>
                  </a:lnTo>
                  <a:lnTo>
                    <a:pt x="2765" y="3398"/>
                  </a:lnTo>
                  <a:lnTo>
                    <a:pt x="2763" y="3413"/>
                  </a:lnTo>
                  <a:lnTo>
                    <a:pt x="2758" y="3427"/>
                  </a:lnTo>
                  <a:lnTo>
                    <a:pt x="2748" y="3439"/>
                  </a:lnTo>
                  <a:lnTo>
                    <a:pt x="2736" y="3449"/>
                  </a:lnTo>
                  <a:lnTo>
                    <a:pt x="2722" y="3454"/>
                  </a:lnTo>
                  <a:lnTo>
                    <a:pt x="2708" y="3456"/>
                  </a:lnTo>
                  <a:lnTo>
                    <a:pt x="2693" y="3454"/>
                  </a:lnTo>
                  <a:lnTo>
                    <a:pt x="2679" y="3449"/>
                  </a:lnTo>
                  <a:lnTo>
                    <a:pt x="2668" y="3439"/>
                  </a:lnTo>
                  <a:lnTo>
                    <a:pt x="2510" y="3283"/>
                  </a:lnTo>
                  <a:lnTo>
                    <a:pt x="288" y="3283"/>
                  </a:lnTo>
                  <a:lnTo>
                    <a:pt x="288" y="2995"/>
                  </a:lnTo>
                  <a:lnTo>
                    <a:pt x="0" y="299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0">
              <a:extLst>
                <a:ext uri="{FF2B5EF4-FFF2-40B4-BE49-F238E27FC236}">
                  <a16:creationId xmlns:a16="http://schemas.microsoft.com/office/drawing/2014/main" id="{B7762D61-182F-6954-F19A-A48B370A4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2378"/>
              <a:ext cx="51" cy="12"/>
            </a:xfrm>
            <a:custGeom>
              <a:avLst/>
              <a:gdLst>
                <a:gd name="T0" fmla="*/ 58 w 461"/>
                <a:gd name="T1" fmla="*/ 0 h 116"/>
                <a:gd name="T2" fmla="*/ 403 w 461"/>
                <a:gd name="T3" fmla="*/ 0 h 116"/>
                <a:gd name="T4" fmla="*/ 421 w 461"/>
                <a:gd name="T5" fmla="*/ 4 h 116"/>
                <a:gd name="T6" fmla="*/ 437 w 461"/>
                <a:gd name="T7" fmla="*/ 12 h 116"/>
                <a:gd name="T8" fmla="*/ 449 w 461"/>
                <a:gd name="T9" fmla="*/ 24 h 116"/>
                <a:gd name="T10" fmla="*/ 458 w 461"/>
                <a:gd name="T11" fmla="*/ 40 h 116"/>
                <a:gd name="T12" fmla="*/ 461 w 461"/>
                <a:gd name="T13" fmla="*/ 58 h 116"/>
                <a:gd name="T14" fmla="*/ 458 w 461"/>
                <a:gd name="T15" fmla="*/ 76 h 116"/>
                <a:gd name="T16" fmla="*/ 449 w 461"/>
                <a:gd name="T17" fmla="*/ 92 h 116"/>
                <a:gd name="T18" fmla="*/ 437 w 461"/>
                <a:gd name="T19" fmla="*/ 104 h 116"/>
                <a:gd name="T20" fmla="*/ 421 w 461"/>
                <a:gd name="T21" fmla="*/ 112 h 116"/>
                <a:gd name="T22" fmla="*/ 403 w 461"/>
                <a:gd name="T23" fmla="*/ 116 h 116"/>
                <a:gd name="T24" fmla="*/ 58 w 461"/>
                <a:gd name="T25" fmla="*/ 116 h 116"/>
                <a:gd name="T26" fmla="*/ 39 w 461"/>
                <a:gd name="T27" fmla="*/ 112 h 116"/>
                <a:gd name="T28" fmla="*/ 23 w 461"/>
                <a:gd name="T29" fmla="*/ 104 h 116"/>
                <a:gd name="T30" fmla="*/ 11 w 461"/>
                <a:gd name="T31" fmla="*/ 92 h 116"/>
                <a:gd name="T32" fmla="*/ 2 w 461"/>
                <a:gd name="T33" fmla="*/ 76 h 116"/>
                <a:gd name="T34" fmla="*/ 0 w 461"/>
                <a:gd name="T35" fmla="*/ 58 h 116"/>
                <a:gd name="T36" fmla="*/ 2 w 461"/>
                <a:gd name="T37" fmla="*/ 40 h 116"/>
                <a:gd name="T38" fmla="*/ 11 w 461"/>
                <a:gd name="T39" fmla="*/ 24 h 116"/>
                <a:gd name="T40" fmla="*/ 23 w 461"/>
                <a:gd name="T41" fmla="*/ 12 h 116"/>
                <a:gd name="T42" fmla="*/ 39 w 461"/>
                <a:gd name="T43" fmla="*/ 4 h 116"/>
                <a:gd name="T44" fmla="*/ 58 w 461"/>
                <a:gd name="T4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61" h="116">
                  <a:moveTo>
                    <a:pt x="58" y="0"/>
                  </a:moveTo>
                  <a:lnTo>
                    <a:pt x="403" y="0"/>
                  </a:lnTo>
                  <a:lnTo>
                    <a:pt x="421" y="4"/>
                  </a:lnTo>
                  <a:lnTo>
                    <a:pt x="437" y="12"/>
                  </a:lnTo>
                  <a:lnTo>
                    <a:pt x="449" y="24"/>
                  </a:lnTo>
                  <a:lnTo>
                    <a:pt x="458" y="40"/>
                  </a:lnTo>
                  <a:lnTo>
                    <a:pt x="461" y="58"/>
                  </a:lnTo>
                  <a:lnTo>
                    <a:pt x="458" y="76"/>
                  </a:lnTo>
                  <a:lnTo>
                    <a:pt x="449" y="92"/>
                  </a:lnTo>
                  <a:lnTo>
                    <a:pt x="437" y="104"/>
                  </a:lnTo>
                  <a:lnTo>
                    <a:pt x="421" y="112"/>
                  </a:lnTo>
                  <a:lnTo>
                    <a:pt x="403" y="116"/>
                  </a:lnTo>
                  <a:lnTo>
                    <a:pt x="58" y="116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1" y="92"/>
                  </a:lnTo>
                  <a:lnTo>
                    <a:pt x="2" y="76"/>
                  </a:lnTo>
                  <a:lnTo>
                    <a:pt x="0" y="58"/>
                  </a:lnTo>
                  <a:lnTo>
                    <a:pt x="2" y="40"/>
                  </a:lnTo>
                  <a:lnTo>
                    <a:pt x="11" y="24"/>
                  </a:lnTo>
                  <a:lnTo>
                    <a:pt x="23" y="12"/>
                  </a:lnTo>
                  <a:lnTo>
                    <a:pt x="39" y="4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81">
              <a:extLst>
                <a:ext uri="{FF2B5EF4-FFF2-40B4-BE49-F238E27FC236}">
                  <a16:creationId xmlns:a16="http://schemas.microsoft.com/office/drawing/2014/main" id="{6DB4A31C-3761-7EE2-0009-5AD8470DF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2416"/>
              <a:ext cx="89" cy="13"/>
            </a:xfrm>
            <a:custGeom>
              <a:avLst/>
              <a:gdLst>
                <a:gd name="T0" fmla="*/ 58 w 807"/>
                <a:gd name="T1" fmla="*/ 0 h 115"/>
                <a:gd name="T2" fmla="*/ 749 w 807"/>
                <a:gd name="T3" fmla="*/ 0 h 115"/>
                <a:gd name="T4" fmla="*/ 767 w 807"/>
                <a:gd name="T5" fmla="*/ 3 h 115"/>
                <a:gd name="T6" fmla="*/ 782 w 807"/>
                <a:gd name="T7" fmla="*/ 12 h 115"/>
                <a:gd name="T8" fmla="*/ 795 w 807"/>
                <a:gd name="T9" fmla="*/ 24 h 115"/>
                <a:gd name="T10" fmla="*/ 803 w 807"/>
                <a:gd name="T11" fmla="*/ 40 h 115"/>
                <a:gd name="T12" fmla="*/ 807 w 807"/>
                <a:gd name="T13" fmla="*/ 58 h 115"/>
                <a:gd name="T14" fmla="*/ 803 w 807"/>
                <a:gd name="T15" fmla="*/ 75 h 115"/>
                <a:gd name="T16" fmla="*/ 795 w 807"/>
                <a:gd name="T17" fmla="*/ 92 h 115"/>
                <a:gd name="T18" fmla="*/ 782 w 807"/>
                <a:gd name="T19" fmla="*/ 104 h 115"/>
                <a:gd name="T20" fmla="*/ 767 w 807"/>
                <a:gd name="T21" fmla="*/ 112 h 115"/>
                <a:gd name="T22" fmla="*/ 749 w 807"/>
                <a:gd name="T23" fmla="*/ 115 h 115"/>
                <a:gd name="T24" fmla="*/ 58 w 807"/>
                <a:gd name="T25" fmla="*/ 115 h 115"/>
                <a:gd name="T26" fmla="*/ 39 w 807"/>
                <a:gd name="T27" fmla="*/ 112 h 115"/>
                <a:gd name="T28" fmla="*/ 23 w 807"/>
                <a:gd name="T29" fmla="*/ 104 h 115"/>
                <a:gd name="T30" fmla="*/ 11 w 807"/>
                <a:gd name="T31" fmla="*/ 92 h 115"/>
                <a:gd name="T32" fmla="*/ 2 w 807"/>
                <a:gd name="T33" fmla="*/ 75 h 115"/>
                <a:gd name="T34" fmla="*/ 0 w 807"/>
                <a:gd name="T35" fmla="*/ 58 h 115"/>
                <a:gd name="T36" fmla="*/ 2 w 807"/>
                <a:gd name="T37" fmla="*/ 40 h 115"/>
                <a:gd name="T38" fmla="*/ 11 w 807"/>
                <a:gd name="T39" fmla="*/ 24 h 115"/>
                <a:gd name="T40" fmla="*/ 23 w 807"/>
                <a:gd name="T41" fmla="*/ 12 h 115"/>
                <a:gd name="T42" fmla="*/ 39 w 807"/>
                <a:gd name="T43" fmla="*/ 3 h 115"/>
                <a:gd name="T44" fmla="*/ 58 w 807"/>
                <a:gd name="T4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7" h="115">
                  <a:moveTo>
                    <a:pt x="58" y="0"/>
                  </a:moveTo>
                  <a:lnTo>
                    <a:pt x="749" y="0"/>
                  </a:lnTo>
                  <a:lnTo>
                    <a:pt x="767" y="3"/>
                  </a:lnTo>
                  <a:lnTo>
                    <a:pt x="782" y="12"/>
                  </a:lnTo>
                  <a:lnTo>
                    <a:pt x="795" y="24"/>
                  </a:lnTo>
                  <a:lnTo>
                    <a:pt x="803" y="40"/>
                  </a:lnTo>
                  <a:lnTo>
                    <a:pt x="807" y="58"/>
                  </a:lnTo>
                  <a:lnTo>
                    <a:pt x="803" y="75"/>
                  </a:lnTo>
                  <a:lnTo>
                    <a:pt x="795" y="92"/>
                  </a:lnTo>
                  <a:lnTo>
                    <a:pt x="782" y="104"/>
                  </a:lnTo>
                  <a:lnTo>
                    <a:pt x="767" y="112"/>
                  </a:lnTo>
                  <a:lnTo>
                    <a:pt x="749" y="115"/>
                  </a:lnTo>
                  <a:lnTo>
                    <a:pt x="58" y="115"/>
                  </a:lnTo>
                  <a:lnTo>
                    <a:pt x="39" y="112"/>
                  </a:lnTo>
                  <a:lnTo>
                    <a:pt x="23" y="104"/>
                  </a:lnTo>
                  <a:lnTo>
                    <a:pt x="11" y="92"/>
                  </a:lnTo>
                  <a:lnTo>
                    <a:pt x="2" y="75"/>
                  </a:lnTo>
                  <a:lnTo>
                    <a:pt x="0" y="58"/>
                  </a:lnTo>
                  <a:lnTo>
                    <a:pt x="2" y="40"/>
                  </a:lnTo>
                  <a:lnTo>
                    <a:pt x="11" y="24"/>
                  </a:lnTo>
                  <a:lnTo>
                    <a:pt x="23" y="12"/>
                  </a:lnTo>
                  <a:lnTo>
                    <a:pt x="39" y="3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Freeform 5">
            <a:extLst>
              <a:ext uri="{FF2B5EF4-FFF2-40B4-BE49-F238E27FC236}">
                <a16:creationId xmlns:a16="http://schemas.microsoft.com/office/drawing/2014/main" id="{C5F1B458-CB77-A548-8A1B-8B949CD041E8}"/>
              </a:ext>
            </a:extLst>
          </p:cNvPr>
          <p:cNvSpPr>
            <a:spLocks noEditPoints="1"/>
          </p:cNvSpPr>
          <p:nvPr/>
        </p:nvSpPr>
        <p:spPr bwMode="auto">
          <a:xfrm>
            <a:off x="5564062" y="2004416"/>
            <a:ext cx="365760" cy="365760"/>
          </a:xfrm>
          <a:custGeom>
            <a:avLst/>
            <a:gdLst>
              <a:gd name="T0" fmla="*/ 444 w 2048"/>
              <a:gd name="T1" fmla="*/ 1922 h 2048"/>
              <a:gd name="T2" fmla="*/ 852 w 2048"/>
              <a:gd name="T3" fmla="*/ 1400 h 2048"/>
              <a:gd name="T4" fmla="*/ 613 w 2048"/>
              <a:gd name="T5" fmla="*/ 1264 h 2048"/>
              <a:gd name="T6" fmla="*/ 0 w 2048"/>
              <a:gd name="T7" fmla="*/ 1212 h 2048"/>
              <a:gd name="T8" fmla="*/ 34 w 2048"/>
              <a:gd name="T9" fmla="*/ 924 h 2048"/>
              <a:gd name="T10" fmla="*/ 389 w 2048"/>
              <a:gd name="T11" fmla="*/ 624 h 2048"/>
              <a:gd name="T12" fmla="*/ 1468 w 2048"/>
              <a:gd name="T13" fmla="*/ 843 h 2048"/>
              <a:gd name="T14" fmla="*/ 2014 w 2048"/>
              <a:gd name="T15" fmla="*/ 1054 h 2048"/>
              <a:gd name="T16" fmla="*/ 1957 w 2048"/>
              <a:gd name="T17" fmla="*/ 1264 h 2048"/>
              <a:gd name="T18" fmla="*/ 1365 w 2048"/>
              <a:gd name="T19" fmla="*/ 1265 h 2048"/>
              <a:gd name="T20" fmla="*/ 1196 w 2048"/>
              <a:gd name="T21" fmla="*/ 1843 h 2048"/>
              <a:gd name="T22" fmla="*/ 1604 w 2048"/>
              <a:gd name="T23" fmla="*/ 1962 h 2048"/>
              <a:gd name="T24" fmla="*/ 1906 w 2048"/>
              <a:gd name="T25" fmla="*/ 952 h 2048"/>
              <a:gd name="T26" fmla="*/ 104 w 2048"/>
              <a:gd name="T27" fmla="*/ 922 h 2048"/>
              <a:gd name="T28" fmla="*/ 130 w 2048"/>
              <a:gd name="T29" fmla="*/ 1127 h 2048"/>
              <a:gd name="T30" fmla="*/ 212 w 2048"/>
              <a:gd name="T31" fmla="*/ 1176 h 2048"/>
              <a:gd name="T32" fmla="*/ 1417 w 2048"/>
              <a:gd name="T33" fmla="*/ 1195 h 2048"/>
              <a:gd name="T34" fmla="*/ 1841 w 2048"/>
              <a:gd name="T35" fmla="*/ 1193 h 2048"/>
              <a:gd name="T36" fmla="*/ 1918 w 2048"/>
              <a:gd name="T37" fmla="*/ 1127 h 2048"/>
              <a:gd name="T38" fmla="*/ 752 w 2048"/>
              <a:gd name="T39" fmla="*/ 851 h 2048"/>
              <a:gd name="T40" fmla="*/ 772 w 2048"/>
              <a:gd name="T41" fmla="*/ 649 h 2048"/>
              <a:gd name="T42" fmla="*/ 1535 w 2048"/>
              <a:gd name="T43" fmla="*/ 1978 h 2048"/>
              <a:gd name="T44" fmla="*/ 923 w 2048"/>
              <a:gd name="T45" fmla="*/ 1401 h 2048"/>
              <a:gd name="T46" fmla="*/ 1058 w 2048"/>
              <a:gd name="T47" fmla="*/ 1401 h 2048"/>
              <a:gd name="T48" fmla="*/ 990 w 2048"/>
              <a:gd name="T49" fmla="*/ 1725 h 2048"/>
              <a:gd name="T50" fmla="*/ 683 w 2048"/>
              <a:gd name="T51" fmla="*/ 649 h 2048"/>
              <a:gd name="T52" fmla="*/ 283 w 2048"/>
              <a:gd name="T53" fmla="*/ 852 h 2048"/>
              <a:gd name="T54" fmla="*/ 1638 w 2048"/>
              <a:gd name="T55" fmla="*/ 1365 h 2048"/>
              <a:gd name="T56" fmla="*/ 1638 w 2048"/>
              <a:gd name="T57" fmla="*/ 1365 h 2048"/>
              <a:gd name="T58" fmla="*/ 273 w 2048"/>
              <a:gd name="T59" fmla="*/ 1229 h 2048"/>
              <a:gd name="T60" fmla="*/ 1295 w 2048"/>
              <a:gd name="T61" fmla="*/ 1330 h 2048"/>
              <a:gd name="T62" fmla="*/ 1831 w 2048"/>
              <a:gd name="T63" fmla="*/ 609 h 2048"/>
              <a:gd name="T64" fmla="*/ 418 w 2048"/>
              <a:gd name="T65" fmla="*/ 464 h 2048"/>
              <a:gd name="T66" fmla="*/ 0 w 2048"/>
              <a:gd name="T67" fmla="*/ 276 h 2048"/>
              <a:gd name="T68" fmla="*/ 463 w 2048"/>
              <a:gd name="T69" fmla="*/ 171 h 2048"/>
              <a:gd name="T70" fmla="*/ 1736 w 2048"/>
              <a:gd name="T71" fmla="*/ 0 h 2048"/>
              <a:gd name="T72" fmla="*/ 2048 w 2048"/>
              <a:gd name="T73" fmla="*/ 172 h 2048"/>
              <a:gd name="T74" fmla="*/ 1777 w 2048"/>
              <a:gd name="T75" fmla="*/ 239 h 2048"/>
              <a:gd name="T76" fmla="*/ 2048 w 2048"/>
              <a:gd name="T77" fmla="*/ 440 h 2048"/>
              <a:gd name="T78" fmla="*/ 1956 w 2048"/>
              <a:gd name="T79" fmla="*/ 458 h 2048"/>
              <a:gd name="T80" fmla="*/ 1707 w 2048"/>
              <a:gd name="T81" fmla="*/ 238 h 2048"/>
              <a:gd name="T82" fmla="*/ 1952 w 2048"/>
              <a:gd name="T83" fmla="*/ 153 h 2048"/>
              <a:gd name="T84" fmla="*/ 1332 w 2048"/>
              <a:gd name="T85" fmla="*/ 239 h 2048"/>
              <a:gd name="T86" fmla="*/ 650 w 2048"/>
              <a:gd name="T87" fmla="*/ 375 h 2048"/>
              <a:gd name="T88" fmla="*/ 579 w 2048"/>
              <a:gd name="T89" fmla="*/ 239 h 2048"/>
              <a:gd name="T90" fmla="*/ 68 w 2048"/>
              <a:gd name="T91" fmla="*/ 305 h 2048"/>
              <a:gd name="T92" fmla="*/ 579 w 2048"/>
              <a:gd name="T93" fmla="*/ 376 h 2048"/>
              <a:gd name="T94" fmla="*/ 922 w 2048"/>
              <a:gd name="T95" fmla="*/ 991 h 2048"/>
              <a:gd name="T96" fmla="*/ 886 w 2048"/>
              <a:gd name="T97" fmla="*/ 1058 h 2048"/>
              <a:gd name="T98" fmla="*/ 238 w 2048"/>
              <a:gd name="T99" fmla="*/ 205 h 2048"/>
              <a:gd name="T100" fmla="*/ 239 w 2048"/>
              <a:gd name="T101" fmla="*/ 273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048" h="2048">
                <a:moveTo>
                  <a:pt x="1552" y="2048"/>
                </a:moveTo>
                <a:cubicBezTo>
                  <a:pt x="1200" y="2048"/>
                  <a:pt x="848" y="2048"/>
                  <a:pt x="496" y="2048"/>
                </a:cubicBezTo>
                <a:cubicBezTo>
                  <a:pt x="457" y="2032"/>
                  <a:pt x="440" y="2004"/>
                  <a:pt x="444" y="1962"/>
                </a:cubicBezTo>
                <a:cubicBezTo>
                  <a:pt x="445" y="1949"/>
                  <a:pt x="444" y="1935"/>
                  <a:pt x="444" y="1922"/>
                </a:cubicBezTo>
                <a:cubicBezTo>
                  <a:pt x="444" y="1869"/>
                  <a:pt x="470" y="1844"/>
                  <a:pt x="523" y="1844"/>
                </a:cubicBezTo>
                <a:cubicBezTo>
                  <a:pt x="625" y="1843"/>
                  <a:pt x="728" y="1844"/>
                  <a:pt x="830" y="1843"/>
                </a:cubicBezTo>
                <a:cubicBezTo>
                  <a:pt x="838" y="1843"/>
                  <a:pt x="845" y="1843"/>
                  <a:pt x="852" y="1843"/>
                </a:cubicBezTo>
                <a:cubicBezTo>
                  <a:pt x="852" y="1694"/>
                  <a:pt x="852" y="1548"/>
                  <a:pt x="852" y="1400"/>
                </a:cubicBezTo>
                <a:cubicBezTo>
                  <a:pt x="819" y="1400"/>
                  <a:pt x="788" y="1400"/>
                  <a:pt x="757" y="1400"/>
                </a:cubicBezTo>
                <a:cubicBezTo>
                  <a:pt x="711" y="1399"/>
                  <a:pt x="684" y="1372"/>
                  <a:pt x="683" y="1326"/>
                </a:cubicBezTo>
                <a:cubicBezTo>
                  <a:pt x="683" y="1306"/>
                  <a:pt x="683" y="1285"/>
                  <a:pt x="683" y="1264"/>
                </a:cubicBezTo>
                <a:cubicBezTo>
                  <a:pt x="658" y="1264"/>
                  <a:pt x="635" y="1264"/>
                  <a:pt x="613" y="1264"/>
                </a:cubicBezTo>
                <a:cubicBezTo>
                  <a:pt x="566" y="1382"/>
                  <a:pt x="511" y="1431"/>
                  <a:pt x="418" y="1432"/>
                </a:cubicBezTo>
                <a:cubicBezTo>
                  <a:pt x="303" y="1434"/>
                  <a:pt x="236" y="1371"/>
                  <a:pt x="206" y="1263"/>
                </a:cubicBezTo>
                <a:cubicBezTo>
                  <a:pt x="166" y="1263"/>
                  <a:pt x="128" y="1262"/>
                  <a:pt x="89" y="1264"/>
                </a:cubicBezTo>
                <a:cubicBezTo>
                  <a:pt x="47" y="1266"/>
                  <a:pt x="17" y="1252"/>
                  <a:pt x="0" y="1212"/>
                </a:cubicBezTo>
                <a:cubicBezTo>
                  <a:pt x="0" y="1179"/>
                  <a:pt x="0" y="1145"/>
                  <a:pt x="0" y="1112"/>
                </a:cubicBezTo>
                <a:cubicBezTo>
                  <a:pt x="8" y="1099"/>
                  <a:pt x="17" y="1087"/>
                  <a:pt x="25" y="1074"/>
                </a:cubicBezTo>
                <a:cubicBezTo>
                  <a:pt x="29" y="1067"/>
                  <a:pt x="34" y="1059"/>
                  <a:pt x="34" y="1052"/>
                </a:cubicBezTo>
                <a:cubicBezTo>
                  <a:pt x="35" y="1009"/>
                  <a:pt x="34" y="967"/>
                  <a:pt x="34" y="924"/>
                </a:cubicBezTo>
                <a:cubicBezTo>
                  <a:pt x="35" y="881"/>
                  <a:pt x="62" y="855"/>
                  <a:pt x="105" y="853"/>
                </a:cubicBezTo>
                <a:cubicBezTo>
                  <a:pt x="126" y="853"/>
                  <a:pt x="146" y="852"/>
                  <a:pt x="167" y="854"/>
                </a:cubicBezTo>
                <a:cubicBezTo>
                  <a:pt x="183" y="855"/>
                  <a:pt x="194" y="849"/>
                  <a:pt x="204" y="837"/>
                </a:cubicBezTo>
                <a:cubicBezTo>
                  <a:pt x="266" y="766"/>
                  <a:pt x="328" y="695"/>
                  <a:pt x="389" y="624"/>
                </a:cubicBezTo>
                <a:cubicBezTo>
                  <a:pt x="416" y="594"/>
                  <a:pt x="447" y="580"/>
                  <a:pt x="487" y="580"/>
                </a:cubicBezTo>
                <a:cubicBezTo>
                  <a:pt x="688" y="581"/>
                  <a:pt x="889" y="581"/>
                  <a:pt x="1089" y="580"/>
                </a:cubicBezTo>
                <a:cubicBezTo>
                  <a:pt x="1123" y="580"/>
                  <a:pt x="1151" y="590"/>
                  <a:pt x="1177" y="611"/>
                </a:cubicBezTo>
                <a:cubicBezTo>
                  <a:pt x="1274" y="689"/>
                  <a:pt x="1370" y="766"/>
                  <a:pt x="1468" y="843"/>
                </a:cubicBezTo>
                <a:cubicBezTo>
                  <a:pt x="1475" y="849"/>
                  <a:pt x="1486" y="854"/>
                  <a:pt x="1496" y="855"/>
                </a:cubicBezTo>
                <a:cubicBezTo>
                  <a:pt x="1635" y="865"/>
                  <a:pt x="1774" y="874"/>
                  <a:pt x="1913" y="883"/>
                </a:cubicBezTo>
                <a:cubicBezTo>
                  <a:pt x="1973" y="887"/>
                  <a:pt x="2012" y="928"/>
                  <a:pt x="2013" y="988"/>
                </a:cubicBezTo>
                <a:cubicBezTo>
                  <a:pt x="2014" y="1010"/>
                  <a:pt x="2013" y="1032"/>
                  <a:pt x="2014" y="1054"/>
                </a:cubicBezTo>
                <a:cubicBezTo>
                  <a:pt x="2014" y="1060"/>
                  <a:pt x="2016" y="1066"/>
                  <a:pt x="2019" y="1070"/>
                </a:cubicBezTo>
                <a:cubicBezTo>
                  <a:pt x="2028" y="1085"/>
                  <a:pt x="2038" y="1098"/>
                  <a:pt x="2048" y="1112"/>
                </a:cubicBezTo>
                <a:cubicBezTo>
                  <a:pt x="2048" y="1145"/>
                  <a:pt x="2048" y="1179"/>
                  <a:pt x="2048" y="1212"/>
                </a:cubicBezTo>
                <a:cubicBezTo>
                  <a:pt x="2031" y="1252"/>
                  <a:pt x="1999" y="1266"/>
                  <a:pt x="1957" y="1264"/>
                </a:cubicBezTo>
                <a:cubicBezTo>
                  <a:pt x="1918" y="1262"/>
                  <a:pt x="1880" y="1263"/>
                  <a:pt x="1842" y="1263"/>
                </a:cubicBezTo>
                <a:cubicBezTo>
                  <a:pt x="1799" y="1380"/>
                  <a:pt x="1737" y="1432"/>
                  <a:pt x="1640" y="1433"/>
                </a:cubicBezTo>
                <a:cubicBezTo>
                  <a:pt x="1543" y="1434"/>
                  <a:pt x="1481" y="1384"/>
                  <a:pt x="1435" y="1265"/>
                </a:cubicBezTo>
                <a:cubicBezTo>
                  <a:pt x="1412" y="1265"/>
                  <a:pt x="1389" y="1265"/>
                  <a:pt x="1365" y="1265"/>
                </a:cubicBezTo>
                <a:cubicBezTo>
                  <a:pt x="1365" y="1284"/>
                  <a:pt x="1365" y="1301"/>
                  <a:pt x="1365" y="1318"/>
                </a:cubicBezTo>
                <a:cubicBezTo>
                  <a:pt x="1365" y="1375"/>
                  <a:pt x="1340" y="1400"/>
                  <a:pt x="1283" y="1400"/>
                </a:cubicBezTo>
                <a:cubicBezTo>
                  <a:pt x="1254" y="1400"/>
                  <a:pt x="1225" y="1400"/>
                  <a:pt x="1196" y="1400"/>
                </a:cubicBezTo>
                <a:cubicBezTo>
                  <a:pt x="1196" y="1549"/>
                  <a:pt x="1196" y="1695"/>
                  <a:pt x="1196" y="1843"/>
                </a:cubicBezTo>
                <a:cubicBezTo>
                  <a:pt x="1205" y="1843"/>
                  <a:pt x="1212" y="1843"/>
                  <a:pt x="1219" y="1844"/>
                </a:cubicBezTo>
                <a:cubicBezTo>
                  <a:pt x="1323" y="1844"/>
                  <a:pt x="1426" y="1843"/>
                  <a:pt x="1529" y="1844"/>
                </a:cubicBezTo>
                <a:cubicBezTo>
                  <a:pt x="1577" y="1844"/>
                  <a:pt x="1604" y="1871"/>
                  <a:pt x="1604" y="1918"/>
                </a:cubicBezTo>
                <a:cubicBezTo>
                  <a:pt x="1604" y="1932"/>
                  <a:pt x="1603" y="1947"/>
                  <a:pt x="1604" y="1962"/>
                </a:cubicBezTo>
                <a:cubicBezTo>
                  <a:pt x="1608" y="2003"/>
                  <a:pt x="1591" y="2032"/>
                  <a:pt x="1552" y="2048"/>
                </a:cubicBezTo>
                <a:close/>
                <a:moveTo>
                  <a:pt x="1945" y="1058"/>
                </a:moveTo>
                <a:cubicBezTo>
                  <a:pt x="1945" y="1034"/>
                  <a:pt x="1945" y="1013"/>
                  <a:pt x="1945" y="991"/>
                </a:cubicBezTo>
                <a:cubicBezTo>
                  <a:pt x="1945" y="964"/>
                  <a:pt x="1934" y="953"/>
                  <a:pt x="1906" y="952"/>
                </a:cubicBezTo>
                <a:cubicBezTo>
                  <a:pt x="1839" y="947"/>
                  <a:pt x="1772" y="942"/>
                  <a:pt x="1705" y="938"/>
                </a:cubicBezTo>
                <a:cubicBezTo>
                  <a:pt x="1621" y="932"/>
                  <a:pt x="1537" y="923"/>
                  <a:pt x="1454" y="922"/>
                </a:cubicBezTo>
                <a:cubicBezTo>
                  <a:pt x="1011" y="921"/>
                  <a:pt x="569" y="922"/>
                  <a:pt x="126" y="922"/>
                </a:cubicBezTo>
                <a:cubicBezTo>
                  <a:pt x="119" y="922"/>
                  <a:pt x="112" y="922"/>
                  <a:pt x="104" y="922"/>
                </a:cubicBezTo>
                <a:cubicBezTo>
                  <a:pt x="104" y="968"/>
                  <a:pt x="104" y="1012"/>
                  <a:pt x="104" y="1058"/>
                </a:cubicBezTo>
                <a:cubicBezTo>
                  <a:pt x="114" y="1058"/>
                  <a:pt x="122" y="1058"/>
                  <a:pt x="130" y="1058"/>
                </a:cubicBezTo>
                <a:cubicBezTo>
                  <a:pt x="155" y="1059"/>
                  <a:pt x="171" y="1072"/>
                  <a:pt x="171" y="1093"/>
                </a:cubicBezTo>
                <a:cubicBezTo>
                  <a:pt x="170" y="1113"/>
                  <a:pt x="155" y="1126"/>
                  <a:pt x="130" y="1127"/>
                </a:cubicBezTo>
                <a:cubicBezTo>
                  <a:pt x="110" y="1127"/>
                  <a:pt x="90" y="1127"/>
                  <a:pt x="70" y="1127"/>
                </a:cubicBezTo>
                <a:cubicBezTo>
                  <a:pt x="70" y="1150"/>
                  <a:pt x="70" y="1172"/>
                  <a:pt x="70" y="1194"/>
                </a:cubicBezTo>
                <a:cubicBezTo>
                  <a:pt x="116" y="1194"/>
                  <a:pt x="161" y="1194"/>
                  <a:pt x="207" y="1194"/>
                </a:cubicBezTo>
                <a:cubicBezTo>
                  <a:pt x="209" y="1188"/>
                  <a:pt x="210" y="1182"/>
                  <a:pt x="212" y="1176"/>
                </a:cubicBezTo>
                <a:cubicBezTo>
                  <a:pt x="236" y="1087"/>
                  <a:pt x="317" y="1024"/>
                  <a:pt x="409" y="1024"/>
                </a:cubicBezTo>
                <a:cubicBezTo>
                  <a:pt x="501" y="1024"/>
                  <a:pt x="583" y="1086"/>
                  <a:pt x="607" y="1175"/>
                </a:cubicBezTo>
                <a:cubicBezTo>
                  <a:pt x="610" y="1190"/>
                  <a:pt x="616" y="1195"/>
                  <a:pt x="631" y="1195"/>
                </a:cubicBezTo>
                <a:cubicBezTo>
                  <a:pt x="893" y="1195"/>
                  <a:pt x="1155" y="1195"/>
                  <a:pt x="1417" y="1195"/>
                </a:cubicBezTo>
                <a:cubicBezTo>
                  <a:pt x="1431" y="1195"/>
                  <a:pt x="1437" y="1192"/>
                  <a:pt x="1441" y="1177"/>
                </a:cubicBezTo>
                <a:cubicBezTo>
                  <a:pt x="1463" y="1091"/>
                  <a:pt x="1540" y="1029"/>
                  <a:pt x="1627" y="1024"/>
                </a:cubicBezTo>
                <a:cubicBezTo>
                  <a:pt x="1717" y="1020"/>
                  <a:pt x="1799" y="1074"/>
                  <a:pt x="1830" y="1158"/>
                </a:cubicBezTo>
                <a:cubicBezTo>
                  <a:pt x="1834" y="1170"/>
                  <a:pt x="1837" y="1182"/>
                  <a:pt x="1841" y="1193"/>
                </a:cubicBezTo>
                <a:cubicBezTo>
                  <a:pt x="1888" y="1193"/>
                  <a:pt x="1933" y="1193"/>
                  <a:pt x="1979" y="1193"/>
                </a:cubicBezTo>
                <a:cubicBezTo>
                  <a:pt x="1979" y="1171"/>
                  <a:pt x="1979" y="1150"/>
                  <a:pt x="1979" y="1129"/>
                </a:cubicBezTo>
                <a:cubicBezTo>
                  <a:pt x="1976" y="1128"/>
                  <a:pt x="1975" y="1127"/>
                  <a:pt x="1974" y="1127"/>
                </a:cubicBezTo>
                <a:cubicBezTo>
                  <a:pt x="1955" y="1127"/>
                  <a:pt x="1936" y="1127"/>
                  <a:pt x="1918" y="1127"/>
                </a:cubicBezTo>
                <a:cubicBezTo>
                  <a:pt x="1893" y="1126"/>
                  <a:pt x="1877" y="1113"/>
                  <a:pt x="1877" y="1092"/>
                </a:cubicBezTo>
                <a:cubicBezTo>
                  <a:pt x="1877" y="1072"/>
                  <a:pt x="1892" y="1059"/>
                  <a:pt x="1916" y="1058"/>
                </a:cubicBezTo>
                <a:cubicBezTo>
                  <a:pt x="1925" y="1058"/>
                  <a:pt x="1933" y="1058"/>
                  <a:pt x="1945" y="1058"/>
                </a:cubicBezTo>
                <a:close/>
                <a:moveTo>
                  <a:pt x="752" y="851"/>
                </a:moveTo>
                <a:cubicBezTo>
                  <a:pt x="957" y="851"/>
                  <a:pt x="1161" y="851"/>
                  <a:pt x="1368" y="851"/>
                </a:cubicBezTo>
                <a:cubicBezTo>
                  <a:pt x="1284" y="785"/>
                  <a:pt x="1204" y="720"/>
                  <a:pt x="1124" y="657"/>
                </a:cubicBezTo>
                <a:cubicBezTo>
                  <a:pt x="1116" y="651"/>
                  <a:pt x="1103" y="649"/>
                  <a:pt x="1092" y="649"/>
                </a:cubicBezTo>
                <a:cubicBezTo>
                  <a:pt x="985" y="648"/>
                  <a:pt x="879" y="649"/>
                  <a:pt x="772" y="649"/>
                </a:cubicBezTo>
                <a:cubicBezTo>
                  <a:pt x="766" y="649"/>
                  <a:pt x="759" y="649"/>
                  <a:pt x="752" y="649"/>
                </a:cubicBezTo>
                <a:cubicBezTo>
                  <a:pt x="752" y="718"/>
                  <a:pt x="752" y="784"/>
                  <a:pt x="752" y="851"/>
                </a:cubicBezTo>
                <a:close/>
                <a:moveTo>
                  <a:pt x="513" y="1978"/>
                </a:moveTo>
                <a:cubicBezTo>
                  <a:pt x="855" y="1978"/>
                  <a:pt x="1195" y="1978"/>
                  <a:pt x="1535" y="1978"/>
                </a:cubicBezTo>
                <a:cubicBezTo>
                  <a:pt x="1535" y="1956"/>
                  <a:pt x="1535" y="1935"/>
                  <a:pt x="1535" y="1913"/>
                </a:cubicBezTo>
                <a:cubicBezTo>
                  <a:pt x="1194" y="1913"/>
                  <a:pt x="854" y="1913"/>
                  <a:pt x="513" y="1913"/>
                </a:cubicBezTo>
                <a:cubicBezTo>
                  <a:pt x="513" y="1935"/>
                  <a:pt x="513" y="1956"/>
                  <a:pt x="513" y="1978"/>
                </a:cubicBezTo>
                <a:close/>
                <a:moveTo>
                  <a:pt x="923" y="1401"/>
                </a:moveTo>
                <a:cubicBezTo>
                  <a:pt x="923" y="1549"/>
                  <a:pt x="923" y="1696"/>
                  <a:pt x="923" y="1842"/>
                </a:cubicBezTo>
                <a:cubicBezTo>
                  <a:pt x="991" y="1842"/>
                  <a:pt x="1058" y="1842"/>
                  <a:pt x="1125" y="1842"/>
                </a:cubicBezTo>
                <a:cubicBezTo>
                  <a:pt x="1125" y="1694"/>
                  <a:pt x="1125" y="1548"/>
                  <a:pt x="1125" y="1401"/>
                </a:cubicBezTo>
                <a:cubicBezTo>
                  <a:pt x="1102" y="1401"/>
                  <a:pt x="1081" y="1401"/>
                  <a:pt x="1058" y="1401"/>
                </a:cubicBezTo>
                <a:cubicBezTo>
                  <a:pt x="1058" y="1410"/>
                  <a:pt x="1058" y="1418"/>
                  <a:pt x="1058" y="1425"/>
                </a:cubicBezTo>
                <a:cubicBezTo>
                  <a:pt x="1058" y="1525"/>
                  <a:pt x="1058" y="1625"/>
                  <a:pt x="1058" y="1725"/>
                </a:cubicBezTo>
                <a:cubicBezTo>
                  <a:pt x="1058" y="1758"/>
                  <a:pt x="1047" y="1774"/>
                  <a:pt x="1025" y="1775"/>
                </a:cubicBezTo>
                <a:cubicBezTo>
                  <a:pt x="1002" y="1776"/>
                  <a:pt x="990" y="1759"/>
                  <a:pt x="990" y="1725"/>
                </a:cubicBezTo>
                <a:cubicBezTo>
                  <a:pt x="990" y="1625"/>
                  <a:pt x="990" y="1525"/>
                  <a:pt x="990" y="1425"/>
                </a:cubicBezTo>
                <a:cubicBezTo>
                  <a:pt x="990" y="1418"/>
                  <a:pt x="990" y="1410"/>
                  <a:pt x="990" y="1401"/>
                </a:cubicBezTo>
                <a:cubicBezTo>
                  <a:pt x="966" y="1401"/>
                  <a:pt x="945" y="1401"/>
                  <a:pt x="923" y="1401"/>
                </a:cubicBezTo>
                <a:close/>
                <a:moveTo>
                  <a:pt x="683" y="649"/>
                </a:moveTo>
                <a:cubicBezTo>
                  <a:pt x="615" y="649"/>
                  <a:pt x="551" y="649"/>
                  <a:pt x="486" y="648"/>
                </a:cubicBezTo>
                <a:cubicBezTo>
                  <a:pt x="467" y="648"/>
                  <a:pt x="453" y="655"/>
                  <a:pt x="441" y="669"/>
                </a:cubicBezTo>
                <a:cubicBezTo>
                  <a:pt x="392" y="725"/>
                  <a:pt x="343" y="781"/>
                  <a:pt x="294" y="837"/>
                </a:cubicBezTo>
                <a:cubicBezTo>
                  <a:pt x="290" y="842"/>
                  <a:pt x="287" y="846"/>
                  <a:pt x="283" y="852"/>
                </a:cubicBezTo>
                <a:cubicBezTo>
                  <a:pt x="418" y="852"/>
                  <a:pt x="549" y="852"/>
                  <a:pt x="682" y="852"/>
                </a:cubicBezTo>
                <a:cubicBezTo>
                  <a:pt x="682" y="845"/>
                  <a:pt x="683" y="839"/>
                  <a:pt x="683" y="833"/>
                </a:cubicBezTo>
                <a:cubicBezTo>
                  <a:pt x="683" y="772"/>
                  <a:pt x="683" y="712"/>
                  <a:pt x="683" y="649"/>
                </a:cubicBezTo>
                <a:close/>
                <a:moveTo>
                  <a:pt x="1638" y="1365"/>
                </a:moveTo>
                <a:cubicBezTo>
                  <a:pt x="1713" y="1365"/>
                  <a:pt x="1775" y="1305"/>
                  <a:pt x="1775" y="1229"/>
                </a:cubicBezTo>
                <a:cubicBezTo>
                  <a:pt x="1776" y="1154"/>
                  <a:pt x="1713" y="1092"/>
                  <a:pt x="1637" y="1092"/>
                </a:cubicBezTo>
                <a:cubicBezTo>
                  <a:pt x="1563" y="1093"/>
                  <a:pt x="1501" y="1155"/>
                  <a:pt x="1502" y="1229"/>
                </a:cubicBezTo>
                <a:cubicBezTo>
                  <a:pt x="1502" y="1305"/>
                  <a:pt x="1563" y="1365"/>
                  <a:pt x="1638" y="1365"/>
                </a:cubicBezTo>
                <a:close/>
                <a:moveTo>
                  <a:pt x="409" y="1365"/>
                </a:moveTo>
                <a:cubicBezTo>
                  <a:pt x="484" y="1365"/>
                  <a:pt x="545" y="1306"/>
                  <a:pt x="546" y="1230"/>
                </a:cubicBezTo>
                <a:cubicBezTo>
                  <a:pt x="547" y="1156"/>
                  <a:pt x="486" y="1093"/>
                  <a:pt x="411" y="1092"/>
                </a:cubicBezTo>
                <a:cubicBezTo>
                  <a:pt x="336" y="1091"/>
                  <a:pt x="273" y="1153"/>
                  <a:pt x="273" y="1229"/>
                </a:cubicBezTo>
                <a:cubicBezTo>
                  <a:pt x="273" y="1303"/>
                  <a:pt x="333" y="1365"/>
                  <a:pt x="409" y="1365"/>
                </a:cubicBezTo>
                <a:close/>
                <a:moveTo>
                  <a:pt x="753" y="1264"/>
                </a:moveTo>
                <a:cubicBezTo>
                  <a:pt x="753" y="1286"/>
                  <a:pt x="753" y="1308"/>
                  <a:pt x="753" y="1330"/>
                </a:cubicBezTo>
                <a:cubicBezTo>
                  <a:pt x="934" y="1330"/>
                  <a:pt x="1114" y="1330"/>
                  <a:pt x="1295" y="1330"/>
                </a:cubicBezTo>
                <a:cubicBezTo>
                  <a:pt x="1295" y="1308"/>
                  <a:pt x="1295" y="1286"/>
                  <a:pt x="1295" y="1264"/>
                </a:cubicBezTo>
                <a:cubicBezTo>
                  <a:pt x="1114" y="1264"/>
                  <a:pt x="935" y="1264"/>
                  <a:pt x="753" y="1264"/>
                </a:cubicBezTo>
                <a:close/>
                <a:moveTo>
                  <a:pt x="2048" y="440"/>
                </a:moveTo>
                <a:cubicBezTo>
                  <a:pt x="2002" y="530"/>
                  <a:pt x="1932" y="589"/>
                  <a:pt x="1831" y="609"/>
                </a:cubicBezTo>
                <a:cubicBezTo>
                  <a:pt x="1704" y="634"/>
                  <a:pt x="1572" y="574"/>
                  <a:pt x="1505" y="461"/>
                </a:cubicBezTo>
                <a:cubicBezTo>
                  <a:pt x="1497" y="448"/>
                  <a:pt x="1489" y="444"/>
                  <a:pt x="1475" y="444"/>
                </a:cubicBezTo>
                <a:cubicBezTo>
                  <a:pt x="1139" y="445"/>
                  <a:pt x="802" y="444"/>
                  <a:pt x="466" y="444"/>
                </a:cubicBezTo>
                <a:cubicBezTo>
                  <a:pt x="446" y="444"/>
                  <a:pt x="432" y="449"/>
                  <a:pt x="418" y="464"/>
                </a:cubicBezTo>
                <a:cubicBezTo>
                  <a:pt x="354" y="536"/>
                  <a:pt x="273" y="562"/>
                  <a:pt x="180" y="538"/>
                </a:cubicBezTo>
                <a:cubicBezTo>
                  <a:pt x="85" y="513"/>
                  <a:pt x="27" y="449"/>
                  <a:pt x="4" y="353"/>
                </a:cubicBezTo>
                <a:cubicBezTo>
                  <a:pt x="3" y="348"/>
                  <a:pt x="1" y="344"/>
                  <a:pt x="0" y="340"/>
                </a:cubicBezTo>
                <a:cubicBezTo>
                  <a:pt x="0" y="319"/>
                  <a:pt x="0" y="297"/>
                  <a:pt x="0" y="276"/>
                </a:cubicBezTo>
                <a:cubicBezTo>
                  <a:pt x="1" y="273"/>
                  <a:pt x="3" y="270"/>
                  <a:pt x="4" y="267"/>
                </a:cubicBezTo>
                <a:cubicBezTo>
                  <a:pt x="23" y="170"/>
                  <a:pt x="80" y="105"/>
                  <a:pt x="175" y="78"/>
                </a:cubicBezTo>
                <a:cubicBezTo>
                  <a:pt x="270" y="52"/>
                  <a:pt x="353" y="79"/>
                  <a:pt x="419" y="152"/>
                </a:cubicBezTo>
                <a:cubicBezTo>
                  <a:pt x="432" y="165"/>
                  <a:pt x="445" y="171"/>
                  <a:pt x="463" y="171"/>
                </a:cubicBezTo>
                <a:cubicBezTo>
                  <a:pt x="801" y="171"/>
                  <a:pt x="1140" y="171"/>
                  <a:pt x="1478" y="172"/>
                </a:cubicBezTo>
                <a:cubicBezTo>
                  <a:pt x="1490" y="172"/>
                  <a:pt x="1497" y="168"/>
                  <a:pt x="1503" y="157"/>
                </a:cubicBezTo>
                <a:cubicBezTo>
                  <a:pt x="1543" y="86"/>
                  <a:pt x="1603" y="39"/>
                  <a:pt x="1680" y="14"/>
                </a:cubicBezTo>
                <a:cubicBezTo>
                  <a:pt x="1699" y="8"/>
                  <a:pt x="1717" y="5"/>
                  <a:pt x="1736" y="0"/>
                </a:cubicBezTo>
                <a:cubicBezTo>
                  <a:pt x="1759" y="0"/>
                  <a:pt x="1781" y="0"/>
                  <a:pt x="1804" y="0"/>
                </a:cubicBezTo>
                <a:cubicBezTo>
                  <a:pt x="1808" y="1"/>
                  <a:pt x="1811" y="3"/>
                  <a:pt x="1815" y="4"/>
                </a:cubicBezTo>
                <a:cubicBezTo>
                  <a:pt x="1873" y="12"/>
                  <a:pt x="1927" y="33"/>
                  <a:pt x="1968" y="74"/>
                </a:cubicBezTo>
                <a:cubicBezTo>
                  <a:pt x="1998" y="103"/>
                  <a:pt x="2022" y="139"/>
                  <a:pt x="2048" y="172"/>
                </a:cubicBezTo>
                <a:cubicBezTo>
                  <a:pt x="2048" y="181"/>
                  <a:pt x="2048" y="191"/>
                  <a:pt x="2048" y="200"/>
                </a:cubicBezTo>
                <a:cubicBezTo>
                  <a:pt x="2036" y="230"/>
                  <a:pt x="2013" y="241"/>
                  <a:pt x="1982" y="240"/>
                </a:cubicBezTo>
                <a:cubicBezTo>
                  <a:pt x="1924" y="239"/>
                  <a:pt x="1866" y="239"/>
                  <a:pt x="1808" y="239"/>
                </a:cubicBezTo>
                <a:cubicBezTo>
                  <a:pt x="1798" y="239"/>
                  <a:pt x="1787" y="239"/>
                  <a:pt x="1777" y="239"/>
                </a:cubicBezTo>
                <a:cubicBezTo>
                  <a:pt x="1777" y="286"/>
                  <a:pt x="1777" y="330"/>
                  <a:pt x="1777" y="376"/>
                </a:cubicBezTo>
                <a:cubicBezTo>
                  <a:pt x="1845" y="376"/>
                  <a:pt x="1913" y="377"/>
                  <a:pt x="1980" y="375"/>
                </a:cubicBezTo>
                <a:cubicBezTo>
                  <a:pt x="2011" y="374"/>
                  <a:pt x="2034" y="384"/>
                  <a:pt x="2048" y="412"/>
                </a:cubicBezTo>
                <a:cubicBezTo>
                  <a:pt x="2048" y="421"/>
                  <a:pt x="2048" y="431"/>
                  <a:pt x="2048" y="440"/>
                </a:cubicBezTo>
                <a:close/>
                <a:moveTo>
                  <a:pt x="1332" y="376"/>
                </a:moveTo>
                <a:cubicBezTo>
                  <a:pt x="1381" y="376"/>
                  <a:pt x="1427" y="378"/>
                  <a:pt x="1473" y="375"/>
                </a:cubicBezTo>
                <a:cubicBezTo>
                  <a:pt x="1516" y="373"/>
                  <a:pt x="1543" y="390"/>
                  <a:pt x="1565" y="427"/>
                </a:cubicBezTo>
                <a:cubicBezTo>
                  <a:pt x="1650" y="572"/>
                  <a:pt x="1855" y="587"/>
                  <a:pt x="1956" y="458"/>
                </a:cubicBezTo>
                <a:cubicBezTo>
                  <a:pt x="1959" y="454"/>
                  <a:pt x="1961" y="450"/>
                  <a:pt x="1965" y="444"/>
                </a:cubicBezTo>
                <a:cubicBezTo>
                  <a:pt x="1900" y="444"/>
                  <a:pt x="1839" y="444"/>
                  <a:pt x="1778" y="444"/>
                </a:cubicBezTo>
                <a:cubicBezTo>
                  <a:pt x="1736" y="444"/>
                  <a:pt x="1708" y="416"/>
                  <a:pt x="1707" y="374"/>
                </a:cubicBezTo>
                <a:cubicBezTo>
                  <a:pt x="1706" y="329"/>
                  <a:pt x="1706" y="283"/>
                  <a:pt x="1707" y="238"/>
                </a:cubicBezTo>
                <a:cubicBezTo>
                  <a:pt x="1708" y="199"/>
                  <a:pt x="1736" y="172"/>
                  <a:pt x="1775" y="171"/>
                </a:cubicBezTo>
                <a:cubicBezTo>
                  <a:pt x="1823" y="171"/>
                  <a:pt x="1872" y="171"/>
                  <a:pt x="1921" y="171"/>
                </a:cubicBezTo>
                <a:cubicBezTo>
                  <a:pt x="1934" y="171"/>
                  <a:pt x="1948" y="171"/>
                  <a:pt x="1966" y="171"/>
                </a:cubicBezTo>
                <a:cubicBezTo>
                  <a:pt x="1960" y="163"/>
                  <a:pt x="1956" y="158"/>
                  <a:pt x="1952" y="153"/>
                </a:cubicBezTo>
                <a:cubicBezTo>
                  <a:pt x="1845" y="25"/>
                  <a:pt x="1642" y="45"/>
                  <a:pt x="1561" y="193"/>
                </a:cubicBezTo>
                <a:cubicBezTo>
                  <a:pt x="1543" y="226"/>
                  <a:pt x="1518" y="241"/>
                  <a:pt x="1482" y="240"/>
                </a:cubicBezTo>
                <a:cubicBezTo>
                  <a:pt x="1448" y="239"/>
                  <a:pt x="1415" y="239"/>
                  <a:pt x="1382" y="239"/>
                </a:cubicBezTo>
                <a:cubicBezTo>
                  <a:pt x="1365" y="239"/>
                  <a:pt x="1349" y="239"/>
                  <a:pt x="1332" y="239"/>
                </a:cubicBezTo>
                <a:cubicBezTo>
                  <a:pt x="1332" y="286"/>
                  <a:pt x="1332" y="330"/>
                  <a:pt x="1332" y="376"/>
                </a:cubicBezTo>
                <a:close/>
                <a:moveTo>
                  <a:pt x="1262" y="241"/>
                </a:moveTo>
                <a:cubicBezTo>
                  <a:pt x="1056" y="241"/>
                  <a:pt x="853" y="241"/>
                  <a:pt x="650" y="241"/>
                </a:cubicBezTo>
                <a:cubicBezTo>
                  <a:pt x="650" y="287"/>
                  <a:pt x="650" y="330"/>
                  <a:pt x="650" y="375"/>
                </a:cubicBezTo>
                <a:cubicBezTo>
                  <a:pt x="854" y="375"/>
                  <a:pt x="1058" y="375"/>
                  <a:pt x="1262" y="375"/>
                </a:cubicBezTo>
                <a:cubicBezTo>
                  <a:pt x="1262" y="329"/>
                  <a:pt x="1262" y="286"/>
                  <a:pt x="1262" y="241"/>
                </a:cubicBezTo>
                <a:close/>
                <a:moveTo>
                  <a:pt x="579" y="376"/>
                </a:moveTo>
                <a:cubicBezTo>
                  <a:pt x="579" y="329"/>
                  <a:pt x="579" y="285"/>
                  <a:pt x="579" y="239"/>
                </a:cubicBezTo>
                <a:cubicBezTo>
                  <a:pt x="544" y="239"/>
                  <a:pt x="510" y="238"/>
                  <a:pt x="477" y="240"/>
                </a:cubicBezTo>
                <a:cubicBezTo>
                  <a:pt x="430" y="242"/>
                  <a:pt x="394" y="228"/>
                  <a:pt x="363" y="191"/>
                </a:cubicBezTo>
                <a:cubicBezTo>
                  <a:pt x="318" y="139"/>
                  <a:pt x="242" y="123"/>
                  <a:pt x="178" y="148"/>
                </a:cubicBezTo>
                <a:cubicBezTo>
                  <a:pt x="113" y="173"/>
                  <a:pt x="69" y="236"/>
                  <a:pt x="68" y="305"/>
                </a:cubicBezTo>
                <a:cubicBezTo>
                  <a:pt x="68" y="376"/>
                  <a:pt x="111" y="439"/>
                  <a:pt x="176" y="466"/>
                </a:cubicBezTo>
                <a:cubicBezTo>
                  <a:pt x="242" y="492"/>
                  <a:pt x="317" y="476"/>
                  <a:pt x="364" y="422"/>
                </a:cubicBezTo>
                <a:cubicBezTo>
                  <a:pt x="393" y="389"/>
                  <a:pt x="427" y="373"/>
                  <a:pt x="471" y="375"/>
                </a:cubicBezTo>
                <a:cubicBezTo>
                  <a:pt x="506" y="377"/>
                  <a:pt x="542" y="376"/>
                  <a:pt x="579" y="376"/>
                </a:cubicBezTo>
                <a:close/>
                <a:moveTo>
                  <a:pt x="886" y="1058"/>
                </a:moveTo>
                <a:cubicBezTo>
                  <a:pt x="898" y="1058"/>
                  <a:pt x="910" y="1059"/>
                  <a:pt x="922" y="1058"/>
                </a:cubicBezTo>
                <a:cubicBezTo>
                  <a:pt x="943" y="1056"/>
                  <a:pt x="956" y="1042"/>
                  <a:pt x="956" y="1023"/>
                </a:cubicBezTo>
                <a:cubicBezTo>
                  <a:pt x="955" y="1005"/>
                  <a:pt x="942" y="991"/>
                  <a:pt x="922" y="991"/>
                </a:cubicBezTo>
                <a:cubicBezTo>
                  <a:pt x="899" y="990"/>
                  <a:pt x="875" y="990"/>
                  <a:pt x="852" y="991"/>
                </a:cubicBezTo>
                <a:cubicBezTo>
                  <a:pt x="832" y="992"/>
                  <a:pt x="820" y="1006"/>
                  <a:pt x="820" y="1024"/>
                </a:cubicBezTo>
                <a:cubicBezTo>
                  <a:pt x="820" y="1043"/>
                  <a:pt x="832" y="1056"/>
                  <a:pt x="852" y="1058"/>
                </a:cubicBezTo>
                <a:cubicBezTo>
                  <a:pt x="863" y="1059"/>
                  <a:pt x="875" y="1058"/>
                  <a:pt x="886" y="1058"/>
                </a:cubicBezTo>
                <a:cubicBezTo>
                  <a:pt x="886" y="1058"/>
                  <a:pt x="886" y="1058"/>
                  <a:pt x="886" y="1058"/>
                </a:cubicBezTo>
                <a:close/>
                <a:moveTo>
                  <a:pt x="240" y="409"/>
                </a:moveTo>
                <a:cubicBezTo>
                  <a:pt x="183" y="410"/>
                  <a:pt x="136" y="364"/>
                  <a:pt x="136" y="307"/>
                </a:cubicBezTo>
                <a:cubicBezTo>
                  <a:pt x="137" y="251"/>
                  <a:pt x="182" y="205"/>
                  <a:pt x="238" y="205"/>
                </a:cubicBezTo>
                <a:cubicBezTo>
                  <a:pt x="295" y="204"/>
                  <a:pt x="341" y="250"/>
                  <a:pt x="341" y="308"/>
                </a:cubicBezTo>
                <a:cubicBezTo>
                  <a:pt x="341" y="364"/>
                  <a:pt x="296" y="409"/>
                  <a:pt x="240" y="409"/>
                </a:cubicBezTo>
                <a:close/>
                <a:moveTo>
                  <a:pt x="272" y="308"/>
                </a:moveTo>
                <a:cubicBezTo>
                  <a:pt x="273" y="289"/>
                  <a:pt x="258" y="273"/>
                  <a:pt x="239" y="273"/>
                </a:cubicBezTo>
                <a:cubicBezTo>
                  <a:pt x="221" y="273"/>
                  <a:pt x="205" y="289"/>
                  <a:pt x="205" y="308"/>
                </a:cubicBezTo>
                <a:cubicBezTo>
                  <a:pt x="205" y="326"/>
                  <a:pt x="220" y="340"/>
                  <a:pt x="238" y="341"/>
                </a:cubicBezTo>
                <a:cubicBezTo>
                  <a:pt x="257" y="341"/>
                  <a:pt x="272" y="327"/>
                  <a:pt x="272" y="3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" name="Freeform 57">
            <a:extLst>
              <a:ext uri="{FF2B5EF4-FFF2-40B4-BE49-F238E27FC236}">
                <a16:creationId xmlns:a16="http://schemas.microsoft.com/office/drawing/2014/main" id="{D57BE97C-EE3D-168A-B3D3-DCC5069FF7CB}"/>
              </a:ext>
            </a:extLst>
          </p:cNvPr>
          <p:cNvSpPr>
            <a:spLocks noEditPoints="1"/>
          </p:cNvSpPr>
          <p:nvPr/>
        </p:nvSpPr>
        <p:spPr bwMode="auto">
          <a:xfrm>
            <a:off x="1102761" y="4092506"/>
            <a:ext cx="342900" cy="347895"/>
          </a:xfrm>
          <a:custGeom>
            <a:avLst/>
            <a:gdLst>
              <a:gd name="T0" fmla="*/ 165 w 200"/>
              <a:gd name="T1" fmla="*/ 24 h 200"/>
              <a:gd name="T2" fmla="*/ 126 w 200"/>
              <a:gd name="T3" fmla="*/ 10 h 200"/>
              <a:gd name="T4" fmla="*/ 0 w 200"/>
              <a:gd name="T5" fmla="*/ 100 h 200"/>
              <a:gd name="T6" fmla="*/ 33 w 200"/>
              <a:gd name="T7" fmla="*/ 200 h 200"/>
              <a:gd name="T8" fmla="*/ 62 w 200"/>
              <a:gd name="T9" fmla="*/ 200 h 200"/>
              <a:gd name="T10" fmla="*/ 74 w 200"/>
              <a:gd name="T11" fmla="*/ 168 h 200"/>
              <a:gd name="T12" fmla="*/ 100 w 200"/>
              <a:gd name="T13" fmla="*/ 171 h 200"/>
              <a:gd name="T14" fmla="*/ 136 w 200"/>
              <a:gd name="T15" fmla="*/ 194 h 200"/>
              <a:gd name="T16" fmla="*/ 88 w 200"/>
              <a:gd name="T17" fmla="*/ 200 h 200"/>
              <a:gd name="T18" fmla="*/ 146 w 200"/>
              <a:gd name="T19" fmla="*/ 200 h 200"/>
              <a:gd name="T20" fmla="*/ 178 w 200"/>
              <a:gd name="T21" fmla="*/ 169 h 200"/>
              <a:gd name="T22" fmla="*/ 177 w 200"/>
              <a:gd name="T23" fmla="*/ 131 h 200"/>
              <a:gd name="T24" fmla="*/ 136 w 200"/>
              <a:gd name="T25" fmla="*/ 144 h 200"/>
              <a:gd name="T26" fmla="*/ 85 w 200"/>
              <a:gd name="T27" fmla="*/ 135 h 200"/>
              <a:gd name="T28" fmla="*/ 76 w 200"/>
              <a:gd name="T29" fmla="*/ 130 h 200"/>
              <a:gd name="T30" fmla="*/ 53 w 200"/>
              <a:gd name="T31" fmla="*/ 58 h 200"/>
              <a:gd name="T32" fmla="*/ 44 w 200"/>
              <a:gd name="T33" fmla="*/ 164 h 200"/>
              <a:gd name="T34" fmla="*/ 42 w 200"/>
              <a:gd name="T35" fmla="*/ 164 h 200"/>
              <a:gd name="T36" fmla="*/ 57 w 200"/>
              <a:gd name="T37" fmla="*/ 138 h 200"/>
              <a:gd name="T38" fmla="*/ 26 w 200"/>
              <a:gd name="T39" fmla="*/ 144 h 200"/>
              <a:gd name="T40" fmla="*/ 61 w 200"/>
              <a:gd name="T41" fmla="*/ 133 h 200"/>
              <a:gd name="T42" fmla="*/ 31 w 200"/>
              <a:gd name="T43" fmla="*/ 133 h 200"/>
              <a:gd name="T44" fmla="*/ 30 w 200"/>
              <a:gd name="T45" fmla="*/ 133 h 200"/>
              <a:gd name="T46" fmla="*/ 7 w 200"/>
              <a:gd name="T47" fmla="*/ 97 h 200"/>
              <a:gd name="T48" fmla="*/ 121 w 200"/>
              <a:gd name="T49" fmla="*/ 118 h 200"/>
              <a:gd name="T50" fmla="*/ 120 w 200"/>
              <a:gd name="T51" fmla="*/ 118 h 200"/>
              <a:gd name="T52" fmla="*/ 109 w 200"/>
              <a:gd name="T53" fmla="*/ 106 h 200"/>
              <a:gd name="T54" fmla="*/ 82 w 200"/>
              <a:gd name="T55" fmla="*/ 118 h 200"/>
              <a:gd name="T56" fmla="*/ 81 w 200"/>
              <a:gd name="T57" fmla="*/ 118 h 200"/>
              <a:gd name="T58" fmla="*/ 80 w 200"/>
              <a:gd name="T59" fmla="*/ 119 h 200"/>
              <a:gd name="T60" fmla="*/ 97 w 200"/>
              <a:gd name="T61" fmla="*/ 55 h 200"/>
              <a:gd name="T62" fmla="*/ 122 w 200"/>
              <a:gd name="T63" fmla="*/ 134 h 200"/>
              <a:gd name="T64" fmla="*/ 153 w 200"/>
              <a:gd name="T65" fmla="*/ 97 h 200"/>
              <a:gd name="T66" fmla="*/ 171 w 200"/>
              <a:gd name="T67" fmla="*/ 133 h 200"/>
              <a:gd name="T68" fmla="*/ 141 w 200"/>
              <a:gd name="T69" fmla="*/ 133 h 200"/>
              <a:gd name="T70" fmla="*/ 140 w 200"/>
              <a:gd name="T71" fmla="*/ 133 h 200"/>
              <a:gd name="T72" fmla="*/ 173 w 200"/>
              <a:gd name="T73" fmla="*/ 146 h 200"/>
              <a:gd name="T74" fmla="*/ 157 w 200"/>
              <a:gd name="T75" fmla="*/ 158 h 200"/>
              <a:gd name="T76" fmla="*/ 157 w 200"/>
              <a:gd name="T77" fmla="*/ 164 h 200"/>
              <a:gd name="T78" fmla="*/ 179 w 200"/>
              <a:gd name="T79" fmla="*/ 50 h 200"/>
              <a:gd name="T80" fmla="*/ 145 w 200"/>
              <a:gd name="T81" fmla="*/ 52 h 200"/>
              <a:gd name="T82" fmla="*/ 49 w 200"/>
              <a:gd name="T83" fmla="*/ 51 h 200"/>
              <a:gd name="T84" fmla="*/ 23 w 200"/>
              <a:gd name="T85" fmla="*/ 131 h 200"/>
              <a:gd name="T86" fmla="*/ 32 w 200"/>
              <a:gd name="T87" fmla="*/ 165 h 200"/>
              <a:gd name="T88" fmla="*/ 18 w 200"/>
              <a:gd name="T89" fmla="*/ 186 h 200"/>
              <a:gd name="T90" fmla="*/ 45 w 200"/>
              <a:gd name="T91" fmla="*/ 177 h 200"/>
              <a:gd name="T92" fmla="*/ 55 w 200"/>
              <a:gd name="T93" fmla="*/ 194 h 200"/>
              <a:gd name="T94" fmla="*/ 62 w 200"/>
              <a:gd name="T95" fmla="*/ 153 h 200"/>
              <a:gd name="T96" fmla="*/ 76 w 200"/>
              <a:gd name="T97" fmla="*/ 104 h 200"/>
              <a:gd name="T98" fmla="*/ 89 w 200"/>
              <a:gd name="T99" fmla="*/ 156 h 200"/>
              <a:gd name="T100" fmla="*/ 102 w 200"/>
              <a:gd name="T101" fmla="*/ 155 h 200"/>
              <a:gd name="T102" fmla="*/ 128 w 200"/>
              <a:gd name="T103" fmla="*/ 162 h 200"/>
              <a:gd name="T104" fmla="*/ 127 w 200"/>
              <a:gd name="T105" fmla="*/ 115 h 200"/>
              <a:gd name="T106" fmla="*/ 130 w 200"/>
              <a:gd name="T107" fmla="*/ 144 h 200"/>
              <a:gd name="T108" fmla="*/ 183 w 200"/>
              <a:gd name="T109" fmla="*/ 194 h 200"/>
              <a:gd name="T110" fmla="*/ 142 w 200"/>
              <a:gd name="T111" fmla="*/ 183 h 200"/>
              <a:gd name="T112" fmla="*/ 158 w 200"/>
              <a:gd name="T113" fmla="*/ 176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0" h="200">
                <a:moveTo>
                  <a:pt x="178" y="169"/>
                </a:moveTo>
                <a:cubicBezTo>
                  <a:pt x="175" y="167"/>
                  <a:pt x="175" y="167"/>
                  <a:pt x="175" y="167"/>
                </a:cubicBezTo>
                <a:cubicBezTo>
                  <a:pt x="191" y="149"/>
                  <a:pt x="200" y="125"/>
                  <a:pt x="200" y="100"/>
                </a:cubicBezTo>
                <a:cubicBezTo>
                  <a:pt x="200" y="80"/>
                  <a:pt x="194" y="61"/>
                  <a:pt x="183" y="44"/>
                </a:cubicBezTo>
                <a:cubicBezTo>
                  <a:pt x="183" y="44"/>
                  <a:pt x="183" y="44"/>
                  <a:pt x="182" y="44"/>
                </a:cubicBezTo>
                <a:cubicBezTo>
                  <a:pt x="177" y="36"/>
                  <a:pt x="172" y="30"/>
                  <a:pt x="165" y="24"/>
                </a:cubicBezTo>
                <a:cubicBezTo>
                  <a:pt x="164" y="23"/>
                  <a:pt x="162" y="23"/>
                  <a:pt x="160" y="25"/>
                </a:cubicBezTo>
                <a:cubicBezTo>
                  <a:pt x="159" y="26"/>
                  <a:pt x="160" y="28"/>
                  <a:pt x="161" y="29"/>
                </a:cubicBezTo>
                <a:cubicBezTo>
                  <a:pt x="166" y="34"/>
                  <a:pt x="171" y="39"/>
                  <a:pt x="175" y="44"/>
                </a:cubicBezTo>
                <a:cubicBezTo>
                  <a:pt x="168" y="47"/>
                  <a:pt x="160" y="49"/>
                  <a:pt x="151" y="51"/>
                </a:cubicBezTo>
                <a:cubicBezTo>
                  <a:pt x="149" y="43"/>
                  <a:pt x="146" y="37"/>
                  <a:pt x="142" y="30"/>
                </a:cubicBezTo>
                <a:cubicBezTo>
                  <a:pt x="138" y="22"/>
                  <a:pt x="132" y="15"/>
                  <a:pt x="126" y="10"/>
                </a:cubicBezTo>
                <a:cubicBezTo>
                  <a:pt x="135" y="13"/>
                  <a:pt x="144" y="17"/>
                  <a:pt x="153" y="23"/>
                </a:cubicBezTo>
                <a:cubicBezTo>
                  <a:pt x="154" y="24"/>
                  <a:pt x="156" y="23"/>
                  <a:pt x="157" y="22"/>
                </a:cubicBezTo>
                <a:cubicBezTo>
                  <a:pt x="158" y="20"/>
                  <a:pt x="158" y="19"/>
                  <a:pt x="156" y="18"/>
                </a:cubicBezTo>
                <a:cubicBezTo>
                  <a:pt x="140" y="6"/>
                  <a:pt x="120" y="0"/>
                  <a:pt x="100" y="0"/>
                </a:cubicBezTo>
                <a:cubicBezTo>
                  <a:pt x="73" y="0"/>
                  <a:pt x="48" y="11"/>
                  <a:pt x="29" y="30"/>
                </a:cubicBezTo>
                <a:cubicBezTo>
                  <a:pt x="11" y="49"/>
                  <a:pt x="0" y="74"/>
                  <a:pt x="0" y="100"/>
                </a:cubicBezTo>
                <a:cubicBezTo>
                  <a:pt x="0" y="125"/>
                  <a:pt x="9" y="149"/>
                  <a:pt x="26" y="167"/>
                </a:cubicBezTo>
                <a:cubicBezTo>
                  <a:pt x="23" y="169"/>
                  <a:pt x="23" y="169"/>
                  <a:pt x="23" y="169"/>
                </a:cubicBezTo>
                <a:cubicBezTo>
                  <a:pt x="21" y="169"/>
                  <a:pt x="11" y="173"/>
                  <a:pt x="11" y="186"/>
                </a:cubicBezTo>
                <a:cubicBezTo>
                  <a:pt x="11" y="197"/>
                  <a:pt x="11" y="197"/>
                  <a:pt x="11" y="197"/>
                </a:cubicBezTo>
                <a:cubicBezTo>
                  <a:pt x="11" y="199"/>
                  <a:pt x="13" y="200"/>
                  <a:pt x="14" y="200"/>
                </a:cubicBezTo>
                <a:cubicBezTo>
                  <a:pt x="33" y="200"/>
                  <a:pt x="33" y="200"/>
                  <a:pt x="33" y="200"/>
                </a:cubicBezTo>
                <a:cubicBezTo>
                  <a:pt x="35" y="200"/>
                  <a:pt x="35" y="200"/>
                  <a:pt x="35" y="200"/>
                </a:cubicBezTo>
                <a:cubicBezTo>
                  <a:pt x="39" y="200"/>
                  <a:pt x="39" y="200"/>
                  <a:pt x="39" y="200"/>
                </a:cubicBezTo>
                <a:cubicBezTo>
                  <a:pt x="55" y="200"/>
                  <a:pt x="55" y="200"/>
                  <a:pt x="55" y="200"/>
                </a:cubicBezTo>
                <a:cubicBezTo>
                  <a:pt x="61" y="200"/>
                  <a:pt x="61" y="200"/>
                  <a:pt x="61" y="200"/>
                </a:cubicBezTo>
                <a:cubicBezTo>
                  <a:pt x="61" y="200"/>
                  <a:pt x="61" y="200"/>
                  <a:pt x="61" y="200"/>
                </a:cubicBezTo>
                <a:cubicBezTo>
                  <a:pt x="61" y="200"/>
                  <a:pt x="62" y="200"/>
                  <a:pt x="62" y="200"/>
                </a:cubicBezTo>
                <a:cubicBezTo>
                  <a:pt x="75" y="200"/>
                  <a:pt x="75" y="200"/>
                  <a:pt x="75" y="200"/>
                </a:cubicBezTo>
                <a:cubicBezTo>
                  <a:pt x="76" y="200"/>
                  <a:pt x="78" y="199"/>
                  <a:pt x="78" y="197"/>
                </a:cubicBezTo>
                <a:cubicBezTo>
                  <a:pt x="78" y="196"/>
                  <a:pt x="76" y="194"/>
                  <a:pt x="75" y="194"/>
                </a:cubicBezTo>
                <a:cubicBezTo>
                  <a:pt x="65" y="194"/>
                  <a:pt x="65" y="194"/>
                  <a:pt x="65" y="194"/>
                </a:cubicBezTo>
                <a:cubicBezTo>
                  <a:pt x="65" y="183"/>
                  <a:pt x="65" y="183"/>
                  <a:pt x="65" y="183"/>
                </a:cubicBezTo>
                <a:cubicBezTo>
                  <a:pt x="65" y="172"/>
                  <a:pt x="74" y="168"/>
                  <a:pt x="74" y="168"/>
                </a:cubicBezTo>
                <a:cubicBezTo>
                  <a:pt x="74" y="168"/>
                  <a:pt x="74" y="168"/>
                  <a:pt x="75" y="168"/>
                </a:cubicBezTo>
                <a:cubicBezTo>
                  <a:pt x="90" y="162"/>
                  <a:pt x="90" y="162"/>
                  <a:pt x="90" y="162"/>
                </a:cubicBezTo>
                <a:cubicBezTo>
                  <a:pt x="90" y="162"/>
                  <a:pt x="90" y="162"/>
                  <a:pt x="90" y="162"/>
                </a:cubicBezTo>
                <a:cubicBezTo>
                  <a:pt x="98" y="170"/>
                  <a:pt x="98" y="170"/>
                  <a:pt x="98" y="170"/>
                </a:cubicBezTo>
                <a:cubicBezTo>
                  <a:pt x="99" y="171"/>
                  <a:pt x="100" y="171"/>
                  <a:pt x="100" y="171"/>
                </a:cubicBezTo>
                <a:cubicBezTo>
                  <a:pt x="100" y="171"/>
                  <a:pt x="100" y="171"/>
                  <a:pt x="100" y="171"/>
                </a:cubicBezTo>
                <a:cubicBezTo>
                  <a:pt x="101" y="171"/>
                  <a:pt x="102" y="171"/>
                  <a:pt x="103" y="170"/>
                </a:cubicBezTo>
                <a:cubicBezTo>
                  <a:pt x="110" y="162"/>
                  <a:pt x="110" y="162"/>
                  <a:pt x="110" y="162"/>
                </a:cubicBezTo>
                <a:cubicBezTo>
                  <a:pt x="126" y="168"/>
                  <a:pt x="126" y="168"/>
                  <a:pt x="126" y="168"/>
                </a:cubicBezTo>
                <a:cubicBezTo>
                  <a:pt x="126" y="168"/>
                  <a:pt x="126" y="168"/>
                  <a:pt x="126" y="168"/>
                </a:cubicBezTo>
                <a:cubicBezTo>
                  <a:pt x="126" y="168"/>
                  <a:pt x="136" y="172"/>
                  <a:pt x="136" y="183"/>
                </a:cubicBezTo>
                <a:cubicBezTo>
                  <a:pt x="136" y="194"/>
                  <a:pt x="136" y="194"/>
                  <a:pt x="136" y="194"/>
                </a:cubicBezTo>
                <a:cubicBezTo>
                  <a:pt x="112" y="194"/>
                  <a:pt x="112" y="194"/>
                  <a:pt x="112" y="194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4" y="194"/>
                  <a:pt x="84" y="194"/>
                  <a:pt x="84" y="194"/>
                </a:cubicBezTo>
                <a:cubicBezTo>
                  <a:pt x="83" y="194"/>
                  <a:pt x="81" y="196"/>
                  <a:pt x="81" y="197"/>
                </a:cubicBezTo>
                <a:cubicBezTo>
                  <a:pt x="81" y="199"/>
                  <a:pt x="83" y="200"/>
                  <a:pt x="84" y="200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112" y="200"/>
                  <a:pt x="112" y="200"/>
                  <a:pt x="112" y="200"/>
                </a:cubicBezTo>
                <a:cubicBezTo>
                  <a:pt x="139" y="200"/>
                  <a:pt x="139" y="200"/>
                  <a:pt x="139" y="200"/>
                </a:cubicBezTo>
                <a:cubicBezTo>
                  <a:pt x="139" y="200"/>
                  <a:pt x="139" y="200"/>
                  <a:pt x="139" y="200"/>
                </a:cubicBezTo>
                <a:cubicBezTo>
                  <a:pt x="139" y="200"/>
                  <a:pt x="139" y="200"/>
                  <a:pt x="139" y="200"/>
                </a:cubicBezTo>
                <a:cubicBezTo>
                  <a:pt x="143" y="200"/>
                  <a:pt x="143" y="200"/>
                  <a:pt x="143" y="200"/>
                </a:cubicBezTo>
                <a:cubicBezTo>
                  <a:pt x="146" y="200"/>
                  <a:pt x="146" y="200"/>
                  <a:pt x="146" y="200"/>
                </a:cubicBezTo>
                <a:cubicBezTo>
                  <a:pt x="149" y="200"/>
                  <a:pt x="149" y="200"/>
                  <a:pt x="149" y="200"/>
                </a:cubicBezTo>
                <a:cubicBezTo>
                  <a:pt x="165" y="200"/>
                  <a:pt x="165" y="200"/>
                  <a:pt x="165" y="200"/>
                </a:cubicBezTo>
                <a:cubicBezTo>
                  <a:pt x="186" y="200"/>
                  <a:pt x="186" y="200"/>
                  <a:pt x="186" y="200"/>
                </a:cubicBezTo>
                <a:cubicBezTo>
                  <a:pt x="188" y="200"/>
                  <a:pt x="189" y="199"/>
                  <a:pt x="189" y="197"/>
                </a:cubicBezTo>
                <a:cubicBezTo>
                  <a:pt x="189" y="186"/>
                  <a:pt x="189" y="186"/>
                  <a:pt x="189" y="186"/>
                </a:cubicBezTo>
                <a:cubicBezTo>
                  <a:pt x="189" y="173"/>
                  <a:pt x="179" y="169"/>
                  <a:pt x="178" y="169"/>
                </a:cubicBezTo>
                <a:close/>
                <a:moveTo>
                  <a:pt x="165" y="164"/>
                </a:moveTo>
                <a:cubicBezTo>
                  <a:pt x="165" y="162"/>
                  <a:pt x="165" y="162"/>
                  <a:pt x="165" y="162"/>
                </a:cubicBezTo>
                <a:cubicBezTo>
                  <a:pt x="169" y="160"/>
                  <a:pt x="171" y="156"/>
                  <a:pt x="173" y="153"/>
                </a:cubicBezTo>
                <a:cubicBezTo>
                  <a:pt x="177" y="152"/>
                  <a:pt x="181" y="148"/>
                  <a:pt x="181" y="144"/>
                </a:cubicBezTo>
                <a:cubicBezTo>
                  <a:pt x="181" y="141"/>
                  <a:pt x="179" y="138"/>
                  <a:pt x="177" y="137"/>
                </a:cubicBezTo>
                <a:cubicBezTo>
                  <a:pt x="177" y="131"/>
                  <a:pt x="177" y="131"/>
                  <a:pt x="177" y="131"/>
                </a:cubicBezTo>
                <a:cubicBezTo>
                  <a:pt x="177" y="120"/>
                  <a:pt x="169" y="111"/>
                  <a:pt x="159" y="110"/>
                </a:cubicBezTo>
                <a:cubicBezTo>
                  <a:pt x="159" y="108"/>
                  <a:pt x="159" y="106"/>
                  <a:pt x="159" y="104"/>
                </a:cubicBezTo>
                <a:cubicBezTo>
                  <a:pt x="194" y="104"/>
                  <a:pt x="194" y="104"/>
                  <a:pt x="194" y="104"/>
                </a:cubicBezTo>
                <a:cubicBezTo>
                  <a:pt x="193" y="126"/>
                  <a:pt x="184" y="148"/>
                  <a:pt x="168" y="165"/>
                </a:cubicBezTo>
                <a:lnTo>
                  <a:pt x="165" y="164"/>
                </a:lnTo>
                <a:close/>
                <a:moveTo>
                  <a:pt x="136" y="144"/>
                </a:moveTo>
                <a:cubicBezTo>
                  <a:pt x="136" y="143"/>
                  <a:pt x="137" y="142"/>
                  <a:pt x="138" y="142"/>
                </a:cubicBezTo>
                <a:cubicBezTo>
                  <a:pt x="138" y="146"/>
                  <a:pt x="138" y="146"/>
                  <a:pt x="138" y="146"/>
                </a:cubicBezTo>
                <a:cubicBezTo>
                  <a:pt x="137" y="145"/>
                  <a:pt x="136" y="145"/>
                  <a:pt x="136" y="144"/>
                </a:cubicBezTo>
                <a:close/>
                <a:moveTo>
                  <a:pt x="102" y="149"/>
                </a:moveTo>
                <a:cubicBezTo>
                  <a:pt x="99" y="149"/>
                  <a:pt x="99" y="149"/>
                  <a:pt x="99" y="149"/>
                </a:cubicBezTo>
                <a:cubicBezTo>
                  <a:pt x="91" y="149"/>
                  <a:pt x="85" y="142"/>
                  <a:pt x="85" y="135"/>
                </a:cubicBezTo>
                <a:cubicBezTo>
                  <a:pt x="85" y="124"/>
                  <a:pt x="85" y="124"/>
                  <a:pt x="85" y="124"/>
                </a:cubicBezTo>
                <a:cubicBezTo>
                  <a:pt x="90" y="123"/>
                  <a:pt x="100" y="122"/>
                  <a:pt x="107" y="115"/>
                </a:cubicBezTo>
                <a:cubicBezTo>
                  <a:pt x="109" y="118"/>
                  <a:pt x="112" y="121"/>
                  <a:pt x="116" y="123"/>
                </a:cubicBezTo>
                <a:cubicBezTo>
                  <a:pt x="116" y="135"/>
                  <a:pt x="116" y="135"/>
                  <a:pt x="116" y="135"/>
                </a:cubicBezTo>
                <a:cubicBezTo>
                  <a:pt x="116" y="142"/>
                  <a:pt x="110" y="149"/>
                  <a:pt x="102" y="149"/>
                </a:cubicBezTo>
                <a:close/>
                <a:moveTo>
                  <a:pt x="76" y="130"/>
                </a:moveTo>
                <a:cubicBezTo>
                  <a:pt x="76" y="128"/>
                  <a:pt x="77" y="127"/>
                  <a:pt x="79" y="126"/>
                </a:cubicBezTo>
                <a:cubicBezTo>
                  <a:pt x="79" y="134"/>
                  <a:pt x="79" y="134"/>
                  <a:pt x="79" y="134"/>
                </a:cubicBezTo>
                <a:cubicBezTo>
                  <a:pt x="77" y="134"/>
                  <a:pt x="76" y="132"/>
                  <a:pt x="76" y="130"/>
                </a:cubicBezTo>
                <a:close/>
                <a:moveTo>
                  <a:pt x="80" y="97"/>
                </a:moveTo>
                <a:cubicBezTo>
                  <a:pt x="48" y="97"/>
                  <a:pt x="48" y="97"/>
                  <a:pt x="48" y="97"/>
                </a:cubicBezTo>
                <a:cubicBezTo>
                  <a:pt x="48" y="83"/>
                  <a:pt x="50" y="70"/>
                  <a:pt x="53" y="58"/>
                </a:cubicBezTo>
                <a:cubicBezTo>
                  <a:pt x="67" y="60"/>
                  <a:pt x="82" y="62"/>
                  <a:pt x="97" y="62"/>
                </a:cubicBezTo>
                <a:cubicBezTo>
                  <a:pt x="97" y="89"/>
                  <a:pt x="97" y="89"/>
                  <a:pt x="97" y="89"/>
                </a:cubicBezTo>
                <a:cubicBezTo>
                  <a:pt x="90" y="90"/>
                  <a:pt x="84" y="93"/>
                  <a:pt x="80" y="97"/>
                </a:cubicBezTo>
                <a:cubicBezTo>
                  <a:pt x="80" y="97"/>
                  <a:pt x="80" y="97"/>
                  <a:pt x="80" y="97"/>
                </a:cubicBezTo>
                <a:close/>
                <a:moveTo>
                  <a:pt x="42" y="164"/>
                </a:moveTo>
                <a:cubicBezTo>
                  <a:pt x="43" y="164"/>
                  <a:pt x="43" y="164"/>
                  <a:pt x="44" y="164"/>
                </a:cubicBezTo>
                <a:cubicBezTo>
                  <a:pt x="47" y="164"/>
                  <a:pt x="47" y="164"/>
                  <a:pt x="47" y="164"/>
                </a:cubicBezTo>
                <a:cubicBezTo>
                  <a:pt x="47" y="164"/>
                  <a:pt x="48" y="164"/>
                  <a:pt x="49" y="164"/>
                </a:cubicBezTo>
                <a:cubicBezTo>
                  <a:pt x="49" y="166"/>
                  <a:pt x="49" y="166"/>
                  <a:pt x="49" y="166"/>
                </a:cubicBezTo>
                <a:cubicBezTo>
                  <a:pt x="45" y="169"/>
                  <a:pt x="45" y="169"/>
                  <a:pt x="45" y="169"/>
                </a:cubicBezTo>
                <a:cubicBezTo>
                  <a:pt x="42" y="166"/>
                  <a:pt x="42" y="166"/>
                  <a:pt x="42" y="166"/>
                </a:cubicBezTo>
                <a:cubicBezTo>
                  <a:pt x="42" y="164"/>
                  <a:pt x="42" y="164"/>
                  <a:pt x="42" y="164"/>
                </a:cubicBezTo>
                <a:close/>
                <a:moveTo>
                  <a:pt x="47" y="158"/>
                </a:moveTo>
                <a:cubicBezTo>
                  <a:pt x="44" y="158"/>
                  <a:pt x="44" y="158"/>
                  <a:pt x="44" y="158"/>
                </a:cubicBezTo>
                <a:cubicBezTo>
                  <a:pt x="38" y="158"/>
                  <a:pt x="34" y="153"/>
                  <a:pt x="34" y="148"/>
                </a:cubicBezTo>
                <a:cubicBezTo>
                  <a:pt x="34" y="139"/>
                  <a:pt x="34" y="139"/>
                  <a:pt x="34" y="139"/>
                </a:cubicBezTo>
                <a:cubicBezTo>
                  <a:pt x="38" y="139"/>
                  <a:pt x="45" y="137"/>
                  <a:pt x="51" y="133"/>
                </a:cubicBezTo>
                <a:cubicBezTo>
                  <a:pt x="52" y="135"/>
                  <a:pt x="54" y="137"/>
                  <a:pt x="57" y="138"/>
                </a:cubicBezTo>
                <a:cubicBezTo>
                  <a:pt x="57" y="148"/>
                  <a:pt x="57" y="148"/>
                  <a:pt x="57" y="148"/>
                </a:cubicBezTo>
                <a:cubicBezTo>
                  <a:pt x="57" y="153"/>
                  <a:pt x="52" y="158"/>
                  <a:pt x="47" y="158"/>
                </a:cubicBezTo>
                <a:close/>
                <a:moveTo>
                  <a:pt x="26" y="144"/>
                </a:moveTo>
                <a:cubicBezTo>
                  <a:pt x="26" y="143"/>
                  <a:pt x="27" y="142"/>
                  <a:pt x="27" y="142"/>
                </a:cubicBezTo>
                <a:cubicBezTo>
                  <a:pt x="27" y="146"/>
                  <a:pt x="27" y="146"/>
                  <a:pt x="27" y="146"/>
                </a:cubicBezTo>
                <a:cubicBezTo>
                  <a:pt x="27" y="145"/>
                  <a:pt x="26" y="145"/>
                  <a:pt x="26" y="144"/>
                </a:cubicBezTo>
                <a:close/>
                <a:moveTo>
                  <a:pt x="63" y="142"/>
                </a:moveTo>
                <a:cubicBezTo>
                  <a:pt x="64" y="142"/>
                  <a:pt x="64" y="143"/>
                  <a:pt x="64" y="144"/>
                </a:cubicBezTo>
                <a:cubicBezTo>
                  <a:pt x="64" y="145"/>
                  <a:pt x="64" y="145"/>
                  <a:pt x="63" y="146"/>
                </a:cubicBezTo>
                <a:lnTo>
                  <a:pt x="63" y="142"/>
                </a:lnTo>
                <a:close/>
                <a:moveTo>
                  <a:pt x="61" y="133"/>
                </a:moveTo>
                <a:cubicBezTo>
                  <a:pt x="61" y="133"/>
                  <a:pt x="61" y="133"/>
                  <a:pt x="61" y="133"/>
                </a:cubicBezTo>
                <a:cubicBezTo>
                  <a:pt x="61" y="133"/>
                  <a:pt x="61" y="133"/>
                  <a:pt x="61" y="133"/>
                </a:cubicBezTo>
                <a:cubicBezTo>
                  <a:pt x="56" y="132"/>
                  <a:pt x="55" y="126"/>
                  <a:pt x="55" y="126"/>
                </a:cubicBezTo>
                <a:cubicBezTo>
                  <a:pt x="55" y="125"/>
                  <a:pt x="54" y="124"/>
                  <a:pt x="52" y="124"/>
                </a:cubicBezTo>
                <a:cubicBezTo>
                  <a:pt x="51" y="124"/>
                  <a:pt x="50" y="124"/>
                  <a:pt x="49" y="125"/>
                </a:cubicBezTo>
                <a:cubicBezTo>
                  <a:pt x="43" y="133"/>
                  <a:pt x="31" y="133"/>
                  <a:pt x="31" y="133"/>
                </a:cubicBezTo>
                <a:cubicBezTo>
                  <a:pt x="31" y="133"/>
                  <a:pt x="31" y="133"/>
                  <a:pt x="31" y="133"/>
                </a:cubicBezTo>
                <a:cubicBezTo>
                  <a:pt x="30" y="133"/>
                  <a:pt x="30" y="133"/>
                  <a:pt x="30" y="133"/>
                </a:cubicBezTo>
                <a:cubicBezTo>
                  <a:pt x="30" y="133"/>
                  <a:pt x="30" y="133"/>
                  <a:pt x="30" y="133"/>
                </a:cubicBezTo>
                <a:cubicBezTo>
                  <a:pt x="30" y="133"/>
                  <a:pt x="30" y="133"/>
                  <a:pt x="30" y="133"/>
                </a:cubicBezTo>
                <a:cubicBezTo>
                  <a:pt x="30" y="133"/>
                  <a:pt x="30" y="133"/>
                  <a:pt x="30" y="133"/>
                </a:cubicBezTo>
                <a:cubicBezTo>
                  <a:pt x="30" y="133"/>
                  <a:pt x="30" y="133"/>
                  <a:pt x="30" y="133"/>
                </a:cubicBezTo>
                <a:cubicBezTo>
                  <a:pt x="30" y="133"/>
                  <a:pt x="30" y="133"/>
                  <a:pt x="30" y="133"/>
                </a:cubicBezTo>
                <a:cubicBezTo>
                  <a:pt x="30" y="131"/>
                  <a:pt x="30" y="131"/>
                  <a:pt x="30" y="131"/>
                </a:cubicBezTo>
                <a:cubicBezTo>
                  <a:pt x="30" y="123"/>
                  <a:pt x="36" y="116"/>
                  <a:pt x="45" y="116"/>
                </a:cubicBezTo>
                <a:cubicBezTo>
                  <a:pt x="46" y="116"/>
                  <a:pt x="46" y="116"/>
                  <a:pt x="46" y="116"/>
                </a:cubicBezTo>
                <a:cubicBezTo>
                  <a:pt x="54" y="116"/>
                  <a:pt x="61" y="123"/>
                  <a:pt x="61" y="131"/>
                </a:cubicBezTo>
                <a:cubicBezTo>
                  <a:pt x="61" y="133"/>
                  <a:pt x="61" y="133"/>
                  <a:pt x="61" y="133"/>
                </a:cubicBezTo>
                <a:close/>
                <a:moveTo>
                  <a:pt x="7" y="97"/>
                </a:moveTo>
                <a:cubicBezTo>
                  <a:pt x="7" y="80"/>
                  <a:pt x="13" y="63"/>
                  <a:pt x="22" y="50"/>
                </a:cubicBezTo>
                <a:cubicBezTo>
                  <a:pt x="29" y="53"/>
                  <a:pt x="37" y="55"/>
                  <a:pt x="47" y="57"/>
                </a:cubicBezTo>
                <a:cubicBezTo>
                  <a:pt x="43" y="69"/>
                  <a:pt x="41" y="83"/>
                  <a:pt x="41" y="97"/>
                </a:cubicBezTo>
                <a:lnTo>
                  <a:pt x="7" y="97"/>
                </a:lnTo>
                <a:close/>
                <a:moveTo>
                  <a:pt x="121" y="115"/>
                </a:moveTo>
                <a:cubicBezTo>
                  <a:pt x="121" y="118"/>
                  <a:pt x="121" y="118"/>
                  <a:pt x="121" y="118"/>
                </a:cubicBezTo>
                <a:cubicBezTo>
                  <a:pt x="121" y="118"/>
                  <a:pt x="121" y="118"/>
                  <a:pt x="121" y="118"/>
                </a:cubicBezTo>
                <a:cubicBezTo>
                  <a:pt x="121" y="118"/>
                  <a:pt x="121" y="118"/>
                  <a:pt x="121" y="118"/>
                </a:cubicBezTo>
                <a:cubicBezTo>
                  <a:pt x="121" y="118"/>
                  <a:pt x="121" y="118"/>
                  <a:pt x="121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20" y="118"/>
                  <a:pt x="120" y="118"/>
                  <a:pt x="120" y="118"/>
                </a:cubicBezTo>
                <a:cubicBezTo>
                  <a:pt x="114" y="116"/>
                  <a:pt x="112" y="109"/>
                  <a:pt x="112" y="109"/>
                </a:cubicBezTo>
                <a:cubicBezTo>
                  <a:pt x="111" y="107"/>
                  <a:pt x="110" y="106"/>
                  <a:pt x="109" y="106"/>
                </a:cubicBezTo>
                <a:cubicBezTo>
                  <a:pt x="108" y="106"/>
                  <a:pt x="107" y="106"/>
                  <a:pt x="106" y="107"/>
                </a:cubicBezTo>
                <a:cubicBezTo>
                  <a:pt x="99" y="118"/>
                  <a:pt x="82" y="118"/>
                  <a:pt x="82" y="118"/>
                </a:cubicBezTo>
                <a:cubicBezTo>
                  <a:pt x="82" y="118"/>
                  <a:pt x="82" y="118"/>
                  <a:pt x="82" y="118"/>
                </a:cubicBezTo>
                <a:cubicBezTo>
                  <a:pt x="82" y="118"/>
                  <a:pt x="82" y="118"/>
                  <a:pt x="82" y="118"/>
                </a:cubicBezTo>
                <a:cubicBezTo>
                  <a:pt x="82" y="118"/>
                  <a:pt x="82" y="118"/>
                  <a:pt x="82" y="118"/>
                </a:cubicBezTo>
                <a:cubicBezTo>
                  <a:pt x="82" y="118"/>
                  <a:pt x="82" y="118"/>
                  <a:pt x="82" y="118"/>
                </a:cubicBezTo>
                <a:cubicBezTo>
                  <a:pt x="82" y="118"/>
                  <a:pt x="81" y="118"/>
                  <a:pt x="81" y="118"/>
                </a:cubicBezTo>
                <a:cubicBezTo>
                  <a:pt x="81" y="118"/>
                  <a:pt x="81" y="118"/>
                  <a:pt x="81" y="118"/>
                </a:cubicBezTo>
                <a:cubicBezTo>
                  <a:pt x="81" y="118"/>
                  <a:pt x="81" y="118"/>
                  <a:pt x="81" y="118"/>
                </a:cubicBezTo>
                <a:cubicBezTo>
                  <a:pt x="81" y="118"/>
                  <a:pt x="81" y="118"/>
                  <a:pt x="81" y="118"/>
                </a:cubicBezTo>
                <a:cubicBezTo>
                  <a:pt x="81" y="118"/>
                  <a:pt x="81" y="118"/>
                  <a:pt x="81" y="118"/>
                </a:cubicBezTo>
                <a:cubicBezTo>
                  <a:pt x="81" y="118"/>
                  <a:pt x="81" y="118"/>
                  <a:pt x="81" y="118"/>
                </a:cubicBezTo>
                <a:cubicBezTo>
                  <a:pt x="81" y="118"/>
                  <a:pt x="81" y="118"/>
                  <a:pt x="81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0" y="119"/>
                  <a:pt x="80" y="119"/>
                  <a:pt x="80" y="119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04"/>
                  <a:pt x="89" y="95"/>
                  <a:pt x="99" y="95"/>
                </a:cubicBezTo>
                <a:cubicBezTo>
                  <a:pt x="101" y="95"/>
                  <a:pt x="101" y="95"/>
                  <a:pt x="101" y="95"/>
                </a:cubicBezTo>
                <a:cubicBezTo>
                  <a:pt x="112" y="95"/>
                  <a:pt x="121" y="104"/>
                  <a:pt x="121" y="115"/>
                </a:cubicBezTo>
                <a:close/>
                <a:moveTo>
                  <a:pt x="97" y="7"/>
                </a:moveTo>
                <a:cubicBezTo>
                  <a:pt x="97" y="55"/>
                  <a:pt x="97" y="55"/>
                  <a:pt x="97" y="55"/>
                </a:cubicBezTo>
                <a:cubicBezTo>
                  <a:pt x="82" y="55"/>
                  <a:pt x="68" y="54"/>
                  <a:pt x="55" y="52"/>
                </a:cubicBezTo>
                <a:cubicBezTo>
                  <a:pt x="57" y="45"/>
                  <a:pt x="60" y="39"/>
                  <a:pt x="63" y="34"/>
                </a:cubicBezTo>
                <a:cubicBezTo>
                  <a:pt x="73" y="18"/>
                  <a:pt x="84" y="8"/>
                  <a:pt x="97" y="7"/>
                </a:cubicBezTo>
                <a:close/>
                <a:moveTo>
                  <a:pt x="122" y="126"/>
                </a:moveTo>
                <a:cubicBezTo>
                  <a:pt x="124" y="127"/>
                  <a:pt x="125" y="128"/>
                  <a:pt x="125" y="130"/>
                </a:cubicBezTo>
                <a:cubicBezTo>
                  <a:pt x="125" y="132"/>
                  <a:pt x="124" y="134"/>
                  <a:pt x="122" y="134"/>
                </a:cubicBezTo>
                <a:lnTo>
                  <a:pt x="122" y="126"/>
                </a:lnTo>
                <a:close/>
                <a:moveTo>
                  <a:pt x="120" y="97"/>
                </a:moveTo>
                <a:cubicBezTo>
                  <a:pt x="116" y="93"/>
                  <a:pt x="110" y="89"/>
                  <a:pt x="103" y="89"/>
                </a:cubicBezTo>
                <a:cubicBezTo>
                  <a:pt x="103" y="62"/>
                  <a:pt x="103" y="62"/>
                  <a:pt x="103" y="62"/>
                </a:cubicBezTo>
                <a:cubicBezTo>
                  <a:pt x="119" y="62"/>
                  <a:pt x="134" y="60"/>
                  <a:pt x="147" y="58"/>
                </a:cubicBezTo>
                <a:cubicBezTo>
                  <a:pt x="151" y="70"/>
                  <a:pt x="153" y="83"/>
                  <a:pt x="153" y="97"/>
                </a:cubicBezTo>
                <a:cubicBezTo>
                  <a:pt x="120" y="97"/>
                  <a:pt x="120" y="97"/>
                  <a:pt x="120" y="97"/>
                </a:cubicBezTo>
                <a:cubicBezTo>
                  <a:pt x="120" y="97"/>
                  <a:pt x="120" y="97"/>
                  <a:pt x="120" y="97"/>
                </a:cubicBezTo>
                <a:close/>
                <a:moveTo>
                  <a:pt x="155" y="116"/>
                </a:moveTo>
                <a:cubicBezTo>
                  <a:pt x="156" y="116"/>
                  <a:pt x="156" y="116"/>
                  <a:pt x="156" y="116"/>
                </a:cubicBezTo>
                <a:cubicBezTo>
                  <a:pt x="164" y="116"/>
                  <a:pt x="171" y="123"/>
                  <a:pt x="171" y="131"/>
                </a:cubicBezTo>
                <a:cubicBezTo>
                  <a:pt x="171" y="133"/>
                  <a:pt x="171" y="133"/>
                  <a:pt x="171" y="133"/>
                </a:cubicBezTo>
                <a:cubicBezTo>
                  <a:pt x="171" y="133"/>
                  <a:pt x="171" y="133"/>
                  <a:pt x="171" y="133"/>
                </a:cubicBezTo>
                <a:cubicBezTo>
                  <a:pt x="171" y="133"/>
                  <a:pt x="171" y="133"/>
                  <a:pt x="171" y="133"/>
                </a:cubicBezTo>
                <a:cubicBezTo>
                  <a:pt x="166" y="132"/>
                  <a:pt x="165" y="126"/>
                  <a:pt x="165" y="126"/>
                </a:cubicBezTo>
                <a:cubicBezTo>
                  <a:pt x="165" y="125"/>
                  <a:pt x="164" y="124"/>
                  <a:pt x="163" y="124"/>
                </a:cubicBezTo>
                <a:cubicBezTo>
                  <a:pt x="161" y="124"/>
                  <a:pt x="160" y="124"/>
                  <a:pt x="159" y="125"/>
                </a:cubicBezTo>
                <a:cubicBezTo>
                  <a:pt x="154" y="133"/>
                  <a:pt x="141" y="133"/>
                  <a:pt x="141" y="133"/>
                </a:cubicBezTo>
                <a:cubicBezTo>
                  <a:pt x="141" y="133"/>
                  <a:pt x="141" y="133"/>
                  <a:pt x="141" y="133"/>
                </a:cubicBezTo>
                <a:cubicBezTo>
                  <a:pt x="141" y="133"/>
                  <a:pt x="141" y="133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ubicBezTo>
                  <a:pt x="140" y="133"/>
                  <a:pt x="140" y="133"/>
                  <a:pt x="140" y="133"/>
                </a:cubicBezTo>
                <a:cubicBezTo>
                  <a:pt x="140" y="131"/>
                  <a:pt x="140" y="131"/>
                  <a:pt x="140" y="131"/>
                </a:cubicBezTo>
                <a:cubicBezTo>
                  <a:pt x="140" y="123"/>
                  <a:pt x="146" y="116"/>
                  <a:pt x="155" y="116"/>
                </a:cubicBezTo>
                <a:close/>
                <a:moveTo>
                  <a:pt x="173" y="142"/>
                </a:moveTo>
                <a:cubicBezTo>
                  <a:pt x="174" y="142"/>
                  <a:pt x="174" y="143"/>
                  <a:pt x="174" y="144"/>
                </a:cubicBezTo>
                <a:cubicBezTo>
                  <a:pt x="174" y="145"/>
                  <a:pt x="174" y="145"/>
                  <a:pt x="173" y="146"/>
                </a:cubicBezTo>
                <a:lnTo>
                  <a:pt x="173" y="142"/>
                </a:lnTo>
                <a:close/>
                <a:moveTo>
                  <a:pt x="144" y="139"/>
                </a:moveTo>
                <a:cubicBezTo>
                  <a:pt x="148" y="139"/>
                  <a:pt x="155" y="137"/>
                  <a:pt x="161" y="133"/>
                </a:cubicBezTo>
                <a:cubicBezTo>
                  <a:pt x="162" y="135"/>
                  <a:pt x="164" y="137"/>
                  <a:pt x="167" y="138"/>
                </a:cubicBezTo>
                <a:cubicBezTo>
                  <a:pt x="167" y="148"/>
                  <a:pt x="167" y="148"/>
                  <a:pt x="167" y="148"/>
                </a:cubicBezTo>
                <a:cubicBezTo>
                  <a:pt x="167" y="153"/>
                  <a:pt x="162" y="158"/>
                  <a:pt x="157" y="158"/>
                </a:cubicBezTo>
                <a:cubicBezTo>
                  <a:pt x="154" y="158"/>
                  <a:pt x="154" y="158"/>
                  <a:pt x="154" y="158"/>
                </a:cubicBezTo>
                <a:cubicBezTo>
                  <a:pt x="148" y="158"/>
                  <a:pt x="144" y="153"/>
                  <a:pt x="144" y="148"/>
                </a:cubicBezTo>
                <a:cubicBezTo>
                  <a:pt x="144" y="139"/>
                  <a:pt x="144" y="139"/>
                  <a:pt x="144" y="139"/>
                </a:cubicBezTo>
                <a:close/>
                <a:moveTo>
                  <a:pt x="152" y="164"/>
                </a:moveTo>
                <a:cubicBezTo>
                  <a:pt x="153" y="164"/>
                  <a:pt x="153" y="164"/>
                  <a:pt x="154" y="164"/>
                </a:cubicBezTo>
                <a:cubicBezTo>
                  <a:pt x="157" y="164"/>
                  <a:pt x="157" y="164"/>
                  <a:pt x="157" y="164"/>
                </a:cubicBezTo>
                <a:cubicBezTo>
                  <a:pt x="158" y="164"/>
                  <a:pt x="158" y="164"/>
                  <a:pt x="159" y="164"/>
                </a:cubicBezTo>
                <a:cubicBezTo>
                  <a:pt x="159" y="166"/>
                  <a:pt x="159" y="166"/>
                  <a:pt x="159" y="166"/>
                </a:cubicBezTo>
                <a:cubicBezTo>
                  <a:pt x="155" y="169"/>
                  <a:pt x="155" y="169"/>
                  <a:pt x="155" y="169"/>
                </a:cubicBezTo>
                <a:cubicBezTo>
                  <a:pt x="152" y="166"/>
                  <a:pt x="152" y="166"/>
                  <a:pt x="152" y="166"/>
                </a:cubicBezTo>
                <a:lnTo>
                  <a:pt x="152" y="164"/>
                </a:lnTo>
                <a:close/>
                <a:moveTo>
                  <a:pt x="179" y="50"/>
                </a:moveTo>
                <a:cubicBezTo>
                  <a:pt x="188" y="64"/>
                  <a:pt x="193" y="80"/>
                  <a:pt x="194" y="97"/>
                </a:cubicBezTo>
                <a:cubicBezTo>
                  <a:pt x="159" y="97"/>
                  <a:pt x="159" y="97"/>
                  <a:pt x="159" y="97"/>
                </a:cubicBezTo>
                <a:cubicBezTo>
                  <a:pt x="159" y="83"/>
                  <a:pt x="157" y="69"/>
                  <a:pt x="153" y="57"/>
                </a:cubicBezTo>
                <a:cubicBezTo>
                  <a:pt x="163" y="55"/>
                  <a:pt x="172" y="53"/>
                  <a:pt x="179" y="50"/>
                </a:cubicBezTo>
                <a:close/>
                <a:moveTo>
                  <a:pt x="137" y="34"/>
                </a:moveTo>
                <a:cubicBezTo>
                  <a:pt x="140" y="39"/>
                  <a:pt x="143" y="45"/>
                  <a:pt x="145" y="52"/>
                </a:cubicBezTo>
                <a:cubicBezTo>
                  <a:pt x="132" y="54"/>
                  <a:pt x="118" y="55"/>
                  <a:pt x="103" y="55"/>
                </a:cubicBezTo>
                <a:cubicBezTo>
                  <a:pt x="103" y="7"/>
                  <a:pt x="103" y="7"/>
                  <a:pt x="103" y="7"/>
                </a:cubicBezTo>
                <a:cubicBezTo>
                  <a:pt x="116" y="8"/>
                  <a:pt x="128" y="18"/>
                  <a:pt x="137" y="34"/>
                </a:cubicBezTo>
                <a:close/>
                <a:moveTo>
                  <a:pt x="74" y="10"/>
                </a:moveTo>
                <a:cubicBezTo>
                  <a:pt x="68" y="15"/>
                  <a:pt x="63" y="22"/>
                  <a:pt x="58" y="30"/>
                </a:cubicBezTo>
                <a:cubicBezTo>
                  <a:pt x="54" y="37"/>
                  <a:pt x="51" y="43"/>
                  <a:pt x="49" y="51"/>
                </a:cubicBezTo>
                <a:cubicBezTo>
                  <a:pt x="40" y="49"/>
                  <a:pt x="32" y="47"/>
                  <a:pt x="25" y="44"/>
                </a:cubicBezTo>
                <a:cubicBezTo>
                  <a:pt x="37" y="28"/>
                  <a:pt x="54" y="16"/>
                  <a:pt x="74" y="10"/>
                </a:cubicBezTo>
                <a:close/>
                <a:moveTo>
                  <a:pt x="7" y="104"/>
                </a:moveTo>
                <a:cubicBezTo>
                  <a:pt x="41" y="104"/>
                  <a:pt x="41" y="104"/>
                  <a:pt x="41" y="104"/>
                </a:cubicBezTo>
                <a:cubicBezTo>
                  <a:pt x="41" y="106"/>
                  <a:pt x="41" y="108"/>
                  <a:pt x="41" y="110"/>
                </a:cubicBezTo>
                <a:cubicBezTo>
                  <a:pt x="31" y="112"/>
                  <a:pt x="23" y="120"/>
                  <a:pt x="23" y="131"/>
                </a:cubicBezTo>
                <a:cubicBezTo>
                  <a:pt x="23" y="137"/>
                  <a:pt x="23" y="137"/>
                  <a:pt x="23" y="137"/>
                </a:cubicBezTo>
                <a:cubicBezTo>
                  <a:pt x="21" y="138"/>
                  <a:pt x="20" y="141"/>
                  <a:pt x="20" y="144"/>
                </a:cubicBezTo>
                <a:cubicBezTo>
                  <a:pt x="20" y="148"/>
                  <a:pt x="24" y="152"/>
                  <a:pt x="28" y="153"/>
                </a:cubicBezTo>
                <a:cubicBezTo>
                  <a:pt x="29" y="156"/>
                  <a:pt x="32" y="160"/>
                  <a:pt x="36" y="162"/>
                </a:cubicBezTo>
                <a:cubicBezTo>
                  <a:pt x="36" y="164"/>
                  <a:pt x="36" y="164"/>
                  <a:pt x="36" y="164"/>
                </a:cubicBezTo>
                <a:cubicBezTo>
                  <a:pt x="32" y="165"/>
                  <a:pt x="32" y="165"/>
                  <a:pt x="32" y="165"/>
                </a:cubicBezTo>
                <a:cubicBezTo>
                  <a:pt x="16" y="148"/>
                  <a:pt x="7" y="127"/>
                  <a:pt x="7" y="104"/>
                </a:cubicBezTo>
                <a:close/>
                <a:moveTo>
                  <a:pt x="39" y="194"/>
                </a:moveTo>
                <a:cubicBezTo>
                  <a:pt x="35" y="194"/>
                  <a:pt x="35" y="194"/>
                  <a:pt x="35" y="194"/>
                </a:cubicBezTo>
                <a:cubicBezTo>
                  <a:pt x="33" y="194"/>
                  <a:pt x="33" y="194"/>
                  <a:pt x="33" y="194"/>
                </a:cubicBezTo>
                <a:cubicBezTo>
                  <a:pt x="18" y="194"/>
                  <a:pt x="18" y="194"/>
                  <a:pt x="18" y="194"/>
                </a:cubicBezTo>
                <a:cubicBezTo>
                  <a:pt x="18" y="186"/>
                  <a:pt x="18" y="186"/>
                  <a:pt x="18" y="186"/>
                </a:cubicBezTo>
                <a:cubicBezTo>
                  <a:pt x="18" y="177"/>
                  <a:pt x="24" y="175"/>
                  <a:pt x="25" y="175"/>
                </a:cubicBezTo>
                <a:cubicBezTo>
                  <a:pt x="25" y="175"/>
                  <a:pt x="25" y="175"/>
                  <a:pt x="25" y="174"/>
                </a:cubicBezTo>
                <a:cubicBezTo>
                  <a:pt x="37" y="170"/>
                  <a:pt x="37" y="170"/>
                  <a:pt x="37" y="170"/>
                </a:cubicBezTo>
                <a:cubicBezTo>
                  <a:pt x="43" y="176"/>
                  <a:pt x="43" y="176"/>
                  <a:pt x="43" y="176"/>
                </a:cubicBezTo>
                <a:cubicBezTo>
                  <a:pt x="44" y="177"/>
                  <a:pt x="44" y="177"/>
                  <a:pt x="45" y="177"/>
                </a:cubicBezTo>
                <a:cubicBezTo>
                  <a:pt x="45" y="177"/>
                  <a:pt x="45" y="177"/>
                  <a:pt x="45" y="177"/>
                </a:cubicBezTo>
                <a:cubicBezTo>
                  <a:pt x="46" y="177"/>
                  <a:pt x="47" y="177"/>
                  <a:pt x="48" y="176"/>
                </a:cubicBezTo>
                <a:cubicBezTo>
                  <a:pt x="54" y="170"/>
                  <a:pt x="54" y="170"/>
                  <a:pt x="54" y="170"/>
                </a:cubicBezTo>
                <a:cubicBezTo>
                  <a:pt x="61" y="173"/>
                  <a:pt x="61" y="173"/>
                  <a:pt x="61" y="173"/>
                </a:cubicBezTo>
                <a:cubicBezTo>
                  <a:pt x="59" y="176"/>
                  <a:pt x="59" y="179"/>
                  <a:pt x="59" y="183"/>
                </a:cubicBezTo>
                <a:cubicBezTo>
                  <a:pt x="59" y="194"/>
                  <a:pt x="59" y="194"/>
                  <a:pt x="59" y="194"/>
                </a:cubicBezTo>
                <a:cubicBezTo>
                  <a:pt x="55" y="194"/>
                  <a:pt x="55" y="194"/>
                  <a:pt x="55" y="194"/>
                </a:cubicBezTo>
                <a:lnTo>
                  <a:pt x="39" y="194"/>
                </a:lnTo>
                <a:close/>
                <a:moveTo>
                  <a:pt x="72" y="162"/>
                </a:moveTo>
                <a:cubicBezTo>
                  <a:pt x="70" y="163"/>
                  <a:pt x="67" y="165"/>
                  <a:pt x="65" y="167"/>
                </a:cubicBezTo>
                <a:cubicBezTo>
                  <a:pt x="55" y="164"/>
                  <a:pt x="55" y="164"/>
                  <a:pt x="55" y="164"/>
                </a:cubicBezTo>
                <a:cubicBezTo>
                  <a:pt x="55" y="162"/>
                  <a:pt x="55" y="162"/>
                  <a:pt x="55" y="162"/>
                </a:cubicBezTo>
                <a:cubicBezTo>
                  <a:pt x="58" y="160"/>
                  <a:pt x="61" y="156"/>
                  <a:pt x="62" y="153"/>
                </a:cubicBezTo>
                <a:cubicBezTo>
                  <a:pt x="67" y="152"/>
                  <a:pt x="71" y="148"/>
                  <a:pt x="71" y="144"/>
                </a:cubicBezTo>
                <a:cubicBezTo>
                  <a:pt x="71" y="141"/>
                  <a:pt x="69" y="138"/>
                  <a:pt x="67" y="137"/>
                </a:cubicBezTo>
                <a:cubicBezTo>
                  <a:pt x="67" y="131"/>
                  <a:pt x="67" y="131"/>
                  <a:pt x="67" y="131"/>
                </a:cubicBezTo>
                <a:cubicBezTo>
                  <a:pt x="67" y="120"/>
                  <a:pt x="59" y="111"/>
                  <a:pt x="48" y="110"/>
                </a:cubicBezTo>
                <a:cubicBezTo>
                  <a:pt x="48" y="108"/>
                  <a:pt x="48" y="106"/>
                  <a:pt x="48" y="104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4" y="107"/>
                  <a:pt x="74" y="111"/>
                  <a:pt x="74" y="115"/>
                </a:cubicBezTo>
                <a:cubicBezTo>
                  <a:pt x="74" y="122"/>
                  <a:pt x="74" y="122"/>
                  <a:pt x="74" y="122"/>
                </a:cubicBezTo>
                <a:cubicBezTo>
                  <a:pt x="71" y="124"/>
                  <a:pt x="69" y="127"/>
                  <a:pt x="69" y="130"/>
                </a:cubicBezTo>
                <a:cubicBezTo>
                  <a:pt x="69" y="136"/>
                  <a:pt x="74" y="141"/>
                  <a:pt x="80" y="141"/>
                </a:cubicBezTo>
                <a:cubicBezTo>
                  <a:pt x="81" y="146"/>
                  <a:pt x="85" y="150"/>
                  <a:pt x="89" y="152"/>
                </a:cubicBezTo>
                <a:cubicBezTo>
                  <a:pt x="89" y="156"/>
                  <a:pt x="89" y="156"/>
                  <a:pt x="89" y="156"/>
                </a:cubicBezTo>
                <a:lnTo>
                  <a:pt x="72" y="162"/>
                </a:lnTo>
                <a:close/>
                <a:moveTo>
                  <a:pt x="100" y="163"/>
                </a:moveTo>
                <a:cubicBezTo>
                  <a:pt x="95" y="159"/>
                  <a:pt x="95" y="159"/>
                  <a:pt x="95" y="159"/>
                </a:cubicBezTo>
                <a:cubicBezTo>
                  <a:pt x="95" y="155"/>
                  <a:pt x="95" y="155"/>
                  <a:pt x="95" y="155"/>
                </a:cubicBezTo>
                <a:cubicBezTo>
                  <a:pt x="96" y="155"/>
                  <a:pt x="98" y="155"/>
                  <a:pt x="99" y="155"/>
                </a:cubicBezTo>
                <a:cubicBezTo>
                  <a:pt x="102" y="155"/>
                  <a:pt x="102" y="155"/>
                  <a:pt x="102" y="155"/>
                </a:cubicBezTo>
                <a:cubicBezTo>
                  <a:pt x="103" y="155"/>
                  <a:pt x="104" y="155"/>
                  <a:pt x="105" y="155"/>
                </a:cubicBezTo>
                <a:cubicBezTo>
                  <a:pt x="105" y="158"/>
                  <a:pt x="105" y="158"/>
                  <a:pt x="105" y="158"/>
                </a:cubicBezTo>
                <a:cubicBezTo>
                  <a:pt x="105" y="158"/>
                  <a:pt x="105" y="158"/>
                  <a:pt x="105" y="158"/>
                </a:cubicBezTo>
                <a:cubicBezTo>
                  <a:pt x="105" y="158"/>
                  <a:pt x="105" y="158"/>
                  <a:pt x="105" y="158"/>
                </a:cubicBezTo>
                <a:lnTo>
                  <a:pt x="100" y="163"/>
                </a:lnTo>
                <a:close/>
                <a:moveTo>
                  <a:pt x="128" y="162"/>
                </a:moveTo>
                <a:cubicBezTo>
                  <a:pt x="112" y="156"/>
                  <a:pt x="112" y="156"/>
                  <a:pt x="112" y="156"/>
                </a:cubicBezTo>
                <a:cubicBezTo>
                  <a:pt x="112" y="152"/>
                  <a:pt x="112" y="152"/>
                  <a:pt x="112" y="152"/>
                </a:cubicBezTo>
                <a:cubicBezTo>
                  <a:pt x="116" y="150"/>
                  <a:pt x="120" y="146"/>
                  <a:pt x="121" y="141"/>
                </a:cubicBezTo>
                <a:cubicBezTo>
                  <a:pt x="127" y="141"/>
                  <a:pt x="131" y="136"/>
                  <a:pt x="131" y="130"/>
                </a:cubicBezTo>
                <a:cubicBezTo>
                  <a:pt x="131" y="127"/>
                  <a:pt x="130" y="124"/>
                  <a:pt x="127" y="122"/>
                </a:cubicBezTo>
                <a:cubicBezTo>
                  <a:pt x="127" y="115"/>
                  <a:pt x="127" y="115"/>
                  <a:pt x="127" y="115"/>
                </a:cubicBezTo>
                <a:cubicBezTo>
                  <a:pt x="127" y="111"/>
                  <a:pt x="126" y="107"/>
                  <a:pt x="125" y="104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3" y="106"/>
                  <a:pt x="153" y="108"/>
                  <a:pt x="153" y="110"/>
                </a:cubicBezTo>
                <a:cubicBezTo>
                  <a:pt x="142" y="111"/>
                  <a:pt x="133" y="120"/>
                  <a:pt x="133" y="131"/>
                </a:cubicBezTo>
                <a:cubicBezTo>
                  <a:pt x="133" y="137"/>
                  <a:pt x="133" y="137"/>
                  <a:pt x="133" y="137"/>
                </a:cubicBezTo>
                <a:cubicBezTo>
                  <a:pt x="131" y="138"/>
                  <a:pt x="130" y="141"/>
                  <a:pt x="130" y="144"/>
                </a:cubicBezTo>
                <a:cubicBezTo>
                  <a:pt x="130" y="148"/>
                  <a:pt x="134" y="152"/>
                  <a:pt x="138" y="153"/>
                </a:cubicBezTo>
                <a:cubicBezTo>
                  <a:pt x="140" y="156"/>
                  <a:pt x="142" y="160"/>
                  <a:pt x="146" y="162"/>
                </a:cubicBezTo>
                <a:cubicBezTo>
                  <a:pt x="146" y="164"/>
                  <a:pt x="146" y="164"/>
                  <a:pt x="146" y="164"/>
                </a:cubicBezTo>
                <a:cubicBezTo>
                  <a:pt x="136" y="167"/>
                  <a:pt x="136" y="167"/>
                  <a:pt x="136" y="167"/>
                </a:cubicBezTo>
                <a:cubicBezTo>
                  <a:pt x="133" y="165"/>
                  <a:pt x="130" y="163"/>
                  <a:pt x="128" y="162"/>
                </a:cubicBezTo>
                <a:close/>
                <a:moveTo>
                  <a:pt x="183" y="194"/>
                </a:moveTo>
                <a:cubicBezTo>
                  <a:pt x="165" y="194"/>
                  <a:pt x="165" y="194"/>
                  <a:pt x="165" y="194"/>
                </a:cubicBezTo>
                <a:cubicBezTo>
                  <a:pt x="149" y="194"/>
                  <a:pt x="149" y="194"/>
                  <a:pt x="149" y="194"/>
                </a:cubicBezTo>
                <a:cubicBezTo>
                  <a:pt x="146" y="194"/>
                  <a:pt x="146" y="194"/>
                  <a:pt x="146" y="194"/>
                </a:cubicBezTo>
                <a:cubicBezTo>
                  <a:pt x="143" y="194"/>
                  <a:pt x="143" y="194"/>
                  <a:pt x="143" y="194"/>
                </a:cubicBezTo>
                <a:cubicBezTo>
                  <a:pt x="142" y="194"/>
                  <a:pt x="142" y="194"/>
                  <a:pt x="142" y="194"/>
                </a:cubicBezTo>
                <a:cubicBezTo>
                  <a:pt x="142" y="183"/>
                  <a:pt x="142" y="183"/>
                  <a:pt x="142" y="183"/>
                </a:cubicBezTo>
                <a:cubicBezTo>
                  <a:pt x="142" y="179"/>
                  <a:pt x="141" y="176"/>
                  <a:pt x="140" y="173"/>
                </a:cubicBezTo>
                <a:cubicBezTo>
                  <a:pt x="147" y="170"/>
                  <a:pt x="147" y="170"/>
                  <a:pt x="147" y="170"/>
                </a:cubicBezTo>
                <a:cubicBezTo>
                  <a:pt x="153" y="176"/>
                  <a:pt x="153" y="176"/>
                  <a:pt x="153" y="176"/>
                </a:cubicBezTo>
                <a:cubicBezTo>
                  <a:pt x="154" y="177"/>
                  <a:pt x="155" y="177"/>
                  <a:pt x="155" y="177"/>
                </a:cubicBezTo>
                <a:cubicBezTo>
                  <a:pt x="155" y="177"/>
                  <a:pt x="155" y="177"/>
                  <a:pt x="155" y="177"/>
                </a:cubicBezTo>
                <a:cubicBezTo>
                  <a:pt x="156" y="177"/>
                  <a:pt x="157" y="177"/>
                  <a:pt x="158" y="176"/>
                </a:cubicBezTo>
                <a:cubicBezTo>
                  <a:pt x="164" y="170"/>
                  <a:pt x="164" y="170"/>
                  <a:pt x="164" y="170"/>
                </a:cubicBezTo>
                <a:cubicBezTo>
                  <a:pt x="176" y="174"/>
                  <a:pt x="176" y="174"/>
                  <a:pt x="176" y="174"/>
                </a:cubicBezTo>
                <a:cubicBezTo>
                  <a:pt x="176" y="175"/>
                  <a:pt x="176" y="175"/>
                  <a:pt x="176" y="175"/>
                </a:cubicBezTo>
                <a:cubicBezTo>
                  <a:pt x="176" y="175"/>
                  <a:pt x="183" y="177"/>
                  <a:pt x="183" y="186"/>
                </a:cubicBezTo>
                <a:cubicBezTo>
                  <a:pt x="183" y="194"/>
                  <a:pt x="183" y="194"/>
                  <a:pt x="183" y="1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77">
            <a:extLst>
              <a:ext uri="{FF2B5EF4-FFF2-40B4-BE49-F238E27FC236}">
                <a16:creationId xmlns:a16="http://schemas.microsoft.com/office/drawing/2014/main" id="{A32A857D-CF5E-0408-07E7-4745FAD5C59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43555" y="4028218"/>
            <a:ext cx="304800" cy="387651"/>
          </a:xfrm>
          <a:custGeom>
            <a:avLst/>
            <a:gdLst>
              <a:gd name="T0" fmla="*/ 1313 w 1473"/>
              <a:gd name="T1" fmla="*/ 1920 h 1920"/>
              <a:gd name="T2" fmla="*/ 1472 w 1473"/>
              <a:gd name="T3" fmla="*/ 1760 h 1920"/>
              <a:gd name="T4" fmla="*/ 1316 w 1473"/>
              <a:gd name="T5" fmla="*/ 0 h 1920"/>
              <a:gd name="T6" fmla="*/ 469 w 1473"/>
              <a:gd name="T7" fmla="*/ 0 h 1920"/>
              <a:gd name="T8" fmla="*/ 47 w 1473"/>
              <a:gd name="T9" fmla="*/ 356 h 1920"/>
              <a:gd name="T10" fmla="*/ 0 w 1473"/>
              <a:gd name="T11" fmla="*/ 1760 h 1920"/>
              <a:gd name="T12" fmla="*/ 64 w 1473"/>
              <a:gd name="T13" fmla="*/ 469 h 1920"/>
              <a:gd name="T14" fmla="*/ 384 w 1473"/>
              <a:gd name="T15" fmla="*/ 109 h 1920"/>
              <a:gd name="T16" fmla="*/ 288 w 1473"/>
              <a:gd name="T17" fmla="*/ 384 h 1920"/>
              <a:gd name="T18" fmla="*/ 192 w 1473"/>
              <a:gd name="T19" fmla="*/ 448 h 1920"/>
              <a:gd name="T20" fmla="*/ 448 w 1473"/>
              <a:gd name="T21" fmla="*/ 288 h 1920"/>
              <a:gd name="T22" fmla="*/ 469 w 1473"/>
              <a:gd name="T23" fmla="*/ 64 h 1920"/>
              <a:gd name="T24" fmla="*/ 1381 w 1473"/>
              <a:gd name="T25" fmla="*/ 92 h 1920"/>
              <a:gd name="T26" fmla="*/ 1408 w 1473"/>
              <a:gd name="T27" fmla="*/ 160 h 1920"/>
              <a:gd name="T28" fmla="*/ 1408 w 1473"/>
              <a:gd name="T29" fmla="*/ 1761 h 1920"/>
              <a:gd name="T30" fmla="*/ 1313 w 1473"/>
              <a:gd name="T31" fmla="*/ 1856 h 1920"/>
              <a:gd name="T32" fmla="*/ 64 w 1473"/>
              <a:gd name="T33" fmla="*/ 1760 h 1920"/>
              <a:gd name="T34" fmla="*/ 256 w 1473"/>
              <a:gd name="T35" fmla="*/ 1600 h 1920"/>
              <a:gd name="T36" fmla="*/ 1280 w 1473"/>
              <a:gd name="T37" fmla="*/ 1568 h 1920"/>
              <a:gd name="T38" fmla="*/ 1280 w 1473"/>
              <a:gd name="T39" fmla="*/ 448 h 1920"/>
              <a:gd name="T40" fmla="*/ 1248 w 1473"/>
              <a:gd name="T41" fmla="*/ 416 h 1920"/>
              <a:gd name="T42" fmla="*/ 480 w 1473"/>
              <a:gd name="T43" fmla="*/ 608 h 1920"/>
              <a:gd name="T44" fmla="*/ 224 w 1473"/>
              <a:gd name="T45" fmla="*/ 1568 h 1920"/>
              <a:gd name="T46" fmla="*/ 256 w 1473"/>
              <a:gd name="T47" fmla="*/ 1600 h 1920"/>
              <a:gd name="T48" fmla="*/ 480 w 1473"/>
              <a:gd name="T49" fmla="*/ 1408 h 1920"/>
              <a:gd name="T50" fmla="*/ 288 w 1473"/>
              <a:gd name="T51" fmla="*/ 1536 h 1920"/>
              <a:gd name="T52" fmla="*/ 1216 w 1473"/>
              <a:gd name="T53" fmla="*/ 800 h 1920"/>
              <a:gd name="T54" fmla="*/ 896 w 1473"/>
              <a:gd name="T55" fmla="*/ 672 h 1920"/>
              <a:gd name="T56" fmla="*/ 1216 w 1473"/>
              <a:gd name="T57" fmla="*/ 800 h 1920"/>
              <a:gd name="T58" fmla="*/ 544 w 1473"/>
              <a:gd name="T59" fmla="*/ 800 h 1920"/>
              <a:gd name="T60" fmla="*/ 832 w 1473"/>
              <a:gd name="T61" fmla="*/ 672 h 1920"/>
              <a:gd name="T62" fmla="*/ 832 w 1473"/>
              <a:gd name="T63" fmla="*/ 864 h 1920"/>
              <a:gd name="T64" fmla="*/ 544 w 1473"/>
              <a:gd name="T65" fmla="*/ 1344 h 1920"/>
              <a:gd name="T66" fmla="*/ 832 w 1473"/>
              <a:gd name="T67" fmla="*/ 864 h 1920"/>
              <a:gd name="T68" fmla="*/ 832 w 1473"/>
              <a:gd name="T69" fmla="*/ 1536 h 1920"/>
              <a:gd name="T70" fmla="*/ 544 w 1473"/>
              <a:gd name="T71" fmla="*/ 1408 h 1920"/>
              <a:gd name="T72" fmla="*/ 480 w 1473"/>
              <a:gd name="T73" fmla="*/ 1344 h 1920"/>
              <a:gd name="T74" fmla="*/ 288 w 1473"/>
              <a:gd name="T75" fmla="*/ 864 h 1920"/>
              <a:gd name="T76" fmla="*/ 480 w 1473"/>
              <a:gd name="T77" fmla="*/ 1344 h 1920"/>
              <a:gd name="T78" fmla="*/ 896 w 1473"/>
              <a:gd name="T79" fmla="*/ 1536 h 1920"/>
              <a:gd name="T80" fmla="*/ 1216 w 1473"/>
              <a:gd name="T81" fmla="*/ 1408 h 1920"/>
              <a:gd name="T82" fmla="*/ 896 w 1473"/>
              <a:gd name="T83" fmla="*/ 1344 h 1920"/>
              <a:gd name="T84" fmla="*/ 1216 w 1473"/>
              <a:gd name="T85" fmla="*/ 864 h 1920"/>
              <a:gd name="T86" fmla="*/ 896 w 1473"/>
              <a:gd name="T87" fmla="*/ 1344 h 1920"/>
              <a:gd name="T88" fmla="*/ 1216 w 1473"/>
              <a:gd name="T89" fmla="*/ 480 h 1920"/>
              <a:gd name="T90" fmla="*/ 544 w 1473"/>
              <a:gd name="T91" fmla="*/ 608 h 1920"/>
              <a:gd name="T92" fmla="*/ 480 w 1473"/>
              <a:gd name="T93" fmla="*/ 672 h 1920"/>
              <a:gd name="T94" fmla="*/ 288 w 1473"/>
              <a:gd name="T95" fmla="*/ 800 h 1920"/>
              <a:gd name="T96" fmla="*/ 480 w 1473"/>
              <a:gd name="T97" fmla="*/ 672 h 1920"/>
              <a:gd name="T98" fmla="*/ 1248 w 1473"/>
              <a:gd name="T99" fmla="*/ 224 h 1920"/>
              <a:gd name="T100" fmla="*/ 1152 w 1473"/>
              <a:gd name="T101" fmla="*/ 288 h 1920"/>
              <a:gd name="T102" fmla="*/ 864 w 1473"/>
              <a:gd name="T103" fmla="*/ 224 h 1920"/>
              <a:gd name="T104" fmla="*/ 1088 w 1473"/>
              <a:gd name="T105" fmla="*/ 288 h 1920"/>
              <a:gd name="T106" fmla="*/ 864 w 1473"/>
              <a:gd name="T107" fmla="*/ 224 h 1920"/>
              <a:gd name="T108" fmla="*/ 1248 w 1473"/>
              <a:gd name="T109" fmla="*/ 1696 h 1920"/>
              <a:gd name="T110" fmla="*/ 1120 w 1473"/>
              <a:gd name="T111" fmla="*/ 1760 h 1920"/>
              <a:gd name="T112" fmla="*/ 928 w 1473"/>
              <a:gd name="T113" fmla="*/ 1696 h 1920"/>
              <a:gd name="T114" fmla="*/ 1056 w 1473"/>
              <a:gd name="T115" fmla="*/ 1760 h 1920"/>
              <a:gd name="T116" fmla="*/ 928 w 1473"/>
              <a:gd name="T117" fmla="*/ 1696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473" h="1920">
                <a:moveTo>
                  <a:pt x="160" y="1920"/>
                </a:moveTo>
                <a:cubicBezTo>
                  <a:pt x="1313" y="1920"/>
                  <a:pt x="1313" y="1920"/>
                  <a:pt x="1313" y="1920"/>
                </a:cubicBezTo>
                <a:cubicBezTo>
                  <a:pt x="1356" y="1920"/>
                  <a:pt x="1397" y="1903"/>
                  <a:pt x="1427" y="1872"/>
                </a:cubicBezTo>
                <a:cubicBezTo>
                  <a:pt x="1456" y="1843"/>
                  <a:pt x="1473" y="1802"/>
                  <a:pt x="1472" y="1760"/>
                </a:cubicBezTo>
                <a:cubicBezTo>
                  <a:pt x="1472" y="161"/>
                  <a:pt x="1472" y="161"/>
                  <a:pt x="1472" y="161"/>
                </a:cubicBezTo>
                <a:cubicBezTo>
                  <a:pt x="1473" y="73"/>
                  <a:pt x="1403" y="1"/>
                  <a:pt x="1316" y="0"/>
                </a:cubicBezTo>
                <a:cubicBezTo>
                  <a:pt x="1315" y="0"/>
                  <a:pt x="1314" y="0"/>
                  <a:pt x="1313" y="0"/>
                </a:cubicBezTo>
                <a:cubicBezTo>
                  <a:pt x="469" y="0"/>
                  <a:pt x="469" y="0"/>
                  <a:pt x="469" y="0"/>
                </a:cubicBezTo>
                <a:cubicBezTo>
                  <a:pt x="427" y="0"/>
                  <a:pt x="386" y="17"/>
                  <a:pt x="356" y="47"/>
                </a:cubicBezTo>
                <a:cubicBezTo>
                  <a:pt x="47" y="356"/>
                  <a:pt x="47" y="356"/>
                  <a:pt x="47" y="356"/>
                </a:cubicBezTo>
                <a:cubicBezTo>
                  <a:pt x="17" y="386"/>
                  <a:pt x="0" y="427"/>
                  <a:pt x="0" y="469"/>
                </a:cubicBezTo>
                <a:cubicBezTo>
                  <a:pt x="0" y="1760"/>
                  <a:pt x="0" y="1760"/>
                  <a:pt x="0" y="1760"/>
                </a:cubicBezTo>
                <a:cubicBezTo>
                  <a:pt x="0" y="1848"/>
                  <a:pt x="72" y="1920"/>
                  <a:pt x="160" y="1920"/>
                </a:cubicBezTo>
                <a:close/>
                <a:moveTo>
                  <a:pt x="64" y="469"/>
                </a:moveTo>
                <a:cubicBezTo>
                  <a:pt x="64" y="444"/>
                  <a:pt x="74" y="419"/>
                  <a:pt x="92" y="401"/>
                </a:cubicBezTo>
                <a:cubicBezTo>
                  <a:pt x="384" y="109"/>
                  <a:pt x="384" y="109"/>
                  <a:pt x="384" y="109"/>
                </a:cubicBezTo>
                <a:cubicBezTo>
                  <a:pt x="384" y="288"/>
                  <a:pt x="384" y="288"/>
                  <a:pt x="384" y="288"/>
                </a:cubicBezTo>
                <a:cubicBezTo>
                  <a:pt x="384" y="341"/>
                  <a:pt x="341" y="384"/>
                  <a:pt x="288" y="384"/>
                </a:cubicBezTo>
                <a:cubicBezTo>
                  <a:pt x="192" y="384"/>
                  <a:pt x="192" y="384"/>
                  <a:pt x="192" y="384"/>
                </a:cubicBezTo>
                <a:cubicBezTo>
                  <a:pt x="192" y="448"/>
                  <a:pt x="192" y="448"/>
                  <a:pt x="192" y="448"/>
                </a:cubicBezTo>
                <a:cubicBezTo>
                  <a:pt x="288" y="448"/>
                  <a:pt x="288" y="448"/>
                  <a:pt x="288" y="448"/>
                </a:cubicBezTo>
                <a:cubicBezTo>
                  <a:pt x="376" y="448"/>
                  <a:pt x="448" y="376"/>
                  <a:pt x="448" y="288"/>
                </a:cubicBezTo>
                <a:cubicBezTo>
                  <a:pt x="448" y="66"/>
                  <a:pt x="448" y="66"/>
                  <a:pt x="448" y="66"/>
                </a:cubicBezTo>
                <a:cubicBezTo>
                  <a:pt x="455" y="65"/>
                  <a:pt x="462" y="64"/>
                  <a:pt x="469" y="64"/>
                </a:cubicBezTo>
                <a:cubicBezTo>
                  <a:pt x="1313" y="64"/>
                  <a:pt x="1313" y="64"/>
                  <a:pt x="1313" y="64"/>
                </a:cubicBezTo>
                <a:cubicBezTo>
                  <a:pt x="1339" y="64"/>
                  <a:pt x="1363" y="74"/>
                  <a:pt x="1381" y="92"/>
                </a:cubicBezTo>
                <a:cubicBezTo>
                  <a:pt x="1399" y="110"/>
                  <a:pt x="1408" y="135"/>
                  <a:pt x="1408" y="160"/>
                </a:cubicBezTo>
                <a:cubicBezTo>
                  <a:pt x="1408" y="160"/>
                  <a:pt x="1408" y="160"/>
                  <a:pt x="1408" y="160"/>
                </a:cubicBezTo>
                <a:cubicBezTo>
                  <a:pt x="1408" y="1760"/>
                  <a:pt x="1408" y="1760"/>
                  <a:pt x="1408" y="1760"/>
                </a:cubicBezTo>
                <a:cubicBezTo>
                  <a:pt x="1408" y="1761"/>
                  <a:pt x="1408" y="1761"/>
                  <a:pt x="1408" y="1761"/>
                </a:cubicBezTo>
                <a:cubicBezTo>
                  <a:pt x="1408" y="1786"/>
                  <a:pt x="1399" y="1810"/>
                  <a:pt x="1381" y="1828"/>
                </a:cubicBezTo>
                <a:cubicBezTo>
                  <a:pt x="1363" y="1846"/>
                  <a:pt x="1339" y="1856"/>
                  <a:pt x="1313" y="1856"/>
                </a:cubicBezTo>
                <a:cubicBezTo>
                  <a:pt x="160" y="1856"/>
                  <a:pt x="160" y="1856"/>
                  <a:pt x="160" y="1856"/>
                </a:cubicBezTo>
                <a:cubicBezTo>
                  <a:pt x="107" y="1856"/>
                  <a:pt x="64" y="1813"/>
                  <a:pt x="64" y="1760"/>
                </a:cubicBezTo>
                <a:lnTo>
                  <a:pt x="64" y="469"/>
                </a:lnTo>
                <a:close/>
                <a:moveTo>
                  <a:pt x="256" y="1600"/>
                </a:moveTo>
                <a:cubicBezTo>
                  <a:pt x="1248" y="1600"/>
                  <a:pt x="1248" y="1600"/>
                  <a:pt x="1248" y="1600"/>
                </a:cubicBezTo>
                <a:cubicBezTo>
                  <a:pt x="1266" y="1600"/>
                  <a:pt x="1280" y="1586"/>
                  <a:pt x="1280" y="1568"/>
                </a:cubicBezTo>
                <a:cubicBezTo>
                  <a:pt x="1280" y="1568"/>
                  <a:pt x="1280" y="1568"/>
                  <a:pt x="1280" y="1568"/>
                </a:cubicBezTo>
                <a:cubicBezTo>
                  <a:pt x="1280" y="448"/>
                  <a:pt x="1280" y="448"/>
                  <a:pt x="1280" y="448"/>
                </a:cubicBezTo>
                <a:cubicBezTo>
                  <a:pt x="1280" y="430"/>
                  <a:pt x="1266" y="416"/>
                  <a:pt x="1248" y="416"/>
                </a:cubicBezTo>
                <a:cubicBezTo>
                  <a:pt x="1248" y="416"/>
                  <a:pt x="1248" y="416"/>
                  <a:pt x="1248" y="416"/>
                </a:cubicBezTo>
                <a:cubicBezTo>
                  <a:pt x="480" y="416"/>
                  <a:pt x="480" y="416"/>
                  <a:pt x="480" y="416"/>
                </a:cubicBezTo>
                <a:cubicBezTo>
                  <a:pt x="480" y="608"/>
                  <a:pt x="480" y="608"/>
                  <a:pt x="480" y="608"/>
                </a:cubicBezTo>
                <a:cubicBezTo>
                  <a:pt x="224" y="608"/>
                  <a:pt x="224" y="608"/>
                  <a:pt x="224" y="608"/>
                </a:cubicBezTo>
                <a:cubicBezTo>
                  <a:pt x="224" y="1568"/>
                  <a:pt x="224" y="1568"/>
                  <a:pt x="224" y="1568"/>
                </a:cubicBezTo>
                <a:cubicBezTo>
                  <a:pt x="224" y="1586"/>
                  <a:pt x="238" y="1600"/>
                  <a:pt x="256" y="1600"/>
                </a:cubicBezTo>
                <a:cubicBezTo>
                  <a:pt x="256" y="1600"/>
                  <a:pt x="256" y="1600"/>
                  <a:pt x="256" y="1600"/>
                </a:cubicBezTo>
                <a:close/>
                <a:moveTo>
                  <a:pt x="288" y="1408"/>
                </a:moveTo>
                <a:cubicBezTo>
                  <a:pt x="480" y="1408"/>
                  <a:pt x="480" y="1408"/>
                  <a:pt x="480" y="1408"/>
                </a:cubicBezTo>
                <a:cubicBezTo>
                  <a:pt x="480" y="1536"/>
                  <a:pt x="480" y="1536"/>
                  <a:pt x="480" y="1536"/>
                </a:cubicBezTo>
                <a:cubicBezTo>
                  <a:pt x="288" y="1536"/>
                  <a:pt x="288" y="1536"/>
                  <a:pt x="288" y="1536"/>
                </a:cubicBezTo>
                <a:lnTo>
                  <a:pt x="288" y="1408"/>
                </a:lnTo>
                <a:close/>
                <a:moveTo>
                  <a:pt x="1216" y="800"/>
                </a:moveTo>
                <a:cubicBezTo>
                  <a:pt x="896" y="800"/>
                  <a:pt x="896" y="800"/>
                  <a:pt x="896" y="800"/>
                </a:cubicBezTo>
                <a:cubicBezTo>
                  <a:pt x="896" y="672"/>
                  <a:pt x="896" y="672"/>
                  <a:pt x="896" y="672"/>
                </a:cubicBezTo>
                <a:cubicBezTo>
                  <a:pt x="1216" y="672"/>
                  <a:pt x="1216" y="672"/>
                  <a:pt x="1216" y="672"/>
                </a:cubicBezTo>
                <a:lnTo>
                  <a:pt x="1216" y="800"/>
                </a:lnTo>
                <a:close/>
                <a:moveTo>
                  <a:pt x="832" y="800"/>
                </a:moveTo>
                <a:cubicBezTo>
                  <a:pt x="544" y="800"/>
                  <a:pt x="544" y="800"/>
                  <a:pt x="544" y="800"/>
                </a:cubicBezTo>
                <a:cubicBezTo>
                  <a:pt x="544" y="672"/>
                  <a:pt x="544" y="672"/>
                  <a:pt x="544" y="672"/>
                </a:cubicBezTo>
                <a:cubicBezTo>
                  <a:pt x="832" y="672"/>
                  <a:pt x="832" y="672"/>
                  <a:pt x="832" y="672"/>
                </a:cubicBezTo>
                <a:lnTo>
                  <a:pt x="832" y="800"/>
                </a:lnTo>
                <a:close/>
                <a:moveTo>
                  <a:pt x="832" y="864"/>
                </a:moveTo>
                <a:cubicBezTo>
                  <a:pt x="832" y="1344"/>
                  <a:pt x="832" y="1344"/>
                  <a:pt x="832" y="1344"/>
                </a:cubicBezTo>
                <a:cubicBezTo>
                  <a:pt x="544" y="1344"/>
                  <a:pt x="544" y="1344"/>
                  <a:pt x="544" y="1344"/>
                </a:cubicBezTo>
                <a:cubicBezTo>
                  <a:pt x="544" y="864"/>
                  <a:pt x="544" y="864"/>
                  <a:pt x="544" y="864"/>
                </a:cubicBezTo>
                <a:lnTo>
                  <a:pt x="832" y="864"/>
                </a:lnTo>
                <a:close/>
                <a:moveTo>
                  <a:pt x="832" y="1408"/>
                </a:moveTo>
                <a:cubicBezTo>
                  <a:pt x="832" y="1536"/>
                  <a:pt x="832" y="1536"/>
                  <a:pt x="832" y="1536"/>
                </a:cubicBezTo>
                <a:cubicBezTo>
                  <a:pt x="544" y="1536"/>
                  <a:pt x="544" y="1536"/>
                  <a:pt x="544" y="1536"/>
                </a:cubicBezTo>
                <a:cubicBezTo>
                  <a:pt x="544" y="1408"/>
                  <a:pt x="544" y="1408"/>
                  <a:pt x="544" y="1408"/>
                </a:cubicBezTo>
                <a:lnTo>
                  <a:pt x="832" y="1408"/>
                </a:lnTo>
                <a:close/>
                <a:moveTo>
                  <a:pt x="480" y="1344"/>
                </a:moveTo>
                <a:cubicBezTo>
                  <a:pt x="288" y="1344"/>
                  <a:pt x="288" y="1344"/>
                  <a:pt x="288" y="1344"/>
                </a:cubicBezTo>
                <a:cubicBezTo>
                  <a:pt x="288" y="864"/>
                  <a:pt x="288" y="864"/>
                  <a:pt x="288" y="864"/>
                </a:cubicBezTo>
                <a:cubicBezTo>
                  <a:pt x="480" y="864"/>
                  <a:pt x="480" y="864"/>
                  <a:pt x="480" y="864"/>
                </a:cubicBezTo>
                <a:lnTo>
                  <a:pt x="480" y="1344"/>
                </a:lnTo>
                <a:close/>
                <a:moveTo>
                  <a:pt x="1216" y="1536"/>
                </a:moveTo>
                <a:cubicBezTo>
                  <a:pt x="896" y="1536"/>
                  <a:pt x="896" y="1536"/>
                  <a:pt x="896" y="1536"/>
                </a:cubicBezTo>
                <a:cubicBezTo>
                  <a:pt x="896" y="1408"/>
                  <a:pt x="896" y="1408"/>
                  <a:pt x="896" y="1408"/>
                </a:cubicBezTo>
                <a:cubicBezTo>
                  <a:pt x="1216" y="1408"/>
                  <a:pt x="1216" y="1408"/>
                  <a:pt x="1216" y="1408"/>
                </a:cubicBezTo>
                <a:lnTo>
                  <a:pt x="1216" y="1536"/>
                </a:lnTo>
                <a:close/>
                <a:moveTo>
                  <a:pt x="896" y="1344"/>
                </a:moveTo>
                <a:cubicBezTo>
                  <a:pt x="896" y="864"/>
                  <a:pt x="896" y="864"/>
                  <a:pt x="896" y="864"/>
                </a:cubicBezTo>
                <a:cubicBezTo>
                  <a:pt x="1216" y="864"/>
                  <a:pt x="1216" y="864"/>
                  <a:pt x="1216" y="864"/>
                </a:cubicBezTo>
                <a:cubicBezTo>
                  <a:pt x="1216" y="1344"/>
                  <a:pt x="1216" y="1344"/>
                  <a:pt x="1216" y="1344"/>
                </a:cubicBezTo>
                <a:lnTo>
                  <a:pt x="896" y="1344"/>
                </a:lnTo>
                <a:close/>
                <a:moveTo>
                  <a:pt x="544" y="480"/>
                </a:moveTo>
                <a:cubicBezTo>
                  <a:pt x="1216" y="480"/>
                  <a:pt x="1216" y="480"/>
                  <a:pt x="1216" y="480"/>
                </a:cubicBezTo>
                <a:cubicBezTo>
                  <a:pt x="1216" y="608"/>
                  <a:pt x="1216" y="608"/>
                  <a:pt x="1216" y="608"/>
                </a:cubicBezTo>
                <a:cubicBezTo>
                  <a:pt x="544" y="608"/>
                  <a:pt x="544" y="608"/>
                  <a:pt x="544" y="608"/>
                </a:cubicBezTo>
                <a:lnTo>
                  <a:pt x="544" y="480"/>
                </a:lnTo>
                <a:close/>
                <a:moveTo>
                  <a:pt x="480" y="672"/>
                </a:moveTo>
                <a:cubicBezTo>
                  <a:pt x="480" y="800"/>
                  <a:pt x="480" y="800"/>
                  <a:pt x="480" y="800"/>
                </a:cubicBezTo>
                <a:cubicBezTo>
                  <a:pt x="288" y="800"/>
                  <a:pt x="288" y="800"/>
                  <a:pt x="288" y="800"/>
                </a:cubicBezTo>
                <a:cubicBezTo>
                  <a:pt x="288" y="672"/>
                  <a:pt x="288" y="672"/>
                  <a:pt x="288" y="672"/>
                </a:cubicBezTo>
                <a:lnTo>
                  <a:pt x="480" y="672"/>
                </a:lnTo>
                <a:close/>
                <a:moveTo>
                  <a:pt x="1152" y="224"/>
                </a:moveTo>
                <a:cubicBezTo>
                  <a:pt x="1248" y="224"/>
                  <a:pt x="1248" y="224"/>
                  <a:pt x="1248" y="224"/>
                </a:cubicBezTo>
                <a:cubicBezTo>
                  <a:pt x="1248" y="288"/>
                  <a:pt x="1248" y="288"/>
                  <a:pt x="1248" y="288"/>
                </a:cubicBezTo>
                <a:cubicBezTo>
                  <a:pt x="1152" y="288"/>
                  <a:pt x="1152" y="288"/>
                  <a:pt x="1152" y="288"/>
                </a:cubicBezTo>
                <a:lnTo>
                  <a:pt x="1152" y="224"/>
                </a:lnTo>
                <a:close/>
                <a:moveTo>
                  <a:pt x="864" y="224"/>
                </a:moveTo>
                <a:cubicBezTo>
                  <a:pt x="1088" y="224"/>
                  <a:pt x="1088" y="224"/>
                  <a:pt x="1088" y="224"/>
                </a:cubicBezTo>
                <a:cubicBezTo>
                  <a:pt x="1088" y="288"/>
                  <a:pt x="1088" y="288"/>
                  <a:pt x="1088" y="288"/>
                </a:cubicBezTo>
                <a:cubicBezTo>
                  <a:pt x="864" y="288"/>
                  <a:pt x="864" y="288"/>
                  <a:pt x="864" y="288"/>
                </a:cubicBezTo>
                <a:lnTo>
                  <a:pt x="864" y="224"/>
                </a:lnTo>
                <a:close/>
                <a:moveTo>
                  <a:pt x="1120" y="1696"/>
                </a:moveTo>
                <a:cubicBezTo>
                  <a:pt x="1248" y="1696"/>
                  <a:pt x="1248" y="1696"/>
                  <a:pt x="1248" y="1696"/>
                </a:cubicBezTo>
                <a:cubicBezTo>
                  <a:pt x="1248" y="1760"/>
                  <a:pt x="1248" y="1760"/>
                  <a:pt x="1248" y="1760"/>
                </a:cubicBezTo>
                <a:cubicBezTo>
                  <a:pt x="1120" y="1760"/>
                  <a:pt x="1120" y="1760"/>
                  <a:pt x="1120" y="1760"/>
                </a:cubicBezTo>
                <a:lnTo>
                  <a:pt x="1120" y="1696"/>
                </a:lnTo>
                <a:close/>
                <a:moveTo>
                  <a:pt x="928" y="1696"/>
                </a:moveTo>
                <a:cubicBezTo>
                  <a:pt x="1056" y="1696"/>
                  <a:pt x="1056" y="1696"/>
                  <a:pt x="1056" y="1696"/>
                </a:cubicBezTo>
                <a:cubicBezTo>
                  <a:pt x="1056" y="1760"/>
                  <a:pt x="1056" y="1760"/>
                  <a:pt x="1056" y="1760"/>
                </a:cubicBezTo>
                <a:cubicBezTo>
                  <a:pt x="928" y="1760"/>
                  <a:pt x="928" y="1760"/>
                  <a:pt x="928" y="1760"/>
                </a:cubicBezTo>
                <a:lnTo>
                  <a:pt x="928" y="16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Graphic 2">
            <a:extLst>
              <a:ext uri="{FF2B5EF4-FFF2-40B4-BE49-F238E27FC236}">
                <a16:creationId xmlns:a16="http://schemas.microsoft.com/office/drawing/2014/main" id="{4F73A310-246C-D6D8-3DC7-FA8CD52524A7}"/>
              </a:ext>
            </a:extLst>
          </p:cNvPr>
          <p:cNvSpPr>
            <a:spLocks noChangeAspect="1"/>
          </p:cNvSpPr>
          <p:nvPr/>
        </p:nvSpPr>
        <p:spPr>
          <a:xfrm flipH="1">
            <a:off x="5585339" y="4092506"/>
            <a:ext cx="323208" cy="323208"/>
          </a:xfrm>
          <a:custGeom>
            <a:avLst/>
            <a:gdLst>
              <a:gd name="connsiteX0" fmla="*/ 92707 w 741642"/>
              <a:gd name="connsiteY0" fmla="*/ 611854 h 741641"/>
              <a:gd name="connsiteX1" fmla="*/ 92707 w 741642"/>
              <a:gd name="connsiteY1" fmla="*/ 686019 h 741641"/>
              <a:gd name="connsiteX2" fmla="*/ 148330 w 741642"/>
              <a:gd name="connsiteY2" fmla="*/ 741642 h 741641"/>
              <a:gd name="connsiteX3" fmla="*/ 611856 w 741642"/>
              <a:gd name="connsiteY3" fmla="*/ 741642 h 741641"/>
              <a:gd name="connsiteX4" fmla="*/ 667479 w 741642"/>
              <a:gd name="connsiteY4" fmla="*/ 686019 h 741641"/>
              <a:gd name="connsiteX5" fmla="*/ 667479 w 741642"/>
              <a:gd name="connsiteY5" fmla="*/ 315198 h 741641"/>
              <a:gd name="connsiteX6" fmla="*/ 741643 w 741642"/>
              <a:gd name="connsiteY6" fmla="*/ 241034 h 741641"/>
              <a:gd name="connsiteX7" fmla="*/ 719951 w 741642"/>
              <a:gd name="connsiteY7" fmla="*/ 188561 h 741641"/>
              <a:gd name="connsiteX8" fmla="*/ 667479 w 741642"/>
              <a:gd name="connsiteY8" fmla="*/ 166869 h 741641"/>
              <a:gd name="connsiteX9" fmla="*/ 667479 w 741642"/>
              <a:gd name="connsiteY9" fmla="*/ 129787 h 741641"/>
              <a:gd name="connsiteX10" fmla="*/ 611856 w 741642"/>
              <a:gd name="connsiteY10" fmla="*/ 74164 h 741641"/>
              <a:gd name="connsiteX11" fmla="*/ 556233 w 741642"/>
              <a:gd name="connsiteY11" fmla="*/ 74164 h 741641"/>
              <a:gd name="connsiteX12" fmla="*/ 556233 w 741642"/>
              <a:gd name="connsiteY12" fmla="*/ 55623 h 741641"/>
              <a:gd name="connsiteX13" fmla="*/ 539916 w 741642"/>
              <a:gd name="connsiteY13" fmla="*/ 16316 h 741641"/>
              <a:gd name="connsiteX14" fmla="*/ 500609 w 741642"/>
              <a:gd name="connsiteY14" fmla="*/ 0 h 741641"/>
              <a:gd name="connsiteX15" fmla="*/ 126637 w 741642"/>
              <a:gd name="connsiteY15" fmla="*/ 0 h 741641"/>
              <a:gd name="connsiteX16" fmla="*/ 87330 w 741642"/>
              <a:gd name="connsiteY16" fmla="*/ 16316 h 741641"/>
              <a:gd name="connsiteX17" fmla="*/ 16316 w 741642"/>
              <a:gd name="connsiteY17" fmla="*/ 87330 h 741641"/>
              <a:gd name="connsiteX18" fmla="*/ 0 w 741642"/>
              <a:gd name="connsiteY18" fmla="*/ 126637 h 741641"/>
              <a:gd name="connsiteX19" fmla="*/ 0 w 741642"/>
              <a:gd name="connsiteY19" fmla="*/ 556233 h 741641"/>
              <a:gd name="connsiteX20" fmla="*/ 55623 w 741642"/>
              <a:gd name="connsiteY20" fmla="*/ 611856 h 741641"/>
              <a:gd name="connsiteX21" fmla="*/ 556233 w 741642"/>
              <a:gd name="connsiteY21" fmla="*/ 315198 h 741641"/>
              <a:gd name="connsiteX22" fmla="*/ 556233 w 741642"/>
              <a:gd name="connsiteY22" fmla="*/ 482067 h 741641"/>
              <a:gd name="connsiteX23" fmla="*/ 504132 w 741642"/>
              <a:gd name="connsiteY23" fmla="*/ 554747 h 741641"/>
              <a:gd name="connsiteX24" fmla="*/ 241035 w 741642"/>
              <a:gd name="connsiteY24" fmla="*/ 611854 h 741641"/>
              <a:gd name="connsiteX25" fmla="*/ 129789 w 741642"/>
              <a:gd name="connsiteY25" fmla="*/ 611854 h 741641"/>
              <a:gd name="connsiteX26" fmla="*/ 129789 w 741642"/>
              <a:gd name="connsiteY26" fmla="*/ 686019 h 741641"/>
              <a:gd name="connsiteX27" fmla="*/ 148330 w 741642"/>
              <a:gd name="connsiteY27" fmla="*/ 704560 h 741641"/>
              <a:gd name="connsiteX28" fmla="*/ 611856 w 741642"/>
              <a:gd name="connsiteY28" fmla="*/ 704560 h 741641"/>
              <a:gd name="connsiteX29" fmla="*/ 630397 w 741642"/>
              <a:gd name="connsiteY29" fmla="*/ 686019 h 741641"/>
              <a:gd name="connsiteX30" fmla="*/ 630397 w 741642"/>
              <a:gd name="connsiteY30" fmla="*/ 315198 h 741641"/>
              <a:gd name="connsiteX31" fmla="*/ 148330 w 741642"/>
              <a:gd name="connsiteY31" fmla="*/ 37082 h 741641"/>
              <a:gd name="connsiteX32" fmla="*/ 148330 w 741642"/>
              <a:gd name="connsiteY32" fmla="*/ 92705 h 741641"/>
              <a:gd name="connsiteX33" fmla="*/ 92707 w 741642"/>
              <a:gd name="connsiteY33" fmla="*/ 148328 h 741641"/>
              <a:gd name="connsiteX34" fmla="*/ 37083 w 741642"/>
              <a:gd name="connsiteY34" fmla="*/ 148328 h 741641"/>
              <a:gd name="connsiteX35" fmla="*/ 37083 w 741642"/>
              <a:gd name="connsiteY35" fmla="*/ 556231 h 741641"/>
              <a:gd name="connsiteX36" fmla="*/ 55624 w 741642"/>
              <a:gd name="connsiteY36" fmla="*/ 574772 h 741641"/>
              <a:gd name="connsiteX37" fmla="*/ 218229 w 741642"/>
              <a:gd name="connsiteY37" fmla="*/ 574772 h 741641"/>
              <a:gd name="connsiteX38" fmla="*/ 334111 w 741642"/>
              <a:gd name="connsiteY38" fmla="*/ 423107 h 741641"/>
              <a:gd name="connsiteX39" fmla="*/ 346165 w 741642"/>
              <a:gd name="connsiteY39" fmla="*/ 408829 h 741641"/>
              <a:gd name="connsiteX40" fmla="*/ 364520 w 741642"/>
              <a:gd name="connsiteY40" fmla="*/ 412351 h 741641"/>
              <a:gd name="connsiteX41" fmla="*/ 519152 w 741642"/>
              <a:gd name="connsiteY41" fmla="*/ 465936 h 741641"/>
              <a:gd name="connsiteX42" fmla="*/ 519152 w 741642"/>
              <a:gd name="connsiteY42" fmla="*/ 315012 h 741641"/>
              <a:gd name="connsiteX43" fmla="*/ 500611 w 741642"/>
              <a:gd name="connsiteY43" fmla="*/ 315012 h 741641"/>
              <a:gd name="connsiteX44" fmla="*/ 444988 w 741642"/>
              <a:gd name="connsiteY44" fmla="*/ 259389 h 741641"/>
              <a:gd name="connsiteX45" fmla="*/ 500611 w 741642"/>
              <a:gd name="connsiteY45" fmla="*/ 203766 h 741641"/>
              <a:gd name="connsiteX46" fmla="*/ 519152 w 741642"/>
              <a:gd name="connsiteY46" fmla="*/ 203766 h 741641"/>
              <a:gd name="connsiteX47" fmla="*/ 519146 w 741642"/>
              <a:gd name="connsiteY47" fmla="*/ 55623 h 741641"/>
              <a:gd name="connsiteX48" fmla="*/ 513771 w 741642"/>
              <a:gd name="connsiteY48" fmla="*/ 42457 h 741641"/>
              <a:gd name="connsiteX49" fmla="*/ 500605 w 741642"/>
              <a:gd name="connsiteY49" fmla="*/ 37082 h 741641"/>
              <a:gd name="connsiteX50" fmla="*/ 509138 w 741642"/>
              <a:gd name="connsiteY50" fmla="*/ 504316 h 741641"/>
              <a:gd name="connsiteX51" fmla="*/ 363591 w 741642"/>
              <a:gd name="connsiteY51" fmla="*/ 459448 h 741641"/>
              <a:gd name="connsiteX52" fmla="*/ 289614 w 741642"/>
              <a:gd name="connsiteY52" fmla="*/ 572733 h 741641"/>
              <a:gd name="connsiteX53" fmla="*/ 458152 w 741642"/>
              <a:gd name="connsiteY53" fmla="*/ 536210 h 741641"/>
              <a:gd name="connsiteX54" fmla="*/ 504876 w 741642"/>
              <a:gd name="connsiteY54" fmla="*/ 508585 h 741641"/>
              <a:gd name="connsiteX55" fmla="*/ 509140 w 741642"/>
              <a:gd name="connsiteY55" fmla="*/ 504322 h 741641"/>
              <a:gd name="connsiteX56" fmla="*/ 241035 w 741642"/>
              <a:gd name="connsiteY56" fmla="*/ 444984 h 741641"/>
              <a:gd name="connsiteX57" fmla="*/ 222494 w 741642"/>
              <a:gd name="connsiteY57" fmla="*/ 426443 h 741641"/>
              <a:gd name="connsiteX58" fmla="*/ 92707 w 741642"/>
              <a:gd name="connsiteY58" fmla="*/ 426443 h 741641"/>
              <a:gd name="connsiteX59" fmla="*/ 74165 w 741642"/>
              <a:gd name="connsiteY59" fmla="*/ 444984 h 741641"/>
              <a:gd name="connsiteX60" fmla="*/ 74165 w 741642"/>
              <a:gd name="connsiteY60" fmla="*/ 519148 h 741641"/>
              <a:gd name="connsiteX61" fmla="*/ 92707 w 741642"/>
              <a:gd name="connsiteY61" fmla="*/ 537689 h 741641"/>
              <a:gd name="connsiteX62" fmla="*/ 222494 w 741642"/>
              <a:gd name="connsiteY62" fmla="*/ 537689 h 741641"/>
              <a:gd name="connsiteX63" fmla="*/ 241035 w 741642"/>
              <a:gd name="connsiteY63" fmla="*/ 519148 h 741641"/>
              <a:gd name="connsiteX64" fmla="*/ 203953 w 741642"/>
              <a:gd name="connsiteY64" fmla="*/ 463525 h 741641"/>
              <a:gd name="connsiteX65" fmla="*/ 203953 w 741642"/>
              <a:gd name="connsiteY65" fmla="*/ 500607 h 741641"/>
              <a:gd name="connsiteX66" fmla="*/ 111248 w 741642"/>
              <a:gd name="connsiteY66" fmla="*/ 500607 h 741641"/>
              <a:gd name="connsiteX67" fmla="*/ 111248 w 741642"/>
              <a:gd name="connsiteY67" fmla="*/ 463525 h 741641"/>
              <a:gd name="connsiteX68" fmla="*/ 111248 w 741642"/>
              <a:gd name="connsiteY68" fmla="*/ 352278 h 741641"/>
              <a:gd name="connsiteX69" fmla="*/ 333740 w 741642"/>
              <a:gd name="connsiteY69" fmla="*/ 352278 h 741641"/>
              <a:gd name="connsiteX70" fmla="*/ 352281 w 741642"/>
              <a:gd name="connsiteY70" fmla="*/ 333737 h 741641"/>
              <a:gd name="connsiteX71" fmla="*/ 333740 w 741642"/>
              <a:gd name="connsiteY71" fmla="*/ 315196 h 741641"/>
              <a:gd name="connsiteX72" fmla="*/ 111248 w 741642"/>
              <a:gd name="connsiteY72" fmla="*/ 315196 h 741641"/>
              <a:gd name="connsiteX73" fmla="*/ 92707 w 741642"/>
              <a:gd name="connsiteY73" fmla="*/ 333737 h 741641"/>
              <a:gd name="connsiteX74" fmla="*/ 111248 w 741642"/>
              <a:gd name="connsiteY74" fmla="*/ 352278 h 741641"/>
              <a:gd name="connsiteX75" fmla="*/ 519150 w 741642"/>
              <a:gd name="connsiteY75" fmla="*/ 241032 h 741641"/>
              <a:gd name="connsiteX76" fmla="*/ 500609 w 741642"/>
              <a:gd name="connsiteY76" fmla="*/ 241032 h 741641"/>
              <a:gd name="connsiteX77" fmla="*/ 482068 w 741642"/>
              <a:gd name="connsiteY77" fmla="*/ 259573 h 741641"/>
              <a:gd name="connsiteX78" fmla="*/ 500609 w 741642"/>
              <a:gd name="connsiteY78" fmla="*/ 278114 h 741641"/>
              <a:gd name="connsiteX79" fmla="*/ 519150 w 741642"/>
              <a:gd name="connsiteY79" fmla="*/ 278114 h 741641"/>
              <a:gd name="connsiteX80" fmla="*/ 556233 w 741642"/>
              <a:gd name="connsiteY80" fmla="*/ 203950 h 741641"/>
              <a:gd name="connsiteX81" fmla="*/ 574774 w 741642"/>
              <a:gd name="connsiteY81" fmla="*/ 203950 h 741641"/>
              <a:gd name="connsiteX82" fmla="*/ 593315 w 741642"/>
              <a:gd name="connsiteY82" fmla="*/ 222491 h 741641"/>
              <a:gd name="connsiteX83" fmla="*/ 574774 w 741642"/>
              <a:gd name="connsiteY83" fmla="*/ 241032 h 741641"/>
              <a:gd name="connsiteX84" fmla="*/ 556233 w 741642"/>
              <a:gd name="connsiteY84" fmla="*/ 241032 h 741641"/>
              <a:gd name="connsiteX85" fmla="*/ 556233 w 741642"/>
              <a:gd name="connsiteY85" fmla="*/ 278114 h 741641"/>
              <a:gd name="connsiteX86" fmla="*/ 630397 w 741642"/>
              <a:gd name="connsiteY86" fmla="*/ 278114 h 741641"/>
              <a:gd name="connsiteX87" fmla="*/ 630397 w 741642"/>
              <a:gd name="connsiteY87" fmla="*/ 129786 h 741641"/>
              <a:gd name="connsiteX88" fmla="*/ 611856 w 741642"/>
              <a:gd name="connsiteY88" fmla="*/ 111245 h 741641"/>
              <a:gd name="connsiteX89" fmla="*/ 556233 w 741642"/>
              <a:gd name="connsiteY89" fmla="*/ 111245 h 741641"/>
              <a:gd name="connsiteX90" fmla="*/ 667479 w 741642"/>
              <a:gd name="connsiteY90" fmla="*/ 203950 h 741641"/>
              <a:gd name="connsiteX91" fmla="*/ 667479 w 741642"/>
              <a:gd name="connsiteY91" fmla="*/ 278114 h 741641"/>
              <a:gd name="connsiteX92" fmla="*/ 704561 w 741642"/>
              <a:gd name="connsiteY92" fmla="*/ 241032 h 741641"/>
              <a:gd name="connsiteX93" fmla="*/ 693619 w 741642"/>
              <a:gd name="connsiteY93" fmla="*/ 214892 h 741641"/>
              <a:gd name="connsiteX94" fmla="*/ 667479 w 741642"/>
              <a:gd name="connsiteY94" fmla="*/ 203950 h 741641"/>
              <a:gd name="connsiteX95" fmla="*/ 111248 w 741642"/>
              <a:gd name="connsiteY95" fmla="*/ 241032 h 741641"/>
              <a:gd name="connsiteX96" fmla="*/ 333740 w 741642"/>
              <a:gd name="connsiteY96" fmla="*/ 241032 h 741641"/>
              <a:gd name="connsiteX97" fmla="*/ 352281 w 741642"/>
              <a:gd name="connsiteY97" fmla="*/ 222491 h 741641"/>
              <a:gd name="connsiteX98" fmla="*/ 333740 w 741642"/>
              <a:gd name="connsiteY98" fmla="*/ 203950 h 741641"/>
              <a:gd name="connsiteX99" fmla="*/ 111248 w 741642"/>
              <a:gd name="connsiteY99" fmla="*/ 203950 h 741641"/>
              <a:gd name="connsiteX100" fmla="*/ 92707 w 741642"/>
              <a:gd name="connsiteY100" fmla="*/ 222491 h 741641"/>
              <a:gd name="connsiteX101" fmla="*/ 111248 w 741642"/>
              <a:gd name="connsiteY101" fmla="*/ 241032 h 741641"/>
              <a:gd name="connsiteX102" fmla="*/ 222494 w 741642"/>
              <a:gd name="connsiteY102" fmla="*/ 129786 h 741641"/>
              <a:gd name="connsiteX103" fmla="*/ 444986 w 741642"/>
              <a:gd name="connsiteY103" fmla="*/ 129786 h 741641"/>
              <a:gd name="connsiteX104" fmla="*/ 463527 w 741642"/>
              <a:gd name="connsiteY104" fmla="*/ 111245 h 741641"/>
              <a:gd name="connsiteX105" fmla="*/ 444986 w 741642"/>
              <a:gd name="connsiteY105" fmla="*/ 92704 h 741641"/>
              <a:gd name="connsiteX106" fmla="*/ 222494 w 741642"/>
              <a:gd name="connsiteY106" fmla="*/ 92704 h 741641"/>
              <a:gd name="connsiteX107" fmla="*/ 203953 w 741642"/>
              <a:gd name="connsiteY107" fmla="*/ 111245 h 741641"/>
              <a:gd name="connsiteX108" fmla="*/ 222494 w 741642"/>
              <a:gd name="connsiteY108" fmla="*/ 129786 h 741641"/>
              <a:gd name="connsiteX109" fmla="*/ 111248 w 741642"/>
              <a:gd name="connsiteY109" fmla="*/ 44680 h 741641"/>
              <a:gd name="connsiteX110" fmla="*/ 44683 w 741642"/>
              <a:gd name="connsiteY110" fmla="*/ 111245 h 741641"/>
              <a:gd name="connsiteX111" fmla="*/ 92707 w 741642"/>
              <a:gd name="connsiteY111" fmla="*/ 111245 h 741641"/>
              <a:gd name="connsiteX112" fmla="*/ 111248 w 741642"/>
              <a:gd name="connsiteY112" fmla="*/ 92704 h 74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741642" h="741641">
                <a:moveTo>
                  <a:pt x="92707" y="611854"/>
                </a:moveTo>
                <a:lnTo>
                  <a:pt x="92707" y="686019"/>
                </a:lnTo>
                <a:cubicBezTo>
                  <a:pt x="92707" y="716794"/>
                  <a:pt x="117554" y="741642"/>
                  <a:pt x="148330" y="741642"/>
                </a:cubicBezTo>
                <a:lnTo>
                  <a:pt x="611856" y="741642"/>
                </a:lnTo>
                <a:cubicBezTo>
                  <a:pt x="642631" y="741642"/>
                  <a:pt x="667479" y="716794"/>
                  <a:pt x="667479" y="686019"/>
                </a:cubicBezTo>
                <a:lnTo>
                  <a:pt x="667479" y="315198"/>
                </a:lnTo>
                <a:cubicBezTo>
                  <a:pt x="708456" y="315198"/>
                  <a:pt x="741643" y="282011"/>
                  <a:pt x="741643" y="241034"/>
                </a:cubicBezTo>
                <a:cubicBezTo>
                  <a:pt x="741643" y="221380"/>
                  <a:pt x="733857" y="202467"/>
                  <a:pt x="719951" y="188561"/>
                </a:cubicBezTo>
                <a:cubicBezTo>
                  <a:pt x="706045" y="174655"/>
                  <a:pt x="687132" y="166869"/>
                  <a:pt x="667479" y="166869"/>
                </a:cubicBezTo>
                <a:lnTo>
                  <a:pt x="667479" y="129787"/>
                </a:lnTo>
                <a:cubicBezTo>
                  <a:pt x="667479" y="99012"/>
                  <a:pt x="642631" y="74164"/>
                  <a:pt x="611856" y="74164"/>
                </a:cubicBezTo>
                <a:lnTo>
                  <a:pt x="556233" y="74164"/>
                </a:lnTo>
                <a:lnTo>
                  <a:pt x="556233" y="55623"/>
                </a:lnTo>
                <a:cubicBezTo>
                  <a:pt x="556233" y="40792"/>
                  <a:pt x="550299" y="26699"/>
                  <a:pt x="539916" y="16316"/>
                </a:cubicBezTo>
                <a:cubicBezTo>
                  <a:pt x="529533" y="5933"/>
                  <a:pt x="515256" y="0"/>
                  <a:pt x="500609" y="0"/>
                </a:cubicBezTo>
                <a:lnTo>
                  <a:pt x="126637" y="0"/>
                </a:lnTo>
                <a:cubicBezTo>
                  <a:pt x="111805" y="0"/>
                  <a:pt x="97713" y="5934"/>
                  <a:pt x="87330" y="16316"/>
                </a:cubicBezTo>
                <a:cubicBezTo>
                  <a:pt x="69529" y="34117"/>
                  <a:pt x="34117" y="69529"/>
                  <a:pt x="16316" y="87330"/>
                </a:cubicBezTo>
                <a:cubicBezTo>
                  <a:pt x="5933" y="97712"/>
                  <a:pt x="0" y="111804"/>
                  <a:pt x="0" y="126637"/>
                </a:cubicBezTo>
                <a:lnTo>
                  <a:pt x="0" y="556233"/>
                </a:lnTo>
                <a:cubicBezTo>
                  <a:pt x="0" y="587008"/>
                  <a:pt x="24848" y="611856"/>
                  <a:pt x="55623" y="611856"/>
                </a:cubicBezTo>
                <a:close/>
                <a:moveTo>
                  <a:pt x="556233" y="315198"/>
                </a:moveTo>
                <a:lnTo>
                  <a:pt x="556233" y="482067"/>
                </a:lnTo>
                <a:cubicBezTo>
                  <a:pt x="556233" y="510065"/>
                  <a:pt x="537133" y="535280"/>
                  <a:pt x="504132" y="554747"/>
                </a:cubicBezTo>
                <a:cubicBezTo>
                  <a:pt x="440351" y="592388"/>
                  <a:pt x="321874" y="611854"/>
                  <a:pt x="241035" y="611854"/>
                </a:cubicBezTo>
                <a:lnTo>
                  <a:pt x="129789" y="611854"/>
                </a:lnTo>
                <a:lnTo>
                  <a:pt x="129789" y="686019"/>
                </a:lnTo>
                <a:cubicBezTo>
                  <a:pt x="129789" y="696215"/>
                  <a:pt x="138133" y="704560"/>
                  <a:pt x="148330" y="704560"/>
                </a:cubicBezTo>
                <a:lnTo>
                  <a:pt x="611856" y="704560"/>
                </a:lnTo>
                <a:cubicBezTo>
                  <a:pt x="622052" y="704560"/>
                  <a:pt x="630397" y="696215"/>
                  <a:pt x="630397" y="686019"/>
                </a:cubicBezTo>
                <a:lnTo>
                  <a:pt x="630397" y="315198"/>
                </a:lnTo>
                <a:close/>
                <a:moveTo>
                  <a:pt x="148330" y="37082"/>
                </a:moveTo>
                <a:lnTo>
                  <a:pt x="148330" y="92705"/>
                </a:lnTo>
                <a:cubicBezTo>
                  <a:pt x="148330" y="123481"/>
                  <a:pt x="123482" y="148328"/>
                  <a:pt x="92707" y="148328"/>
                </a:cubicBezTo>
                <a:lnTo>
                  <a:pt x="37083" y="148328"/>
                </a:lnTo>
                <a:lnTo>
                  <a:pt x="37083" y="556231"/>
                </a:lnTo>
                <a:cubicBezTo>
                  <a:pt x="37083" y="566427"/>
                  <a:pt x="45428" y="574772"/>
                  <a:pt x="55624" y="574772"/>
                </a:cubicBezTo>
                <a:lnTo>
                  <a:pt x="218229" y="574772"/>
                </a:lnTo>
                <a:cubicBezTo>
                  <a:pt x="277003" y="545109"/>
                  <a:pt x="320392" y="499682"/>
                  <a:pt x="334111" y="423107"/>
                </a:cubicBezTo>
                <a:cubicBezTo>
                  <a:pt x="335223" y="416433"/>
                  <a:pt x="339859" y="411052"/>
                  <a:pt x="346165" y="408829"/>
                </a:cubicBezTo>
                <a:cubicBezTo>
                  <a:pt x="352470" y="406604"/>
                  <a:pt x="359512" y="408088"/>
                  <a:pt x="364520" y="412351"/>
                </a:cubicBezTo>
                <a:cubicBezTo>
                  <a:pt x="407908" y="450546"/>
                  <a:pt x="457597" y="472982"/>
                  <a:pt x="519152" y="465936"/>
                </a:cubicBezTo>
                <a:lnTo>
                  <a:pt x="519152" y="315012"/>
                </a:lnTo>
                <a:lnTo>
                  <a:pt x="500611" y="315012"/>
                </a:lnTo>
                <a:cubicBezTo>
                  <a:pt x="469835" y="315012"/>
                  <a:pt x="444988" y="290165"/>
                  <a:pt x="444988" y="259389"/>
                </a:cubicBezTo>
                <a:cubicBezTo>
                  <a:pt x="444988" y="228614"/>
                  <a:pt x="469835" y="203766"/>
                  <a:pt x="500611" y="203766"/>
                </a:cubicBezTo>
                <a:lnTo>
                  <a:pt x="519152" y="203766"/>
                </a:lnTo>
                <a:lnTo>
                  <a:pt x="519146" y="55623"/>
                </a:lnTo>
                <a:cubicBezTo>
                  <a:pt x="519146" y="50616"/>
                  <a:pt x="517108" y="45980"/>
                  <a:pt x="513771" y="42457"/>
                </a:cubicBezTo>
                <a:cubicBezTo>
                  <a:pt x="510248" y="38934"/>
                  <a:pt x="505613" y="37082"/>
                  <a:pt x="500605" y="37082"/>
                </a:cubicBezTo>
                <a:close/>
                <a:moveTo>
                  <a:pt x="509138" y="504316"/>
                </a:moveTo>
                <a:cubicBezTo>
                  <a:pt x="453328" y="507467"/>
                  <a:pt x="405865" y="490224"/>
                  <a:pt x="363591" y="459448"/>
                </a:cubicBezTo>
                <a:cubicBezTo>
                  <a:pt x="349313" y="508211"/>
                  <a:pt x="323545" y="544734"/>
                  <a:pt x="289614" y="572733"/>
                </a:cubicBezTo>
                <a:cubicBezTo>
                  <a:pt x="346163" y="568097"/>
                  <a:pt x="410503" y="556043"/>
                  <a:pt x="458152" y="536210"/>
                </a:cubicBezTo>
                <a:cubicBezTo>
                  <a:pt x="477252" y="528237"/>
                  <a:pt x="493382" y="519153"/>
                  <a:pt x="504876" y="508585"/>
                </a:cubicBezTo>
                <a:cubicBezTo>
                  <a:pt x="506361" y="507100"/>
                  <a:pt x="507840" y="505801"/>
                  <a:pt x="509140" y="504322"/>
                </a:cubicBezTo>
                <a:close/>
                <a:moveTo>
                  <a:pt x="241035" y="444984"/>
                </a:moveTo>
                <a:cubicBezTo>
                  <a:pt x="241035" y="434787"/>
                  <a:pt x="232690" y="426443"/>
                  <a:pt x="222494" y="426443"/>
                </a:cubicBezTo>
                <a:lnTo>
                  <a:pt x="92707" y="426443"/>
                </a:lnTo>
                <a:cubicBezTo>
                  <a:pt x="82510" y="426443"/>
                  <a:pt x="74165" y="434787"/>
                  <a:pt x="74165" y="444984"/>
                </a:cubicBezTo>
                <a:lnTo>
                  <a:pt x="74165" y="519148"/>
                </a:lnTo>
                <a:cubicBezTo>
                  <a:pt x="74165" y="529344"/>
                  <a:pt x="82510" y="537689"/>
                  <a:pt x="92707" y="537689"/>
                </a:cubicBezTo>
                <a:lnTo>
                  <a:pt x="222494" y="537689"/>
                </a:lnTo>
                <a:cubicBezTo>
                  <a:pt x="232690" y="537689"/>
                  <a:pt x="241035" y="529344"/>
                  <a:pt x="241035" y="519148"/>
                </a:cubicBezTo>
                <a:close/>
                <a:moveTo>
                  <a:pt x="203953" y="463525"/>
                </a:moveTo>
                <a:lnTo>
                  <a:pt x="203953" y="500607"/>
                </a:lnTo>
                <a:lnTo>
                  <a:pt x="111248" y="500607"/>
                </a:lnTo>
                <a:lnTo>
                  <a:pt x="111248" y="463525"/>
                </a:lnTo>
                <a:close/>
                <a:moveTo>
                  <a:pt x="111248" y="352278"/>
                </a:moveTo>
                <a:lnTo>
                  <a:pt x="333740" y="352278"/>
                </a:lnTo>
                <a:cubicBezTo>
                  <a:pt x="343936" y="352278"/>
                  <a:pt x="352281" y="343934"/>
                  <a:pt x="352281" y="333737"/>
                </a:cubicBezTo>
                <a:cubicBezTo>
                  <a:pt x="352281" y="323541"/>
                  <a:pt x="343936" y="315196"/>
                  <a:pt x="333740" y="315196"/>
                </a:cubicBezTo>
                <a:lnTo>
                  <a:pt x="111248" y="315196"/>
                </a:lnTo>
                <a:cubicBezTo>
                  <a:pt x="101051" y="315196"/>
                  <a:pt x="92707" y="323541"/>
                  <a:pt x="92707" y="333737"/>
                </a:cubicBezTo>
                <a:cubicBezTo>
                  <a:pt x="92707" y="343934"/>
                  <a:pt x="101051" y="352278"/>
                  <a:pt x="111248" y="352278"/>
                </a:cubicBezTo>
                <a:close/>
                <a:moveTo>
                  <a:pt x="519150" y="241032"/>
                </a:moveTo>
                <a:lnTo>
                  <a:pt x="500609" y="241032"/>
                </a:lnTo>
                <a:cubicBezTo>
                  <a:pt x="490413" y="241032"/>
                  <a:pt x="482068" y="249377"/>
                  <a:pt x="482068" y="259573"/>
                </a:cubicBezTo>
                <a:cubicBezTo>
                  <a:pt x="482068" y="269769"/>
                  <a:pt x="490413" y="278114"/>
                  <a:pt x="500609" y="278114"/>
                </a:cubicBezTo>
                <a:lnTo>
                  <a:pt x="519150" y="278114"/>
                </a:lnTo>
                <a:close/>
                <a:moveTo>
                  <a:pt x="556233" y="203950"/>
                </a:moveTo>
                <a:lnTo>
                  <a:pt x="574774" y="203950"/>
                </a:lnTo>
                <a:cubicBezTo>
                  <a:pt x="584970" y="203950"/>
                  <a:pt x="593315" y="212295"/>
                  <a:pt x="593315" y="222491"/>
                </a:cubicBezTo>
                <a:cubicBezTo>
                  <a:pt x="593315" y="232687"/>
                  <a:pt x="584970" y="241032"/>
                  <a:pt x="574774" y="241032"/>
                </a:cubicBezTo>
                <a:lnTo>
                  <a:pt x="556233" y="241032"/>
                </a:lnTo>
                <a:lnTo>
                  <a:pt x="556233" y="278114"/>
                </a:lnTo>
                <a:lnTo>
                  <a:pt x="630397" y="278114"/>
                </a:lnTo>
                <a:lnTo>
                  <a:pt x="630397" y="129786"/>
                </a:lnTo>
                <a:cubicBezTo>
                  <a:pt x="630397" y="119589"/>
                  <a:pt x="622052" y="111245"/>
                  <a:pt x="611856" y="111245"/>
                </a:cubicBezTo>
                <a:lnTo>
                  <a:pt x="556233" y="111245"/>
                </a:lnTo>
                <a:close/>
                <a:moveTo>
                  <a:pt x="667479" y="203950"/>
                </a:moveTo>
                <a:lnTo>
                  <a:pt x="667479" y="278114"/>
                </a:lnTo>
                <a:cubicBezTo>
                  <a:pt x="687871" y="278114"/>
                  <a:pt x="704561" y="261425"/>
                  <a:pt x="704561" y="241032"/>
                </a:cubicBezTo>
                <a:cubicBezTo>
                  <a:pt x="704561" y="231203"/>
                  <a:pt x="700666" y="221751"/>
                  <a:pt x="693619" y="214892"/>
                </a:cubicBezTo>
                <a:cubicBezTo>
                  <a:pt x="686760" y="207846"/>
                  <a:pt x="677303" y="203950"/>
                  <a:pt x="667479" y="203950"/>
                </a:cubicBezTo>
                <a:close/>
                <a:moveTo>
                  <a:pt x="111248" y="241032"/>
                </a:moveTo>
                <a:lnTo>
                  <a:pt x="333740" y="241032"/>
                </a:lnTo>
                <a:cubicBezTo>
                  <a:pt x="343936" y="241032"/>
                  <a:pt x="352281" y="232687"/>
                  <a:pt x="352281" y="222491"/>
                </a:cubicBezTo>
                <a:cubicBezTo>
                  <a:pt x="352281" y="212295"/>
                  <a:pt x="343936" y="203950"/>
                  <a:pt x="333740" y="203950"/>
                </a:cubicBezTo>
                <a:lnTo>
                  <a:pt x="111248" y="203950"/>
                </a:lnTo>
                <a:cubicBezTo>
                  <a:pt x="101051" y="203950"/>
                  <a:pt x="92707" y="212295"/>
                  <a:pt x="92707" y="222491"/>
                </a:cubicBezTo>
                <a:cubicBezTo>
                  <a:pt x="92707" y="232687"/>
                  <a:pt x="101051" y="241032"/>
                  <a:pt x="111248" y="241032"/>
                </a:cubicBezTo>
                <a:close/>
                <a:moveTo>
                  <a:pt x="222494" y="129786"/>
                </a:moveTo>
                <a:lnTo>
                  <a:pt x="444986" y="129786"/>
                </a:lnTo>
                <a:cubicBezTo>
                  <a:pt x="455183" y="129786"/>
                  <a:pt x="463527" y="121441"/>
                  <a:pt x="463527" y="111245"/>
                </a:cubicBezTo>
                <a:cubicBezTo>
                  <a:pt x="463527" y="101048"/>
                  <a:pt x="455183" y="92704"/>
                  <a:pt x="444986" y="92704"/>
                </a:cubicBezTo>
                <a:lnTo>
                  <a:pt x="222494" y="92704"/>
                </a:lnTo>
                <a:cubicBezTo>
                  <a:pt x="212298" y="92704"/>
                  <a:pt x="203953" y="101048"/>
                  <a:pt x="203953" y="111245"/>
                </a:cubicBezTo>
                <a:cubicBezTo>
                  <a:pt x="203953" y="121441"/>
                  <a:pt x="212298" y="129786"/>
                  <a:pt x="222494" y="129786"/>
                </a:cubicBezTo>
                <a:close/>
                <a:moveTo>
                  <a:pt x="111248" y="44680"/>
                </a:moveTo>
                <a:lnTo>
                  <a:pt x="44683" y="111245"/>
                </a:lnTo>
                <a:lnTo>
                  <a:pt x="92707" y="111245"/>
                </a:lnTo>
                <a:cubicBezTo>
                  <a:pt x="102903" y="111245"/>
                  <a:pt x="111248" y="102900"/>
                  <a:pt x="111248" y="92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29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256</Words>
  <Application>Microsoft Office PowerPoint</Application>
  <PresentationFormat>Widescreen</PresentationFormat>
  <Paragraphs>72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Vasanti Kadam</cp:lastModifiedBy>
  <cp:revision>1</cp:revision>
  <dcterms:created xsi:type="dcterms:W3CDTF">2025-08-14T09:33:45Z</dcterms:created>
  <dcterms:modified xsi:type="dcterms:W3CDTF">2025-08-14T10:52:21Z</dcterms:modified>
</cp:coreProperties>
</file>